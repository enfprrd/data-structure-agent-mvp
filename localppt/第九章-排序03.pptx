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4"/>
  </p:notesMasterIdLst>
  <p:sldIdLst>
    <p:sldId id="477" r:id="rId3"/>
    <p:sldId id="685" r:id="rId4"/>
    <p:sldId id="731" r:id="rId5"/>
    <p:sldId id="732" r:id="rId6"/>
    <p:sldId id="767" r:id="rId7"/>
    <p:sldId id="768" r:id="rId8"/>
    <p:sldId id="769" r:id="rId9"/>
    <p:sldId id="770" r:id="rId10"/>
    <p:sldId id="766" r:id="rId11"/>
    <p:sldId id="743" r:id="rId12"/>
    <p:sldId id="744" r:id="rId13"/>
    <p:sldId id="745" r:id="rId14"/>
    <p:sldId id="746" r:id="rId15"/>
    <p:sldId id="747" r:id="rId16"/>
    <p:sldId id="748" r:id="rId17"/>
    <p:sldId id="749" r:id="rId18"/>
    <p:sldId id="750" r:id="rId19"/>
    <p:sldId id="751" r:id="rId20"/>
    <p:sldId id="752" r:id="rId21"/>
    <p:sldId id="753" r:id="rId22"/>
    <p:sldId id="755" r:id="rId23"/>
    <p:sldId id="756" r:id="rId24"/>
    <p:sldId id="774" r:id="rId25"/>
    <p:sldId id="757" r:id="rId26"/>
    <p:sldId id="775" r:id="rId27"/>
    <p:sldId id="773" r:id="rId28"/>
    <p:sldId id="758" r:id="rId29"/>
    <p:sldId id="759" r:id="rId30"/>
    <p:sldId id="760" r:id="rId31"/>
    <p:sldId id="761" r:id="rId32"/>
    <p:sldId id="776" r:id="rId33"/>
    <p:sldId id="787" r:id="rId35"/>
  </p:sldIdLst>
  <p:sldSz cx="9144000" cy="6858000" type="screen4x3"/>
  <p:notesSz cx="6858000" cy="9144000"/>
  <p:custDataLst>
    <p:tags r:id="rId4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39"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ng bingshu" initials="wb" lastIdx="0" clrIdx="0"/>
  <p:cmAuthor id="2" name="WPS" initials="W" lastIdx="0" clrIdx="1"/>
  <p:cmAuthor id="3" name="夏小芸°Bella" initials="夏" lastIdx="0" clrIdx="2"/>
  <p:cmAuthor id="4" name="作者"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039"/>
        <p:guide pos="288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0" Type="http://schemas.openxmlformats.org/officeDocument/2006/relationships/tags" Target="tags/tag6.xml"/><Relationship Id="rId4" Type="http://schemas.openxmlformats.org/officeDocument/2006/relationships/slide" Target="slides/slide2.xml"/><Relationship Id="rId39" Type="http://schemas.openxmlformats.org/officeDocument/2006/relationships/commentAuthors" Target="commentAuthors.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slide" Target="slides/slide32.xml"/><Relationship Id="rId34" Type="http://schemas.openxmlformats.org/officeDocument/2006/relationships/notesMaster" Target="notesMasters/notesMaster1.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 </a:t>
            </a:r>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1" name="Slide Image Placeholder 1"/>
          <p:cNvSpPr>
            <a:spLocks noGrp="1" noRot="1" noChangeAspect="1" noChangeArrowheads="1"/>
          </p:cNvSpPr>
          <p:nvPr>
            <p:ph type="sldImg" idx="4294967295"/>
          </p:nvPr>
        </p:nvSpPr>
        <p:spPr>
          <a:xfrm>
            <a:off x="3408363" y="849313"/>
            <a:ext cx="3057525" cy="2293937"/>
          </a:xfrm>
          <a:ln>
            <a:miter lim="800000"/>
          </a:ln>
        </p:spPr>
      </p:sp>
      <p:sp>
        <p:nvSpPr>
          <p:cNvPr id="209922" name="Notes Placeholder 2"/>
          <p:cNvSpPr>
            <a:spLocks noGrp="1" noChangeArrowheads="1"/>
          </p:cNvSpPr>
          <p:nvPr>
            <p:ph type="body" idx="4294967295"/>
          </p:nvPr>
        </p:nvSpPr>
        <p:spPr/>
        <p:txBody>
          <a:bodyPr/>
          <a:lstStyle/>
          <a:p>
            <a:r>
              <a:rPr lang="en-US" altLang="zh-CN"/>
              <a:t>Thanks for your attentions. </a:t>
            </a:r>
            <a:endParaRPr lang="en-US" altLang="zh-CN"/>
          </a:p>
        </p:txBody>
      </p:sp>
      <p:sp>
        <p:nvSpPr>
          <p:cNvPr id="209923"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A1353337-3977-4BCB-857B-432382D1E16C}" type="slidenum">
              <a:rPr lang="en-US" altLang="zh-CN"/>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5" Type="http://schemas.openxmlformats.org/officeDocument/2006/relationships/tags" Target="../tags/tag3.xml"/><Relationship Id="rId4" Type="http://schemas.openxmlformats.org/officeDocument/2006/relationships/image" Target="../media/image1.png"/><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109570" name="Group 2"/>
          <p:cNvGrpSpPr/>
          <p:nvPr userDrawn="1"/>
        </p:nvGrpSpPr>
        <p:grpSpPr bwMode="auto">
          <a:xfrm>
            <a:off x="0" y="3902075"/>
            <a:ext cx="3400425" cy="2949575"/>
            <a:chOff x="0" y="2458"/>
            <a:chExt cx="2142" cy="1858"/>
          </a:xfrm>
        </p:grpSpPr>
        <p:sp>
          <p:nvSpPr>
            <p:cNvPr id="109571" name="Freeform 3"/>
            <p:cNvSpPr/>
            <p:nvPr/>
          </p:nvSpPr>
          <p:spPr bwMode="ltGray">
            <a:xfrm>
              <a:off x="0" y="2508"/>
              <a:ext cx="2142" cy="1804"/>
            </a:xfrm>
            <a:custGeom>
              <a:avLst/>
              <a:gdLst>
                <a:gd name="T0" fmla="*/ 329 w 2135"/>
                <a:gd name="T1" fmla="*/ 66 h 1804"/>
                <a:gd name="T2" fmla="*/ 161 w 2135"/>
                <a:gd name="T3" fmla="*/ 30 h 1804"/>
                <a:gd name="T4" fmla="*/ 0 w 2135"/>
                <a:gd name="T5" fmla="*/ 0 h 1804"/>
                <a:gd name="T6" fmla="*/ 0 w 2135"/>
                <a:gd name="T7" fmla="*/ 12 h 1804"/>
                <a:gd name="T8" fmla="*/ 161 w 2135"/>
                <a:gd name="T9" fmla="*/ 42 h 1804"/>
                <a:gd name="T10" fmla="*/ 323 w 2135"/>
                <a:gd name="T11" fmla="*/ 78 h 1804"/>
                <a:gd name="T12" fmla="*/ 556 w 2135"/>
                <a:gd name="T13" fmla="*/ 150 h 1804"/>
                <a:gd name="T14" fmla="*/ 777 w 2135"/>
                <a:gd name="T15" fmla="*/ 245 h 1804"/>
                <a:gd name="T16" fmla="*/ 993 w 2135"/>
                <a:gd name="T17" fmla="*/ 365 h 1804"/>
                <a:gd name="T18" fmla="*/ 1196 w 2135"/>
                <a:gd name="T19" fmla="*/ 503 h 1804"/>
                <a:gd name="T20" fmla="*/ 1381 w 2135"/>
                <a:gd name="T21" fmla="*/ 653 h 1804"/>
                <a:gd name="T22" fmla="*/ 1555 w 2135"/>
                <a:gd name="T23" fmla="*/ 827 h 1804"/>
                <a:gd name="T24" fmla="*/ 1710 w 2135"/>
                <a:gd name="T25" fmla="*/ 1019 h 1804"/>
                <a:gd name="T26" fmla="*/ 1854 w 2135"/>
                <a:gd name="T27" fmla="*/ 1229 h 1804"/>
                <a:gd name="T28" fmla="*/ 1937 w 2135"/>
                <a:gd name="T29" fmla="*/ 1366 h 1804"/>
                <a:gd name="T30" fmla="*/ 2009 w 2135"/>
                <a:gd name="T31" fmla="*/ 1510 h 1804"/>
                <a:gd name="T32" fmla="*/ 2069 w 2135"/>
                <a:gd name="T33" fmla="*/ 1654 h 1804"/>
                <a:gd name="T34" fmla="*/ 2123 w 2135"/>
                <a:gd name="T35" fmla="*/ 1804 h 1804"/>
                <a:gd name="T36" fmla="*/ 2135 w 2135"/>
                <a:gd name="T37" fmla="*/ 1804 h 1804"/>
                <a:gd name="T38" fmla="*/ 2081 w 2135"/>
                <a:gd name="T39" fmla="*/ 1654 h 1804"/>
                <a:gd name="T40" fmla="*/ 2021 w 2135"/>
                <a:gd name="T41" fmla="*/ 1510 h 1804"/>
                <a:gd name="T42" fmla="*/ 1949 w 2135"/>
                <a:gd name="T43" fmla="*/ 1366 h 1804"/>
                <a:gd name="T44" fmla="*/ 1866 w 2135"/>
                <a:gd name="T45" fmla="*/ 1223 h 1804"/>
                <a:gd name="T46" fmla="*/ 1722 w 2135"/>
                <a:gd name="T47" fmla="*/ 1013 h 1804"/>
                <a:gd name="T48" fmla="*/ 1561 w 2135"/>
                <a:gd name="T49" fmla="*/ 821 h 1804"/>
                <a:gd name="T50" fmla="*/ 1387 w 2135"/>
                <a:gd name="T51" fmla="*/ 647 h 1804"/>
                <a:gd name="T52" fmla="*/ 1202 w 2135"/>
                <a:gd name="T53" fmla="*/ 491 h 1804"/>
                <a:gd name="T54" fmla="*/ 999 w 2135"/>
                <a:gd name="T55" fmla="*/ 353 h 1804"/>
                <a:gd name="T56" fmla="*/ 783 w 2135"/>
                <a:gd name="T57" fmla="*/ 239 h 1804"/>
                <a:gd name="T58" fmla="*/ 562 w 2135"/>
                <a:gd name="T59" fmla="*/ 138 h 1804"/>
                <a:gd name="T60" fmla="*/ 329 w 2135"/>
                <a:gd name="T61" fmla="*/ 66 h 1804"/>
                <a:gd name="T62" fmla="*/ 329 w 2135"/>
                <a:gd name="T63" fmla="*/ 66 h 1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135" h="1804">
                  <a:moveTo>
                    <a:pt x="329" y="66"/>
                  </a:moveTo>
                  <a:lnTo>
                    <a:pt x="161" y="30"/>
                  </a:lnTo>
                  <a:lnTo>
                    <a:pt x="0" y="0"/>
                  </a:lnTo>
                  <a:lnTo>
                    <a:pt x="0" y="12"/>
                  </a:lnTo>
                  <a:lnTo>
                    <a:pt x="161" y="42"/>
                  </a:lnTo>
                  <a:lnTo>
                    <a:pt x="323" y="78"/>
                  </a:lnTo>
                  <a:lnTo>
                    <a:pt x="556" y="150"/>
                  </a:lnTo>
                  <a:lnTo>
                    <a:pt x="777" y="245"/>
                  </a:lnTo>
                  <a:lnTo>
                    <a:pt x="993" y="365"/>
                  </a:lnTo>
                  <a:lnTo>
                    <a:pt x="1196" y="503"/>
                  </a:lnTo>
                  <a:lnTo>
                    <a:pt x="1381" y="653"/>
                  </a:lnTo>
                  <a:lnTo>
                    <a:pt x="1555" y="827"/>
                  </a:lnTo>
                  <a:lnTo>
                    <a:pt x="1710" y="1019"/>
                  </a:lnTo>
                  <a:lnTo>
                    <a:pt x="1854" y="1229"/>
                  </a:lnTo>
                  <a:lnTo>
                    <a:pt x="1937" y="1366"/>
                  </a:lnTo>
                  <a:lnTo>
                    <a:pt x="2009" y="1510"/>
                  </a:lnTo>
                  <a:lnTo>
                    <a:pt x="2069" y="1654"/>
                  </a:lnTo>
                  <a:lnTo>
                    <a:pt x="2123" y="1804"/>
                  </a:lnTo>
                  <a:lnTo>
                    <a:pt x="2135" y="1804"/>
                  </a:lnTo>
                  <a:lnTo>
                    <a:pt x="2081" y="1654"/>
                  </a:lnTo>
                  <a:lnTo>
                    <a:pt x="2021" y="1510"/>
                  </a:lnTo>
                  <a:lnTo>
                    <a:pt x="1949" y="1366"/>
                  </a:lnTo>
                  <a:lnTo>
                    <a:pt x="1866" y="1223"/>
                  </a:lnTo>
                  <a:lnTo>
                    <a:pt x="1722" y="1013"/>
                  </a:lnTo>
                  <a:lnTo>
                    <a:pt x="1561" y="821"/>
                  </a:lnTo>
                  <a:lnTo>
                    <a:pt x="1387" y="647"/>
                  </a:lnTo>
                  <a:lnTo>
                    <a:pt x="1202" y="491"/>
                  </a:lnTo>
                  <a:lnTo>
                    <a:pt x="999" y="353"/>
                  </a:lnTo>
                  <a:lnTo>
                    <a:pt x="783" y="239"/>
                  </a:lnTo>
                  <a:lnTo>
                    <a:pt x="562" y="138"/>
                  </a:lnTo>
                  <a:lnTo>
                    <a:pt x="329" y="66"/>
                  </a:lnTo>
                  <a:lnTo>
                    <a:pt x="329" y="66"/>
                  </a:lnTo>
                  <a:close/>
                </a:path>
              </a:pathLst>
            </a:custGeom>
            <a:gradFill rotWithShape="0">
              <a:gsLst>
                <a:gs pos="0">
                  <a:schemeClr val="bg1"/>
                </a:gs>
                <a:gs pos="50000">
                  <a:schemeClr val="bg2"/>
                </a:gs>
                <a:gs pos="100000">
                  <a:schemeClr val="bg1"/>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350"/>
            </a:p>
          </p:txBody>
        </p:sp>
        <p:sp>
          <p:nvSpPr>
            <p:cNvPr id="109572" name="Freeform 4"/>
            <p:cNvSpPr/>
            <p:nvPr/>
          </p:nvSpPr>
          <p:spPr bwMode="hidden">
            <a:xfrm>
              <a:off x="0" y="2458"/>
              <a:ext cx="1854" cy="1858"/>
            </a:xfrm>
            <a:custGeom>
              <a:avLst/>
              <a:gdLst>
                <a:gd name="T0" fmla="*/ 1854 w 1854"/>
                <a:gd name="T1" fmla="*/ 1858 h 1858"/>
                <a:gd name="T2" fmla="*/ 0 w 1854"/>
                <a:gd name="T3" fmla="*/ 1858 h 1858"/>
                <a:gd name="T4" fmla="*/ 0 w 1854"/>
                <a:gd name="T5" fmla="*/ 0 h 1858"/>
                <a:gd name="T6" fmla="*/ 1854 w 1854"/>
                <a:gd name="T7" fmla="*/ 1858 h 1858"/>
                <a:gd name="T8" fmla="*/ 1854 w 1854"/>
                <a:gd name="T9" fmla="*/ 1858 h 1858"/>
              </a:gdLst>
              <a:ahLst/>
              <a:cxnLst>
                <a:cxn ang="0">
                  <a:pos x="T0" y="T1"/>
                </a:cxn>
                <a:cxn ang="0">
                  <a:pos x="T2" y="T3"/>
                </a:cxn>
                <a:cxn ang="0">
                  <a:pos x="T4" y="T5"/>
                </a:cxn>
                <a:cxn ang="0">
                  <a:pos x="T6" y="T7"/>
                </a:cxn>
                <a:cxn ang="0">
                  <a:pos x="T8" y="T9"/>
                </a:cxn>
              </a:cxnLst>
              <a:rect l="0" t="0" r="r" b="b"/>
              <a:pathLst>
                <a:path w="1854" h="1858">
                  <a:moveTo>
                    <a:pt x="1854" y="1858"/>
                  </a:moveTo>
                  <a:lnTo>
                    <a:pt x="0" y="1858"/>
                  </a:lnTo>
                  <a:lnTo>
                    <a:pt x="0" y="0"/>
                  </a:lnTo>
                  <a:lnTo>
                    <a:pt x="1854" y="1858"/>
                  </a:lnTo>
                  <a:lnTo>
                    <a:pt x="1854" y="1858"/>
                  </a:lnTo>
                  <a:close/>
                </a:path>
              </a:pathLst>
            </a:custGeom>
            <a:gradFill rotWithShape="0">
              <a:gsLst>
                <a:gs pos="0">
                  <a:schemeClr val="bg2"/>
                </a:gs>
                <a:gs pos="50000">
                  <a:schemeClr val="bg1"/>
                </a:gs>
                <a:gs pos="100000">
                  <a:schemeClr val="bg2"/>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350"/>
            </a:p>
          </p:txBody>
        </p:sp>
        <p:sp>
          <p:nvSpPr>
            <p:cNvPr id="109573" name="Freeform 5"/>
            <p:cNvSpPr/>
            <p:nvPr/>
          </p:nvSpPr>
          <p:spPr bwMode="ltGray">
            <a:xfrm>
              <a:off x="0" y="2735"/>
              <a:ext cx="1745" cy="1577"/>
            </a:xfrm>
            <a:custGeom>
              <a:avLst/>
              <a:gdLst>
                <a:gd name="T0" fmla="*/ 1640 w 1745"/>
                <a:gd name="T1" fmla="*/ 1377 h 1577"/>
                <a:gd name="T2" fmla="*/ 1692 w 1745"/>
                <a:gd name="T3" fmla="*/ 1479 h 1577"/>
                <a:gd name="T4" fmla="*/ 1732 w 1745"/>
                <a:gd name="T5" fmla="*/ 1577 h 1577"/>
                <a:gd name="T6" fmla="*/ 1745 w 1745"/>
                <a:gd name="T7" fmla="*/ 1577 h 1577"/>
                <a:gd name="T8" fmla="*/ 1703 w 1745"/>
                <a:gd name="T9" fmla="*/ 1469 h 1577"/>
                <a:gd name="T10" fmla="*/ 1649 w 1745"/>
                <a:gd name="T11" fmla="*/ 1367 h 1577"/>
                <a:gd name="T12" fmla="*/ 1535 w 1745"/>
                <a:gd name="T13" fmla="*/ 1157 h 1577"/>
                <a:gd name="T14" fmla="*/ 1395 w 1745"/>
                <a:gd name="T15" fmla="*/ 951 h 1577"/>
                <a:gd name="T16" fmla="*/ 1236 w 1745"/>
                <a:gd name="T17" fmla="*/ 756 h 1577"/>
                <a:gd name="T18" fmla="*/ 1061 w 1745"/>
                <a:gd name="T19" fmla="*/ 582 h 1577"/>
                <a:gd name="T20" fmla="*/ 876 w 1745"/>
                <a:gd name="T21" fmla="*/ 426 h 1577"/>
                <a:gd name="T22" fmla="*/ 672 w 1745"/>
                <a:gd name="T23" fmla="*/ 294 h 1577"/>
                <a:gd name="T24" fmla="*/ 455 w 1745"/>
                <a:gd name="T25" fmla="*/ 174 h 1577"/>
                <a:gd name="T26" fmla="*/ 234 w 1745"/>
                <a:gd name="T27" fmla="*/ 78 h 1577"/>
                <a:gd name="T28" fmla="*/ 0 w 1745"/>
                <a:gd name="T29" fmla="*/ 0 h 1577"/>
                <a:gd name="T30" fmla="*/ 0 w 1745"/>
                <a:gd name="T31" fmla="*/ 12 h 1577"/>
                <a:gd name="T32" fmla="*/ 222 w 1745"/>
                <a:gd name="T33" fmla="*/ 89 h 1577"/>
                <a:gd name="T34" fmla="*/ 446 w 1745"/>
                <a:gd name="T35" fmla="*/ 185 h 1577"/>
                <a:gd name="T36" fmla="*/ 662 w 1745"/>
                <a:gd name="T37" fmla="*/ 305 h 1577"/>
                <a:gd name="T38" fmla="*/ 866 w 1745"/>
                <a:gd name="T39" fmla="*/ 437 h 1577"/>
                <a:gd name="T40" fmla="*/ 1052 w 1745"/>
                <a:gd name="T41" fmla="*/ 593 h 1577"/>
                <a:gd name="T42" fmla="*/ 1226 w 1745"/>
                <a:gd name="T43" fmla="*/ 767 h 1577"/>
                <a:gd name="T44" fmla="*/ 1385 w 1745"/>
                <a:gd name="T45" fmla="*/ 960 h 1577"/>
                <a:gd name="T46" fmla="*/ 1526 w 1745"/>
                <a:gd name="T47" fmla="*/ 1167 h 1577"/>
                <a:gd name="T48" fmla="*/ 1640 w 1745"/>
                <a:gd name="T49" fmla="*/ 1377 h 15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45" h="1577">
                  <a:moveTo>
                    <a:pt x="1640" y="1377"/>
                  </a:moveTo>
                  <a:lnTo>
                    <a:pt x="1692" y="1479"/>
                  </a:lnTo>
                  <a:lnTo>
                    <a:pt x="1732" y="1577"/>
                  </a:lnTo>
                  <a:lnTo>
                    <a:pt x="1745" y="1577"/>
                  </a:lnTo>
                  <a:lnTo>
                    <a:pt x="1703" y="1469"/>
                  </a:lnTo>
                  <a:lnTo>
                    <a:pt x="1649" y="1367"/>
                  </a:lnTo>
                  <a:lnTo>
                    <a:pt x="1535" y="1157"/>
                  </a:lnTo>
                  <a:lnTo>
                    <a:pt x="1395" y="951"/>
                  </a:lnTo>
                  <a:lnTo>
                    <a:pt x="1236" y="756"/>
                  </a:lnTo>
                  <a:lnTo>
                    <a:pt x="1061" y="582"/>
                  </a:lnTo>
                  <a:lnTo>
                    <a:pt x="876" y="426"/>
                  </a:lnTo>
                  <a:lnTo>
                    <a:pt x="672" y="294"/>
                  </a:lnTo>
                  <a:lnTo>
                    <a:pt x="455" y="174"/>
                  </a:lnTo>
                  <a:lnTo>
                    <a:pt x="234" y="78"/>
                  </a:lnTo>
                  <a:lnTo>
                    <a:pt x="0" y="0"/>
                  </a:lnTo>
                  <a:lnTo>
                    <a:pt x="0" y="12"/>
                  </a:lnTo>
                  <a:lnTo>
                    <a:pt x="222" y="89"/>
                  </a:lnTo>
                  <a:lnTo>
                    <a:pt x="446" y="185"/>
                  </a:lnTo>
                  <a:lnTo>
                    <a:pt x="662" y="305"/>
                  </a:lnTo>
                  <a:lnTo>
                    <a:pt x="866" y="437"/>
                  </a:lnTo>
                  <a:lnTo>
                    <a:pt x="1052" y="593"/>
                  </a:lnTo>
                  <a:lnTo>
                    <a:pt x="1226" y="767"/>
                  </a:lnTo>
                  <a:lnTo>
                    <a:pt x="1385" y="960"/>
                  </a:lnTo>
                  <a:lnTo>
                    <a:pt x="1526" y="1167"/>
                  </a:lnTo>
                  <a:lnTo>
                    <a:pt x="1640" y="1377"/>
                  </a:lnTo>
                  <a:close/>
                </a:path>
              </a:pathLst>
            </a:custGeom>
            <a:gradFill rotWithShape="0">
              <a:gsLst>
                <a:gs pos="0">
                  <a:schemeClr val="bg1"/>
                </a:gs>
                <a:gs pos="50000">
                  <a:schemeClr val="bg2"/>
                </a:gs>
                <a:gs pos="100000">
                  <a:schemeClr val="bg1"/>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350"/>
            </a:p>
          </p:txBody>
        </p:sp>
        <p:sp>
          <p:nvSpPr>
            <p:cNvPr id="109574" name="Freeform 6"/>
            <p:cNvSpPr/>
            <p:nvPr/>
          </p:nvSpPr>
          <p:spPr bwMode="ltGray">
            <a:xfrm>
              <a:off x="0" y="2544"/>
              <a:ext cx="1745" cy="1768"/>
            </a:xfrm>
            <a:custGeom>
              <a:avLst/>
              <a:gdLst>
                <a:gd name="T0" fmla="*/ 0 w 1745"/>
                <a:gd name="T1" fmla="*/ 0 h 1768"/>
                <a:gd name="T2" fmla="*/ 0 w 1745"/>
                <a:gd name="T3" fmla="*/ 12 h 1768"/>
                <a:gd name="T4" fmla="*/ 210 w 1745"/>
                <a:gd name="T5" fmla="*/ 88 h 1768"/>
                <a:gd name="T6" fmla="*/ 426 w 1745"/>
                <a:gd name="T7" fmla="*/ 190 h 1768"/>
                <a:gd name="T8" fmla="*/ 630 w 1745"/>
                <a:gd name="T9" fmla="*/ 304 h 1768"/>
                <a:gd name="T10" fmla="*/ 818 w 1745"/>
                <a:gd name="T11" fmla="*/ 442 h 1768"/>
                <a:gd name="T12" fmla="*/ 998 w 1745"/>
                <a:gd name="T13" fmla="*/ 592 h 1768"/>
                <a:gd name="T14" fmla="*/ 1164 w 1745"/>
                <a:gd name="T15" fmla="*/ 766 h 1768"/>
                <a:gd name="T16" fmla="*/ 1310 w 1745"/>
                <a:gd name="T17" fmla="*/ 942 h 1768"/>
                <a:gd name="T18" fmla="*/ 1454 w 1745"/>
                <a:gd name="T19" fmla="*/ 1146 h 1768"/>
                <a:gd name="T20" fmla="*/ 1536 w 1745"/>
                <a:gd name="T21" fmla="*/ 1298 h 1768"/>
                <a:gd name="T22" fmla="*/ 1614 w 1745"/>
                <a:gd name="T23" fmla="*/ 1456 h 1768"/>
                <a:gd name="T24" fmla="*/ 1682 w 1745"/>
                <a:gd name="T25" fmla="*/ 1616 h 1768"/>
                <a:gd name="T26" fmla="*/ 1733 w 1745"/>
                <a:gd name="T27" fmla="*/ 1768 h 1768"/>
                <a:gd name="T28" fmla="*/ 1745 w 1745"/>
                <a:gd name="T29" fmla="*/ 1768 h 1768"/>
                <a:gd name="T30" fmla="*/ 1691 w 1745"/>
                <a:gd name="T31" fmla="*/ 1606 h 1768"/>
                <a:gd name="T32" fmla="*/ 1623 w 1745"/>
                <a:gd name="T33" fmla="*/ 1445 h 1768"/>
                <a:gd name="T34" fmla="*/ 1547 w 1745"/>
                <a:gd name="T35" fmla="*/ 1288 h 1768"/>
                <a:gd name="T36" fmla="*/ 1463 w 1745"/>
                <a:gd name="T37" fmla="*/ 1136 h 1768"/>
                <a:gd name="T38" fmla="*/ 1320 w 1745"/>
                <a:gd name="T39" fmla="*/ 932 h 1768"/>
                <a:gd name="T40" fmla="*/ 1173 w 1745"/>
                <a:gd name="T41" fmla="*/ 755 h 1768"/>
                <a:gd name="T42" fmla="*/ 1008 w 1745"/>
                <a:gd name="T43" fmla="*/ 581 h 1768"/>
                <a:gd name="T44" fmla="*/ 827 w 1745"/>
                <a:gd name="T45" fmla="*/ 431 h 1768"/>
                <a:gd name="T46" fmla="*/ 642 w 1745"/>
                <a:gd name="T47" fmla="*/ 293 h 1768"/>
                <a:gd name="T48" fmla="*/ 437 w 1745"/>
                <a:gd name="T49" fmla="*/ 179 h 1768"/>
                <a:gd name="T50" fmla="*/ 222 w 1745"/>
                <a:gd name="T51" fmla="*/ 78 h 1768"/>
                <a:gd name="T52" fmla="*/ 0 w 1745"/>
                <a:gd name="T53" fmla="*/ 0 h 1768"/>
                <a:gd name="T54" fmla="*/ 0 w 1745"/>
                <a:gd name="T55" fmla="*/ 0 h 1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745" h="1768">
                  <a:moveTo>
                    <a:pt x="0" y="0"/>
                  </a:moveTo>
                  <a:lnTo>
                    <a:pt x="0" y="12"/>
                  </a:lnTo>
                  <a:lnTo>
                    <a:pt x="210" y="88"/>
                  </a:lnTo>
                  <a:lnTo>
                    <a:pt x="426" y="190"/>
                  </a:lnTo>
                  <a:lnTo>
                    <a:pt x="630" y="304"/>
                  </a:lnTo>
                  <a:lnTo>
                    <a:pt x="818" y="442"/>
                  </a:lnTo>
                  <a:lnTo>
                    <a:pt x="998" y="592"/>
                  </a:lnTo>
                  <a:lnTo>
                    <a:pt x="1164" y="766"/>
                  </a:lnTo>
                  <a:lnTo>
                    <a:pt x="1310" y="942"/>
                  </a:lnTo>
                  <a:lnTo>
                    <a:pt x="1454" y="1146"/>
                  </a:lnTo>
                  <a:lnTo>
                    <a:pt x="1536" y="1298"/>
                  </a:lnTo>
                  <a:lnTo>
                    <a:pt x="1614" y="1456"/>
                  </a:lnTo>
                  <a:lnTo>
                    <a:pt x="1682" y="1616"/>
                  </a:lnTo>
                  <a:lnTo>
                    <a:pt x="1733" y="1768"/>
                  </a:lnTo>
                  <a:lnTo>
                    <a:pt x="1745" y="1768"/>
                  </a:lnTo>
                  <a:lnTo>
                    <a:pt x="1691" y="1606"/>
                  </a:lnTo>
                  <a:lnTo>
                    <a:pt x="1623" y="1445"/>
                  </a:lnTo>
                  <a:lnTo>
                    <a:pt x="1547" y="1288"/>
                  </a:lnTo>
                  <a:lnTo>
                    <a:pt x="1463" y="1136"/>
                  </a:lnTo>
                  <a:lnTo>
                    <a:pt x="1320" y="932"/>
                  </a:lnTo>
                  <a:lnTo>
                    <a:pt x="1173" y="755"/>
                  </a:lnTo>
                  <a:lnTo>
                    <a:pt x="1008" y="581"/>
                  </a:lnTo>
                  <a:lnTo>
                    <a:pt x="827" y="431"/>
                  </a:lnTo>
                  <a:lnTo>
                    <a:pt x="642" y="293"/>
                  </a:lnTo>
                  <a:lnTo>
                    <a:pt x="437" y="179"/>
                  </a:lnTo>
                  <a:lnTo>
                    <a:pt x="222" y="78"/>
                  </a:lnTo>
                  <a:lnTo>
                    <a:pt x="0" y="0"/>
                  </a:lnTo>
                  <a:lnTo>
                    <a:pt x="0" y="0"/>
                  </a:lnTo>
                  <a:close/>
                </a:path>
              </a:pathLst>
            </a:custGeom>
            <a:gradFill rotWithShape="0">
              <a:gsLst>
                <a:gs pos="0">
                  <a:schemeClr val="bg1"/>
                </a:gs>
                <a:gs pos="50000">
                  <a:schemeClr val="bg2"/>
                </a:gs>
                <a:gs pos="100000">
                  <a:schemeClr val="bg1"/>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350"/>
            </a:p>
          </p:txBody>
        </p:sp>
        <p:sp>
          <p:nvSpPr>
            <p:cNvPr id="109575" name="Oval 7"/>
            <p:cNvSpPr>
              <a:spLocks noChangeArrowheads="1"/>
            </p:cNvSpPr>
            <p:nvPr/>
          </p:nvSpPr>
          <p:spPr bwMode="ltGray">
            <a:xfrm>
              <a:off x="209" y="2784"/>
              <a:ext cx="86" cy="86"/>
            </a:xfrm>
            <a:prstGeom prst="ellipse">
              <a:avLst/>
            </a:prstGeom>
            <a:gradFill rotWithShape="0">
              <a:gsLst>
                <a:gs pos="0">
                  <a:schemeClr val="bg2"/>
                </a:gs>
                <a:gs pos="100000">
                  <a:schemeClr val="bg1"/>
                </a:gs>
              </a:gsLst>
              <a:lin ang="189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sp>
          <p:nvSpPr>
            <p:cNvPr id="109576" name="Oval 8"/>
            <p:cNvSpPr>
              <a:spLocks noChangeArrowheads="1"/>
            </p:cNvSpPr>
            <p:nvPr/>
          </p:nvSpPr>
          <p:spPr bwMode="ltGray">
            <a:xfrm>
              <a:off x="1536" y="3884"/>
              <a:ext cx="92" cy="92"/>
            </a:xfrm>
            <a:prstGeom prst="ellipse">
              <a:avLst/>
            </a:prstGeom>
            <a:gradFill rotWithShape="0">
              <a:gsLst>
                <a:gs pos="0">
                  <a:schemeClr val="bg2"/>
                </a:gs>
                <a:gs pos="100000">
                  <a:schemeClr val="bg1"/>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sp>
          <p:nvSpPr>
            <p:cNvPr id="109577" name="Oval 9"/>
            <p:cNvSpPr>
              <a:spLocks noChangeArrowheads="1"/>
            </p:cNvSpPr>
            <p:nvPr/>
          </p:nvSpPr>
          <p:spPr bwMode="ltGray">
            <a:xfrm>
              <a:off x="791" y="2723"/>
              <a:ext cx="121" cy="121"/>
            </a:xfrm>
            <a:prstGeom prst="ellipse">
              <a:avLst/>
            </a:prstGeom>
            <a:gradFill rotWithShape="0">
              <a:gsLst>
                <a:gs pos="0">
                  <a:schemeClr val="bg2"/>
                </a:gs>
                <a:gs pos="100000">
                  <a:schemeClr val="bg1"/>
                </a:gs>
              </a:gsLst>
              <a:lin ang="189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grpSp>
      <p:sp>
        <p:nvSpPr>
          <p:cNvPr id="109578" name="Rectangle 10"/>
          <p:cNvSpPr>
            <a:spLocks noGrp="1" noChangeArrowheads="1"/>
          </p:cNvSpPr>
          <p:nvPr>
            <p:ph type="ctrTitle" sz="quarter"/>
          </p:nvPr>
        </p:nvSpPr>
        <p:spPr>
          <a:xfrm>
            <a:off x="685800" y="1873250"/>
            <a:ext cx="7772400" cy="1555750"/>
          </a:xfrm>
        </p:spPr>
        <p:txBody>
          <a:bodyPr/>
          <a:lstStyle>
            <a:lvl1pPr>
              <a:defRPr sz="4800"/>
            </a:lvl1pPr>
          </a:lstStyle>
          <a:p>
            <a:pPr lvl="0"/>
            <a:r>
              <a:rPr lang="zh-CN" altLang="en-US" noProof="0"/>
              <a:t>单击此处编辑母版标题样式</a:t>
            </a:r>
            <a:endParaRPr lang="zh-CN" altLang="en-US" noProof="0"/>
          </a:p>
        </p:txBody>
      </p:sp>
      <p:sp>
        <p:nvSpPr>
          <p:cNvPr id="109579" name="Rectangle 11"/>
          <p:cNvSpPr>
            <a:spLocks noGrp="1" noChangeArrowheads="1"/>
          </p:cNvSpPr>
          <p:nvPr>
            <p:ph type="subTitle" sz="quarter"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zh-CN" altLang="en-US" noProof="0"/>
              <a:t>单击此处编辑母版副标题样式</a:t>
            </a:r>
            <a:endParaRPr lang="zh-CN" altLang="en-US" noProof="0"/>
          </a:p>
        </p:txBody>
      </p:sp>
      <p:sp>
        <p:nvSpPr>
          <p:cNvPr id="13" name="文本框 12"/>
          <p:cNvSpPr txBox="1"/>
          <p:nvPr userDrawn="1">
            <p:custDataLst>
              <p:tags r:id="rId2"/>
            </p:custDataLst>
          </p:nvPr>
        </p:nvSpPr>
        <p:spPr>
          <a:xfrm>
            <a:off x="0" y="0"/>
            <a:ext cx="9144000" cy="767715"/>
          </a:xfrm>
          <a:prstGeom prst="rect">
            <a:avLst/>
          </a:prstGeom>
          <a:solidFill>
            <a:srgbClr val="4472C4"/>
          </a:solidFill>
        </p:spPr>
        <p:txBody>
          <a:bodyPr wrap="square" anchor="ctr" anchorCtr="0">
            <a:noAutofit/>
          </a:bodyPr>
          <a:p>
            <a:pPr algn="r"/>
            <a:r>
              <a:rPr lang="en-US" altLang="zh-CN" sz="2400" dirty="0">
                <a:solidFill>
                  <a:schemeClr val="bg1"/>
                </a:solidFill>
              </a:rPr>
              <a:t>School of Software</a:t>
            </a:r>
            <a:endParaRPr lang="en-US" altLang="zh-CN" sz="2400" dirty="0">
              <a:solidFill>
                <a:schemeClr val="bg1"/>
              </a:solidFill>
            </a:endParaRPr>
          </a:p>
        </p:txBody>
      </p:sp>
      <p:pic>
        <p:nvPicPr>
          <p:cNvPr id="11" name="图片 10"/>
          <p:cNvPicPr>
            <a:picLocks noChangeAspect="1"/>
          </p:cNvPicPr>
          <p:nvPr userDrawn="1">
            <p:custDataLst>
              <p:tags r:id="rId3"/>
            </p:custDataLst>
          </p:nvPr>
        </p:nvPicPr>
        <p:blipFill>
          <a:blip r:embed="rId4">
            <a:extLst>
              <a:ext uri="{28A0092B-C50C-407E-A947-70E740481C1C}">
                <a14:useLocalDpi xmlns:a14="http://schemas.microsoft.com/office/drawing/2010/main" val="0"/>
              </a:ext>
            </a:extLst>
          </a:blip>
          <a:stretch>
            <a:fillRect/>
          </a:stretch>
        </p:blipFill>
        <p:spPr>
          <a:xfrm>
            <a:off x="0" y="0"/>
            <a:ext cx="2975610" cy="767715"/>
          </a:xfrm>
          <a:prstGeom prst="rect">
            <a:avLst/>
          </a:prstGeom>
        </p:spPr>
      </p:pic>
      <p:sp>
        <p:nvSpPr>
          <p:cNvPr id="10" name="矩形: 圆角 9"/>
          <p:cNvSpPr/>
          <p:nvPr userDrawn="1">
            <p:custDataLst>
              <p:tags r:id="rId5"/>
            </p:custDataLst>
          </p:nvPr>
        </p:nvSpPr>
        <p:spPr>
          <a:xfrm>
            <a:off x="0" y="6711315"/>
            <a:ext cx="9144000" cy="146685"/>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rgbClr val="0070C0"/>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19810"/>
            <a:ext cx="8229600" cy="5497195"/>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4" name="矩形 33"/>
          <p:cNvSpPr/>
          <p:nvPr userDrawn="1"/>
        </p:nvSpPr>
        <p:spPr>
          <a:xfrm flipV="1">
            <a:off x="0" y="0"/>
            <a:ext cx="9143365" cy="885825"/>
          </a:xfrm>
          <a:prstGeom prst="rect">
            <a:avLst/>
          </a:prstGeom>
          <a:solidFill>
            <a:srgbClr val="4472C4"/>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fontAlgn="auto"/>
            <a:endParaRPr lang="zh-CN" altLang="en-US" noProof="1"/>
          </a:p>
        </p:txBody>
      </p:sp>
      <p:pic>
        <p:nvPicPr>
          <p:cNvPr id="77827" name="图片 14"/>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2713" y="0"/>
            <a:ext cx="900112"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1177290" y="0"/>
            <a:ext cx="7509510" cy="895350"/>
          </a:xfrm>
        </p:spPr>
        <p:txBody>
          <a:bodyPr anchor="ctr" anchorCtr="0"/>
          <a:lstStyle>
            <a:lvl1pPr algn="l">
              <a:defRPr sz="3200" b="1">
                <a:solidFill>
                  <a:schemeClr val="bg1"/>
                </a:solidFill>
              </a:defRPr>
            </a:lvl1pPr>
          </a:lstStyle>
          <a:p>
            <a:r>
              <a:rPr lang="zh-CN" altLang="en-US"/>
              <a:t>单击此处编辑母版标题样式</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34" name="矩形 33"/>
          <p:cNvSpPr/>
          <p:nvPr userDrawn="1"/>
        </p:nvSpPr>
        <p:spPr>
          <a:xfrm flipV="1">
            <a:off x="0" y="0"/>
            <a:ext cx="9143365" cy="885825"/>
          </a:xfrm>
          <a:prstGeom prst="rect">
            <a:avLst/>
          </a:prstGeom>
          <a:solidFill>
            <a:srgbClr val="4472C4"/>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fontAlgn="auto"/>
            <a:endParaRPr lang="zh-CN" altLang="en-US" noProof="1"/>
          </a:p>
        </p:txBody>
      </p:sp>
      <p:pic>
        <p:nvPicPr>
          <p:cNvPr id="77827" name="图片 14"/>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2713" y="0"/>
            <a:ext cx="900112"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标题 6"/>
          <p:cNvSpPr>
            <a:spLocks noGrp="1"/>
          </p:cNvSpPr>
          <p:nvPr>
            <p:ph type="title"/>
          </p:nvPr>
        </p:nvSpPr>
        <p:spPr>
          <a:xfrm>
            <a:off x="1177290" y="0"/>
            <a:ext cx="7509510" cy="895350"/>
          </a:xfrm>
        </p:spPr>
        <p:txBody>
          <a:bodyPr anchor="ctr" anchorCtr="0"/>
          <a:lstStyle>
            <a:lvl1pPr algn="l">
              <a:defRPr sz="3200" b="1">
                <a:solidFill>
                  <a:schemeClr val="bg1"/>
                </a:solidFill>
              </a:defRPr>
            </a:lvl1pPr>
          </a:lstStyle>
          <a:p>
            <a:r>
              <a:rPr lang="zh-CN" altLang="en-US"/>
              <a:t>单击此处编辑母版标题样式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7" name="灯片编号占位符 6"/>
          <p:cNvSpPr>
            <a:spLocks noGrp="1"/>
          </p:cNvSpPr>
          <p:nvPr>
            <p:ph type="sldNum" sz="quarter" idx="12"/>
          </p:nvPr>
        </p:nvSpPr>
        <p:spPr/>
        <p:txBody>
          <a:bodyPr/>
          <a:lstStyle>
            <a:lvl1pPr>
              <a:defRPr/>
            </a:lvl1pPr>
          </a:lstStyle>
          <a:p>
            <a:fld id="{443C94E0-72E8-4A73-A8D6-53289ADB87C2}"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9" name="灯片编号占位符 8"/>
          <p:cNvSpPr>
            <a:spLocks noGrp="1"/>
          </p:cNvSpPr>
          <p:nvPr>
            <p:ph type="sldNum" sz="quarter" idx="12"/>
          </p:nvPr>
        </p:nvSpPr>
        <p:spPr/>
        <p:txBody>
          <a:bodyPr/>
          <a:lstStyle>
            <a:lvl1pPr>
              <a:defRPr/>
            </a:lvl1pPr>
          </a:lstStyle>
          <a:p>
            <a:fld id="{39F38A25-CF1F-4B52-A46E-2EEAAA2F50B9}"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5" name="灯片编号占位符 4"/>
          <p:cNvSpPr>
            <a:spLocks noGrp="1"/>
          </p:cNvSpPr>
          <p:nvPr>
            <p:ph type="sldNum" sz="quarter" idx="12"/>
          </p:nvPr>
        </p:nvSpPr>
        <p:spPr/>
        <p:txBody>
          <a:bodyPr/>
          <a:lstStyle>
            <a:lvl1pPr>
              <a:defRPr/>
            </a:lvl1pPr>
          </a:lstStyle>
          <a:p>
            <a:fld id="{857EF2C1-B5F7-423B-A448-3A0B5A334934}"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4" name="灯片编号占位符 3"/>
          <p:cNvSpPr>
            <a:spLocks noGrp="1"/>
          </p:cNvSpPr>
          <p:nvPr>
            <p:ph type="sldNum" sz="quarter" idx="12"/>
          </p:nvPr>
        </p:nvSpPr>
        <p:spPr/>
        <p:txBody>
          <a:bodyPr/>
          <a:lstStyle>
            <a:lvl1pPr>
              <a:defRPr/>
            </a:lvl1pPr>
          </a:lstStyle>
          <a:p>
            <a:fld id="{E177E7D1-3A79-44BD-B7DB-F8066A1B7CAF}"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7" name="灯片编号占位符 6"/>
          <p:cNvSpPr>
            <a:spLocks noGrp="1"/>
          </p:cNvSpPr>
          <p:nvPr>
            <p:ph type="sldNum" sz="quarter" idx="12"/>
          </p:nvPr>
        </p:nvSpPr>
        <p:spPr/>
        <p:txBody>
          <a:bodyPr/>
          <a:lstStyle>
            <a:lvl1pPr>
              <a:defRPr/>
            </a:lvl1pPr>
          </a:lstStyle>
          <a:p>
            <a:fld id="{CD40F75D-FC4F-486C-9949-87BE89E7649C}"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7" name="灯片编号占位符 6"/>
          <p:cNvSpPr>
            <a:spLocks noGrp="1"/>
          </p:cNvSpPr>
          <p:nvPr>
            <p:ph type="sldNum" sz="quarter" idx="12"/>
          </p:nvPr>
        </p:nvSpPr>
        <p:spPr/>
        <p:txBody>
          <a:bodyPr/>
          <a:lstStyle>
            <a:lvl1pPr>
              <a:defRPr/>
            </a:lvl1pPr>
          </a:lstStyle>
          <a:p>
            <a:fld id="{7CA9196D-E6B5-4A22-8520-A4108F1F4017}"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6" name="灯片编号占位符 5"/>
          <p:cNvSpPr>
            <a:spLocks noGrp="1"/>
          </p:cNvSpPr>
          <p:nvPr>
            <p:ph type="sldNum" sz="quarter" idx="12"/>
          </p:nvPr>
        </p:nvSpPr>
        <p:spPr/>
        <p:txBody>
          <a:bodyPr/>
          <a:lstStyle>
            <a:lvl1pPr>
              <a:defRPr/>
            </a:lvl1pPr>
          </a:lstStyle>
          <a:p>
            <a:fld id="{E0DD9893-8A14-4322-B02D-5FC1C844C250}"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6" name="灯片编号占位符 5"/>
          <p:cNvSpPr>
            <a:spLocks noGrp="1"/>
          </p:cNvSpPr>
          <p:nvPr>
            <p:ph type="sldNum" sz="quarter" idx="12"/>
          </p:nvPr>
        </p:nvSpPr>
        <p:spPr/>
        <p:txBody>
          <a:bodyPr/>
          <a:lstStyle>
            <a:lvl1pPr>
              <a:defRPr/>
            </a:lvl1pPr>
          </a:lstStyle>
          <a:p>
            <a:fld id="{47DA128D-A86A-462D-A5EC-B32ACE8A6E92}" type="slidenum">
              <a:rPr lang="en-US" altLang="zh-CN"/>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274638"/>
            <a:ext cx="8229600" cy="1143000"/>
          </a:xfrm>
        </p:spPr>
        <p:txBody>
          <a:bodyPr/>
          <a:lstStyle/>
          <a:p>
            <a:r>
              <a:rPr lang="zh-CN" altLang="en-US"/>
              <a:t>单击此处编辑母版标题样式</a:t>
            </a:r>
            <a:endParaRPr lang="zh-CN" altLang="en-US"/>
          </a:p>
        </p:txBody>
      </p:sp>
      <p:sp>
        <p:nvSpPr>
          <p:cNvPr id="3" name="内容占位符 2"/>
          <p:cNvSpPr>
            <a:spLocks noGrp="1"/>
          </p:cNvSpPr>
          <p:nvPr>
            <p:ph sz="quarter" idx="1"/>
          </p:nvPr>
        </p:nvSpPr>
        <p:spPr>
          <a:xfrm>
            <a:off x="457200" y="1600200"/>
            <a:ext cx="4038600" cy="21859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1600200"/>
            <a:ext cx="4038600" cy="21859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57200" y="3938588"/>
            <a:ext cx="4038600" cy="21875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内容占位符 5"/>
          <p:cNvSpPr>
            <a:spLocks noGrp="1"/>
          </p:cNvSpPr>
          <p:nvPr>
            <p:ph sz="quarter" idx="4"/>
          </p:nvPr>
        </p:nvSpPr>
        <p:spPr>
          <a:xfrm>
            <a:off x="4648200" y="3938588"/>
            <a:ext cx="4038600" cy="21875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4"/>
          <p:cNvSpPr>
            <a:spLocks noGrp="1" noChangeArrowheads="1"/>
          </p:cNvSpPr>
          <p:nvPr>
            <p:ph type="dt" sz="half" idx="10"/>
          </p:nvPr>
        </p:nvSpPr>
        <p:spPr/>
        <p:txBody>
          <a:bodyPr/>
          <a:lstStyle>
            <a:lvl1pPr>
              <a:defRPr/>
            </a:lvl1pPr>
          </a:lstStyle>
          <a:p>
            <a:pPr>
              <a:defRPr/>
            </a:pPr>
            <a:endParaRPr lang="en-US" altLang="zh-CN">
              <a:solidFill>
                <a:srgbClr val="000000"/>
              </a:solidFill>
            </a:endParaRPr>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9" name="Rectangle 6"/>
          <p:cNvSpPr>
            <a:spLocks noGrp="1" noChangeArrowheads="1"/>
          </p:cNvSpPr>
          <p:nvPr>
            <p:ph type="sldNum" sz="quarter" idx="12"/>
          </p:nvPr>
        </p:nvSpPr>
        <p:spPr/>
        <p:txBody>
          <a:bodyPr/>
          <a:lstStyle>
            <a:lvl1pPr>
              <a:defRPr/>
            </a:lvl1pPr>
          </a:lstStyle>
          <a:p>
            <a:fld id="{44925D7E-B542-4D39-911F-9C66EB3EF7CF}" type="slidenum">
              <a:rPr lang="en-US" altLang="zh-CN">
                <a:solidFill>
                  <a:srgbClr val="000000"/>
                </a:solidFill>
              </a:rPr>
            </a:fld>
            <a:endParaRPr lang="en-US" altLang="zh-CN">
              <a:solidFill>
                <a:srgbClr val="000000"/>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endParaRPr lang="en-US" altLang="zh-CN">
              <a:solidFill>
                <a:srgbClr val="000000"/>
              </a:solidFill>
            </a:endParaRPr>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5" name="Rectangle 6"/>
          <p:cNvSpPr>
            <a:spLocks noGrp="1" noChangeArrowheads="1"/>
          </p:cNvSpPr>
          <p:nvPr>
            <p:ph type="sldNum" sz="quarter" idx="12"/>
          </p:nvPr>
        </p:nvSpPr>
        <p:spPr/>
        <p:txBody>
          <a:bodyPr/>
          <a:lstStyle>
            <a:lvl1pPr>
              <a:defRPr/>
            </a:lvl1pPr>
          </a:lstStyle>
          <a:p>
            <a:fld id="{45847812-3FFE-4E5B-AE0A-6A412ED8120F}" type="slidenum">
              <a:rPr lang="en-US" altLang="zh-CN">
                <a:solidFill>
                  <a:srgbClr val="000000"/>
                </a:solidFill>
              </a:rPr>
            </a:fld>
            <a:endParaRPr lang="en-US" altLang="zh-CN">
              <a:solidFill>
                <a:srgbClr val="000000"/>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108546" name="Group 2"/>
          <p:cNvGrpSpPr/>
          <p:nvPr/>
        </p:nvGrpSpPr>
        <p:grpSpPr bwMode="auto">
          <a:xfrm>
            <a:off x="0" y="3902075"/>
            <a:ext cx="3400425" cy="2949575"/>
            <a:chOff x="0" y="2458"/>
            <a:chExt cx="2142" cy="1858"/>
          </a:xfrm>
        </p:grpSpPr>
        <p:sp>
          <p:nvSpPr>
            <p:cNvPr id="108547" name="Freeform 3"/>
            <p:cNvSpPr/>
            <p:nvPr/>
          </p:nvSpPr>
          <p:spPr bwMode="ltGray">
            <a:xfrm>
              <a:off x="0" y="2508"/>
              <a:ext cx="2142" cy="1804"/>
            </a:xfrm>
            <a:custGeom>
              <a:avLst/>
              <a:gdLst>
                <a:gd name="T0" fmla="*/ 329 w 2135"/>
                <a:gd name="T1" fmla="*/ 66 h 1804"/>
                <a:gd name="T2" fmla="*/ 161 w 2135"/>
                <a:gd name="T3" fmla="*/ 30 h 1804"/>
                <a:gd name="T4" fmla="*/ 0 w 2135"/>
                <a:gd name="T5" fmla="*/ 0 h 1804"/>
                <a:gd name="T6" fmla="*/ 0 w 2135"/>
                <a:gd name="T7" fmla="*/ 12 h 1804"/>
                <a:gd name="T8" fmla="*/ 161 w 2135"/>
                <a:gd name="T9" fmla="*/ 42 h 1804"/>
                <a:gd name="T10" fmla="*/ 323 w 2135"/>
                <a:gd name="T11" fmla="*/ 78 h 1804"/>
                <a:gd name="T12" fmla="*/ 556 w 2135"/>
                <a:gd name="T13" fmla="*/ 150 h 1804"/>
                <a:gd name="T14" fmla="*/ 777 w 2135"/>
                <a:gd name="T15" fmla="*/ 245 h 1804"/>
                <a:gd name="T16" fmla="*/ 993 w 2135"/>
                <a:gd name="T17" fmla="*/ 365 h 1804"/>
                <a:gd name="T18" fmla="*/ 1196 w 2135"/>
                <a:gd name="T19" fmla="*/ 503 h 1804"/>
                <a:gd name="T20" fmla="*/ 1381 w 2135"/>
                <a:gd name="T21" fmla="*/ 653 h 1804"/>
                <a:gd name="T22" fmla="*/ 1555 w 2135"/>
                <a:gd name="T23" fmla="*/ 827 h 1804"/>
                <a:gd name="T24" fmla="*/ 1710 w 2135"/>
                <a:gd name="T25" fmla="*/ 1019 h 1804"/>
                <a:gd name="T26" fmla="*/ 1854 w 2135"/>
                <a:gd name="T27" fmla="*/ 1229 h 1804"/>
                <a:gd name="T28" fmla="*/ 1937 w 2135"/>
                <a:gd name="T29" fmla="*/ 1366 h 1804"/>
                <a:gd name="T30" fmla="*/ 2009 w 2135"/>
                <a:gd name="T31" fmla="*/ 1510 h 1804"/>
                <a:gd name="T32" fmla="*/ 2069 w 2135"/>
                <a:gd name="T33" fmla="*/ 1654 h 1804"/>
                <a:gd name="T34" fmla="*/ 2123 w 2135"/>
                <a:gd name="T35" fmla="*/ 1804 h 1804"/>
                <a:gd name="T36" fmla="*/ 2135 w 2135"/>
                <a:gd name="T37" fmla="*/ 1804 h 1804"/>
                <a:gd name="T38" fmla="*/ 2081 w 2135"/>
                <a:gd name="T39" fmla="*/ 1654 h 1804"/>
                <a:gd name="T40" fmla="*/ 2021 w 2135"/>
                <a:gd name="T41" fmla="*/ 1510 h 1804"/>
                <a:gd name="T42" fmla="*/ 1949 w 2135"/>
                <a:gd name="T43" fmla="*/ 1366 h 1804"/>
                <a:gd name="T44" fmla="*/ 1866 w 2135"/>
                <a:gd name="T45" fmla="*/ 1223 h 1804"/>
                <a:gd name="T46" fmla="*/ 1722 w 2135"/>
                <a:gd name="T47" fmla="*/ 1013 h 1804"/>
                <a:gd name="T48" fmla="*/ 1561 w 2135"/>
                <a:gd name="T49" fmla="*/ 821 h 1804"/>
                <a:gd name="T50" fmla="*/ 1387 w 2135"/>
                <a:gd name="T51" fmla="*/ 647 h 1804"/>
                <a:gd name="T52" fmla="*/ 1202 w 2135"/>
                <a:gd name="T53" fmla="*/ 491 h 1804"/>
                <a:gd name="T54" fmla="*/ 999 w 2135"/>
                <a:gd name="T55" fmla="*/ 353 h 1804"/>
                <a:gd name="T56" fmla="*/ 783 w 2135"/>
                <a:gd name="T57" fmla="*/ 239 h 1804"/>
                <a:gd name="T58" fmla="*/ 562 w 2135"/>
                <a:gd name="T59" fmla="*/ 138 h 1804"/>
                <a:gd name="T60" fmla="*/ 329 w 2135"/>
                <a:gd name="T61" fmla="*/ 66 h 1804"/>
                <a:gd name="T62" fmla="*/ 329 w 2135"/>
                <a:gd name="T63" fmla="*/ 66 h 1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135" h="1804">
                  <a:moveTo>
                    <a:pt x="329" y="66"/>
                  </a:moveTo>
                  <a:lnTo>
                    <a:pt x="161" y="30"/>
                  </a:lnTo>
                  <a:lnTo>
                    <a:pt x="0" y="0"/>
                  </a:lnTo>
                  <a:lnTo>
                    <a:pt x="0" y="12"/>
                  </a:lnTo>
                  <a:lnTo>
                    <a:pt x="161" y="42"/>
                  </a:lnTo>
                  <a:lnTo>
                    <a:pt x="323" y="78"/>
                  </a:lnTo>
                  <a:lnTo>
                    <a:pt x="556" y="150"/>
                  </a:lnTo>
                  <a:lnTo>
                    <a:pt x="777" y="245"/>
                  </a:lnTo>
                  <a:lnTo>
                    <a:pt x="993" y="365"/>
                  </a:lnTo>
                  <a:lnTo>
                    <a:pt x="1196" y="503"/>
                  </a:lnTo>
                  <a:lnTo>
                    <a:pt x="1381" y="653"/>
                  </a:lnTo>
                  <a:lnTo>
                    <a:pt x="1555" y="827"/>
                  </a:lnTo>
                  <a:lnTo>
                    <a:pt x="1710" y="1019"/>
                  </a:lnTo>
                  <a:lnTo>
                    <a:pt x="1854" y="1229"/>
                  </a:lnTo>
                  <a:lnTo>
                    <a:pt x="1937" y="1366"/>
                  </a:lnTo>
                  <a:lnTo>
                    <a:pt x="2009" y="1510"/>
                  </a:lnTo>
                  <a:lnTo>
                    <a:pt x="2069" y="1654"/>
                  </a:lnTo>
                  <a:lnTo>
                    <a:pt x="2123" y="1804"/>
                  </a:lnTo>
                  <a:lnTo>
                    <a:pt x="2135" y="1804"/>
                  </a:lnTo>
                  <a:lnTo>
                    <a:pt x="2081" y="1654"/>
                  </a:lnTo>
                  <a:lnTo>
                    <a:pt x="2021" y="1510"/>
                  </a:lnTo>
                  <a:lnTo>
                    <a:pt x="1949" y="1366"/>
                  </a:lnTo>
                  <a:lnTo>
                    <a:pt x="1866" y="1223"/>
                  </a:lnTo>
                  <a:lnTo>
                    <a:pt x="1722" y="1013"/>
                  </a:lnTo>
                  <a:lnTo>
                    <a:pt x="1561" y="821"/>
                  </a:lnTo>
                  <a:lnTo>
                    <a:pt x="1387" y="647"/>
                  </a:lnTo>
                  <a:lnTo>
                    <a:pt x="1202" y="491"/>
                  </a:lnTo>
                  <a:lnTo>
                    <a:pt x="999" y="353"/>
                  </a:lnTo>
                  <a:lnTo>
                    <a:pt x="783" y="239"/>
                  </a:lnTo>
                  <a:lnTo>
                    <a:pt x="562" y="138"/>
                  </a:lnTo>
                  <a:lnTo>
                    <a:pt x="329" y="66"/>
                  </a:lnTo>
                  <a:lnTo>
                    <a:pt x="329" y="66"/>
                  </a:lnTo>
                  <a:close/>
                </a:path>
              </a:pathLst>
            </a:custGeom>
            <a:gradFill rotWithShape="0">
              <a:gsLst>
                <a:gs pos="0">
                  <a:schemeClr val="bg1"/>
                </a:gs>
                <a:gs pos="50000">
                  <a:schemeClr val="bg2"/>
                </a:gs>
                <a:gs pos="100000">
                  <a:schemeClr val="bg1"/>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350"/>
            </a:p>
          </p:txBody>
        </p:sp>
        <p:sp>
          <p:nvSpPr>
            <p:cNvPr id="108548" name="Freeform 4"/>
            <p:cNvSpPr/>
            <p:nvPr/>
          </p:nvSpPr>
          <p:spPr bwMode="hidden">
            <a:xfrm>
              <a:off x="0" y="2458"/>
              <a:ext cx="1854" cy="1858"/>
            </a:xfrm>
            <a:custGeom>
              <a:avLst/>
              <a:gdLst>
                <a:gd name="T0" fmla="*/ 1854 w 1854"/>
                <a:gd name="T1" fmla="*/ 1858 h 1858"/>
                <a:gd name="T2" fmla="*/ 0 w 1854"/>
                <a:gd name="T3" fmla="*/ 1858 h 1858"/>
                <a:gd name="T4" fmla="*/ 0 w 1854"/>
                <a:gd name="T5" fmla="*/ 0 h 1858"/>
                <a:gd name="T6" fmla="*/ 1854 w 1854"/>
                <a:gd name="T7" fmla="*/ 1858 h 1858"/>
                <a:gd name="T8" fmla="*/ 1854 w 1854"/>
                <a:gd name="T9" fmla="*/ 1858 h 1858"/>
              </a:gdLst>
              <a:ahLst/>
              <a:cxnLst>
                <a:cxn ang="0">
                  <a:pos x="T0" y="T1"/>
                </a:cxn>
                <a:cxn ang="0">
                  <a:pos x="T2" y="T3"/>
                </a:cxn>
                <a:cxn ang="0">
                  <a:pos x="T4" y="T5"/>
                </a:cxn>
                <a:cxn ang="0">
                  <a:pos x="T6" y="T7"/>
                </a:cxn>
                <a:cxn ang="0">
                  <a:pos x="T8" y="T9"/>
                </a:cxn>
              </a:cxnLst>
              <a:rect l="0" t="0" r="r" b="b"/>
              <a:pathLst>
                <a:path w="1854" h="1858">
                  <a:moveTo>
                    <a:pt x="1854" y="1858"/>
                  </a:moveTo>
                  <a:lnTo>
                    <a:pt x="0" y="1858"/>
                  </a:lnTo>
                  <a:lnTo>
                    <a:pt x="0" y="0"/>
                  </a:lnTo>
                  <a:lnTo>
                    <a:pt x="1854" y="1858"/>
                  </a:lnTo>
                  <a:lnTo>
                    <a:pt x="1854" y="1858"/>
                  </a:lnTo>
                  <a:close/>
                </a:path>
              </a:pathLst>
            </a:custGeom>
            <a:gradFill rotWithShape="0">
              <a:gsLst>
                <a:gs pos="0">
                  <a:schemeClr val="bg2"/>
                </a:gs>
                <a:gs pos="50000">
                  <a:schemeClr val="bg1"/>
                </a:gs>
                <a:gs pos="100000">
                  <a:schemeClr val="bg2"/>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350"/>
            </a:p>
          </p:txBody>
        </p:sp>
        <p:sp>
          <p:nvSpPr>
            <p:cNvPr id="108549" name="Freeform 5"/>
            <p:cNvSpPr/>
            <p:nvPr/>
          </p:nvSpPr>
          <p:spPr bwMode="ltGray">
            <a:xfrm>
              <a:off x="0" y="2735"/>
              <a:ext cx="1745" cy="1577"/>
            </a:xfrm>
            <a:custGeom>
              <a:avLst/>
              <a:gdLst>
                <a:gd name="T0" fmla="*/ 1640 w 1745"/>
                <a:gd name="T1" fmla="*/ 1377 h 1577"/>
                <a:gd name="T2" fmla="*/ 1692 w 1745"/>
                <a:gd name="T3" fmla="*/ 1479 h 1577"/>
                <a:gd name="T4" fmla="*/ 1732 w 1745"/>
                <a:gd name="T5" fmla="*/ 1577 h 1577"/>
                <a:gd name="T6" fmla="*/ 1745 w 1745"/>
                <a:gd name="T7" fmla="*/ 1577 h 1577"/>
                <a:gd name="T8" fmla="*/ 1703 w 1745"/>
                <a:gd name="T9" fmla="*/ 1469 h 1577"/>
                <a:gd name="T10" fmla="*/ 1649 w 1745"/>
                <a:gd name="T11" fmla="*/ 1367 h 1577"/>
                <a:gd name="T12" fmla="*/ 1535 w 1745"/>
                <a:gd name="T13" fmla="*/ 1157 h 1577"/>
                <a:gd name="T14" fmla="*/ 1395 w 1745"/>
                <a:gd name="T15" fmla="*/ 951 h 1577"/>
                <a:gd name="T16" fmla="*/ 1236 w 1745"/>
                <a:gd name="T17" fmla="*/ 756 h 1577"/>
                <a:gd name="T18" fmla="*/ 1061 w 1745"/>
                <a:gd name="T19" fmla="*/ 582 h 1577"/>
                <a:gd name="T20" fmla="*/ 876 w 1745"/>
                <a:gd name="T21" fmla="*/ 426 h 1577"/>
                <a:gd name="T22" fmla="*/ 672 w 1745"/>
                <a:gd name="T23" fmla="*/ 294 h 1577"/>
                <a:gd name="T24" fmla="*/ 455 w 1745"/>
                <a:gd name="T25" fmla="*/ 174 h 1577"/>
                <a:gd name="T26" fmla="*/ 234 w 1745"/>
                <a:gd name="T27" fmla="*/ 78 h 1577"/>
                <a:gd name="T28" fmla="*/ 0 w 1745"/>
                <a:gd name="T29" fmla="*/ 0 h 1577"/>
                <a:gd name="T30" fmla="*/ 0 w 1745"/>
                <a:gd name="T31" fmla="*/ 12 h 1577"/>
                <a:gd name="T32" fmla="*/ 222 w 1745"/>
                <a:gd name="T33" fmla="*/ 89 h 1577"/>
                <a:gd name="T34" fmla="*/ 446 w 1745"/>
                <a:gd name="T35" fmla="*/ 185 h 1577"/>
                <a:gd name="T36" fmla="*/ 662 w 1745"/>
                <a:gd name="T37" fmla="*/ 305 h 1577"/>
                <a:gd name="T38" fmla="*/ 866 w 1745"/>
                <a:gd name="T39" fmla="*/ 437 h 1577"/>
                <a:gd name="T40" fmla="*/ 1052 w 1745"/>
                <a:gd name="T41" fmla="*/ 593 h 1577"/>
                <a:gd name="T42" fmla="*/ 1226 w 1745"/>
                <a:gd name="T43" fmla="*/ 767 h 1577"/>
                <a:gd name="T44" fmla="*/ 1385 w 1745"/>
                <a:gd name="T45" fmla="*/ 960 h 1577"/>
                <a:gd name="T46" fmla="*/ 1526 w 1745"/>
                <a:gd name="T47" fmla="*/ 1167 h 1577"/>
                <a:gd name="T48" fmla="*/ 1640 w 1745"/>
                <a:gd name="T49" fmla="*/ 1377 h 15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45" h="1577">
                  <a:moveTo>
                    <a:pt x="1640" y="1377"/>
                  </a:moveTo>
                  <a:lnTo>
                    <a:pt x="1692" y="1479"/>
                  </a:lnTo>
                  <a:lnTo>
                    <a:pt x="1732" y="1577"/>
                  </a:lnTo>
                  <a:lnTo>
                    <a:pt x="1745" y="1577"/>
                  </a:lnTo>
                  <a:lnTo>
                    <a:pt x="1703" y="1469"/>
                  </a:lnTo>
                  <a:lnTo>
                    <a:pt x="1649" y="1367"/>
                  </a:lnTo>
                  <a:lnTo>
                    <a:pt x="1535" y="1157"/>
                  </a:lnTo>
                  <a:lnTo>
                    <a:pt x="1395" y="951"/>
                  </a:lnTo>
                  <a:lnTo>
                    <a:pt x="1236" y="756"/>
                  </a:lnTo>
                  <a:lnTo>
                    <a:pt x="1061" y="582"/>
                  </a:lnTo>
                  <a:lnTo>
                    <a:pt x="876" y="426"/>
                  </a:lnTo>
                  <a:lnTo>
                    <a:pt x="672" y="294"/>
                  </a:lnTo>
                  <a:lnTo>
                    <a:pt x="455" y="174"/>
                  </a:lnTo>
                  <a:lnTo>
                    <a:pt x="234" y="78"/>
                  </a:lnTo>
                  <a:lnTo>
                    <a:pt x="0" y="0"/>
                  </a:lnTo>
                  <a:lnTo>
                    <a:pt x="0" y="12"/>
                  </a:lnTo>
                  <a:lnTo>
                    <a:pt x="222" y="89"/>
                  </a:lnTo>
                  <a:lnTo>
                    <a:pt x="446" y="185"/>
                  </a:lnTo>
                  <a:lnTo>
                    <a:pt x="662" y="305"/>
                  </a:lnTo>
                  <a:lnTo>
                    <a:pt x="866" y="437"/>
                  </a:lnTo>
                  <a:lnTo>
                    <a:pt x="1052" y="593"/>
                  </a:lnTo>
                  <a:lnTo>
                    <a:pt x="1226" y="767"/>
                  </a:lnTo>
                  <a:lnTo>
                    <a:pt x="1385" y="960"/>
                  </a:lnTo>
                  <a:lnTo>
                    <a:pt x="1526" y="1167"/>
                  </a:lnTo>
                  <a:lnTo>
                    <a:pt x="1640" y="1377"/>
                  </a:lnTo>
                  <a:close/>
                </a:path>
              </a:pathLst>
            </a:custGeom>
            <a:gradFill rotWithShape="0">
              <a:gsLst>
                <a:gs pos="0">
                  <a:schemeClr val="bg1"/>
                </a:gs>
                <a:gs pos="50000">
                  <a:schemeClr val="bg2"/>
                </a:gs>
                <a:gs pos="100000">
                  <a:schemeClr val="bg1"/>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350"/>
            </a:p>
          </p:txBody>
        </p:sp>
        <p:sp>
          <p:nvSpPr>
            <p:cNvPr id="108550" name="Freeform 6"/>
            <p:cNvSpPr/>
            <p:nvPr/>
          </p:nvSpPr>
          <p:spPr bwMode="ltGray">
            <a:xfrm>
              <a:off x="0" y="2544"/>
              <a:ext cx="1745" cy="1768"/>
            </a:xfrm>
            <a:custGeom>
              <a:avLst/>
              <a:gdLst>
                <a:gd name="T0" fmla="*/ 0 w 1745"/>
                <a:gd name="T1" fmla="*/ 0 h 1768"/>
                <a:gd name="T2" fmla="*/ 0 w 1745"/>
                <a:gd name="T3" fmla="*/ 12 h 1768"/>
                <a:gd name="T4" fmla="*/ 210 w 1745"/>
                <a:gd name="T5" fmla="*/ 88 h 1768"/>
                <a:gd name="T6" fmla="*/ 426 w 1745"/>
                <a:gd name="T7" fmla="*/ 190 h 1768"/>
                <a:gd name="T8" fmla="*/ 630 w 1745"/>
                <a:gd name="T9" fmla="*/ 304 h 1768"/>
                <a:gd name="T10" fmla="*/ 818 w 1745"/>
                <a:gd name="T11" fmla="*/ 442 h 1768"/>
                <a:gd name="T12" fmla="*/ 998 w 1745"/>
                <a:gd name="T13" fmla="*/ 592 h 1768"/>
                <a:gd name="T14" fmla="*/ 1164 w 1745"/>
                <a:gd name="T15" fmla="*/ 766 h 1768"/>
                <a:gd name="T16" fmla="*/ 1310 w 1745"/>
                <a:gd name="T17" fmla="*/ 942 h 1768"/>
                <a:gd name="T18" fmla="*/ 1454 w 1745"/>
                <a:gd name="T19" fmla="*/ 1146 h 1768"/>
                <a:gd name="T20" fmla="*/ 1536 w 1745"/>
                <a:gd name="T21" fmla="*/ 1298 h 1768"/>
                <a:gd name="T22" fmla="*/ 1614 w 1745"/>
                <a:gd name="T23" fmla="*/ 1456 h 1768"/>
                <a:gd name="T24" fmla="*/ 1682 w 1745"/>
                <a:gd name="T25" fmla="*/ 1616 h 1768"/>
                <a:gd name="T26" fmla="*/ 1733 w 1745"/>
                <a:gd name="T27" fmla="*/ 1768 h 1768"/>
                <a:gd name="T28" fmla="*/ 1745 w 1745"/>
                <a:gd name="T29" fmla="*/ 1768 h 1768"/>
                <a:gd name="T30" fmla="*/ 1691 w 1745"/>
                <a:gd name="T31" fmla="*/ 1606 h 1768"/>
                <a:gd name="T32" fmla="*/ 1623 w 1745"/>
                <a:gd name="T33" fmla="*/ 1445 h 1768"/>
                <a:gd name="T34" fmla="*/ 1547 w 1745"/>
                <a:gd name="T35" fmla="*/ 1288 h 1768"/>
                <a:gd name="T36" fmla="*/ 1463 w 1745"/>
                <a:gd name="T37" fmla="*/ 1136 h 1768"/>
                <a:gd name="T38" fmla="*/ 1320 w 1745"/>
                <a:gd name="T39" fmla="*/ 932 h 1768"/>
                <a:gd name="T40" fmla="*/ 1173 w 1745"/>
                <a:gd name="T41" fmla="*/ 755 h 1768"/>
                <a:gd name="T42" fmla="*/ 1008 w 1745"/>
                <a:gd name="T43" fmla="*/ 581 h 1768"/>
                <a:gd name="T44" fmla="*/ 827 w 1745"/>
                <a:gd name="T45" fmla="*/ 431 h 1768"/>
                <a:gd name="T46" fmla="*/ 642 w 1745"/>
                <a:gd name="T47" fmla="*/ 293 h 1768"/>
                <a:gd name="T48" fmla="*/ 437 w 1745"/>
                <a:gd name="T49" fmla="*/ 179 h 1768"/>
                <a:gd name="T50" fmla="*/ 222 w 1745"/>
                <a:gd name="T51" fmla="*/ 78 h 1768"/>
                <a:gd name="T52" fmla="*/ 0 w 1745"/>
                <a:gd name="T53" fmla="*/ 0 h 1768"/>
                <a:gd name="T54" fmla="*/ 0 w 1745"/>
                <a:gd name="T55" fmla="*/ 0 h 1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745" h="1768">
                  <a:moveTo>
                    <a:pt x="0" y="0"/>
                  </a:moveTo>
                  <a:lnTo>
                    <a:pt x="0" y="12"/>
                  </a:lnTo>
                  <a:lnTo>
                    <a:pt x="210" y="88"/>
                  </a:lnTo>
                  <a:lnTo>
                    <a:pt x="426" y="190"/>
                  </a:lnTo>
                  <a:lnTo>
                    <a:pt x="630" y="304"/>
                  </a:lnTo>
                  <a:lnTo>
                    <a:pt x="818" y="442"/>
                  </a:lnTo>
                  <a:lnTo>
                    <a:pt x="998" y="592"/>
                  </a:lnTo>
                  <a:lnTo>
                    <a:pt x="1164" y="766"/>
                  </a:lnTo>
                  <a:lnTo>
                    <a:pt x="1310" y="942"/>
                  </a:lnTo>
                  <a:lnTo>
                    <a:pt x="1454" y="1146"/>
                  </a:lnTo>
                  <a:lnTo>
                    <a:pt x="1536" y="1298"/>
                  </a:lnTo>
                  <a:lnTo>
                    <a:pt x="1614" y="1456"/>
                  </a:lnTo>
                  <a:lnTo>
                    <a:pt x="1682" y="1616"/>
                  </a:lnTo>
                  <a:lnTo>
                    <a:pt x="1733" y="1768"/>
                  </a:lnTo>
                  <a:lnTo>
                    <a:pt x="1745" y="1768"/>
                  </a:lnTo>
                  <a:lnTo>
                    <a:pt x="1691" y="1606"/>
                  </a:lnTo>
                  <a:lnTo>
                    <a:pt x="1623" y="1445"/>
                  </a:lnTo>
                  <a:lnTo>
                    <a:pt x="1547" y="1288"/>
                  </a:lnTo>
                  <a:lnTo>
                    <a:pt x="1463" y="1136"/>
                  </a:lnTo>
                  <a:lnTo>
                    <a:pt x="1320" y="932"/>
                  </a:lnTo>
                  <a:lnTo>
                    <a:pt x="1173" y="755"/>
                  </a:lnTo>
                  <a:lnTo>
                    <a:pt x="1008" y="581"/>
                  </a:lnTo>
                  <a:lnTo>
                    <a:pt x="827" y="431"/>
                  </a:lnTo>
                  <a:lnTo>
                    <a:pt x="642" y="293"/>
                  </a:lnTo>
                  <a:lnTo>
                    <a:pt x="437" y="179"/>
                  </a:lnTo>
                  <a:lnTo>
                    <a:pt x="222" y="78"/>
                  </a:lnTo>
                  <a:lnTo>
                    <a:pt x="0" y="0"/>
                  </a:lnTo>
                  <a:lnTo>
                    <a:pt x="0" y="0"/>
                  </a:lnTo>
                  <a:close/>
                </a:path>
              </a:pathLst>
            </a:custGeom>
            <a:gradFill rotWithShape="0">
              <a:gsLst>
                <a:gs pos="0">
                  <a:schemeClr val="bg1"/>
                </a:gs>
                <a:gs pos="50000">
                  <a:schemeClr val="bg2"/>
                </a:gs>
                <a:gs pos="100000">
                  <a:schemeClr val="bg1"/>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350"/>
            </a:p>
          </p:txBody>
        </p:sp>
        <p:sp>
          <p:nvSpPr>
            <p:cNvPr id="108551" name="Oval 7"/>
            <p:cNvSpPr>
              <a:spLocks noChangeArrowheads="1"/>
            </p:cNvSpPr>
            <p:nvPr/>
          </p:nvSpPr>
          <p:spPr bwMode="ltGray">
            <a:xfrm>
              <a:off x="209" y="2784"/>
              <a:ext cx="86" cy="86"/>
            </a:xfrm>
            <a:prstGeom prst="ellipse">
              <a:avLst/>
            </a:prstGeom>
            <a:gradFill rotWithShape="0">
              <a:gsLst>
                <a:gs pos="0">
                  <a:schemeClr val="bg2"/>
                </a:gs>
                <a:gs pos="100000">
                  <a:schemeClr val="bg1"/>
                </a:gs>
              </a:gsLst>
              <a:lin ang="189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sp>
          <p:nvSpPr>
            <p:cNvPr id="108552" name="Oval 8"/>
            <p:cNvSpPr>
              <a:spLocks noChangeArrowheads="1"/>
            </p:cNvSpPr>
            <p:nvPr/>
          </p:nvSpPr>
          <p:spPr bwMode="ltGray">
            <a:xfrm>
              <a:off x="1536" y="3884"/>
              <a:ext cx="92" cy="92"/>
            </a:xfrm>
            <a:prstGeom prst="ellipse">
              <a:avLst/>
            </a:prstGeom>
            <a:gradFill rotWithShape="0">
              <a:gsLst>
                <a:gs pos="0">
                  <a:schemeClr val="bg2"/>
                </a:gs>
                <a:gs pos="100000">
                  <a:schemeClr val="bg1"/>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sp>
          <p:nvSpPr>
            <p:cNvPr id="108553" name="Oval 9"/>
            <p:cNvSpPr>
              <a:spLocks noChangeArrowheads="1"/>
            </p:cNvSpPr>
            <p:nvPr/>
          </p:nvSpPr>
          <p:spPr bwMode="ltGray">
            <a:xfrm>
              <a:off x="791" y="2723"/>
              <a:ext cx="121" cy="121"/>
            </a:xfrm>
            <a:prstGeom prst="ellipse">
              <a:avLst/>
            </a:prstGeom>
            <a:gradFill rotWithShape="0">
              <a:gsLst>
                <a:gs pos="0">
                  <a:schemeClr val="bg2"/>
                </a:gs>
                <a:gs pos="100000">
                  <a:schemeClr val="bg1"/>
                </a:gs>
              </a:gsLst>
              <a:lin ang="189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grpSp>
      <p:sp>
        <p:nvSpPr>
          <p:cNvPr id="108554" name="Rectangle 10"/>
          <p:cNvSpPr>
            <a:spLocks noGrp="1" noChangeArrowheads="1"/>
          </p:cNvSpPr>
          <p:nvPr>
            <p:ph type="title"/>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1" compatLnSpc="1"/>
          <a:lstStyle/>
          <a:p>
            <a:pPr lvl="0"/>
            <a:r>
              <a:rPr lang="zh-CN" altLang="en-US"/>
              <a:t>单击此处编辑母版标题样式</a:t>
            </a:r>
            <a:endParaRPr lang="zh-CN" altLang="en-US"/>
          </a:p>
        </p:txBody>
      </p:sp>
      <p:sp>
        <p:nvSpPr>
          <p:cNvPr id="108555" name="Rectangle 11"/>
          <p:cNvSpPr>
            <a:spLocks noGrp="1" noChangeArrowheads="1"/>
          </p:cNvSpPr>
          <p:nvPr>
            <p:ph type="body" idx="1"/>
          </p:nvPr>
        </p:nvSpPr>
        <p:spPr bwMode="auto">
          <a:xfrm>
            <a:off x="457200" y="1600200"/>
            <a:ext cx="8229600"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8556" name="Rectangle 12"/>
          <p:cNvSpPr>
            <a:spLocks noGrp="1" noChangeArrowheads="1"/>
          </p:cNvSpPr>
          <p:nvPr>
            <p:ph type="dt" sz="half" idx="2"/>
          </p:nvPr>
        </p:nvSpPr>
        <p:spPr bwMode="auto">
          <a:xfrm>
            <a:off x="457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000">
                <a:effectLst>
                  <a:outerShdw blurRad="38100" dist="38100" dir="2700000" algn="tl">
                    <a:srgbClr val="010199"/>
                  </a:outerShdw>
                </a:effectLst>
                <a:ea typeface="宋体" panose="02010600030101010101" pitchFamily="2" charset="-122"/>
              </a:defRPr>
            </a:lvl1pPr>
          </a:lstStyle>
          <a:p>
            <a:endParaRPr lang="en-US" altLang="zh-CN"/>
          </a:p>
        </p:txBody>
      </p:sp>
      <p:sp>
        <p:nvSpPr>
          <p:cNvPr id="108557" name="Rectangle 13"/>
          <p:cNvSpPr>
            <a:spLocks noGrp="1" noChangeArrowheads="1"/>
          </p:cNvSpPr>
          <p:nvPr>
            <p:ph type="ftr" sz="quarter" idx="3"/>
          </p:nvPr>
        </p:nvSpPr>
        <p:spPr bwMode="auto">
          <a:xfrm>
            <a:off x="3124200" y="6284168"/>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0" numCol="1" anchor="b" anchorCtr="0" compatLnSpc="1"/>
          <a:lstStyle>
            <a:lvl1pPr algn="ctr">
              <a:defRPr sz="1000">
                <a:effectLst/>
                <a:ea typeface="宋体" panose="02010600030101010101" pitchFamily="2" charset="-122"/>
              </a:defRPr>
            </a:lvl1pPr>
          </a:lstStyle>
          <a:p>
            <a:r>
              <a:rPr lang="zh-CN" altLang="zh-CN"/>
              <a:t>Prof. </a:t>
            </a:r>
            <a:r>
              <a:rPr lang="en-US" altLang="zh-CN"/>
              <a:t>Q. </a:t>
            </a:r>
            <a:r>
              <a:rPr lang="zh-CN" altLang="zh-CN"/>
              <a:t> Wang</a:t>
            </a:r>
            <a:endParaRPr lang="en-US" altLang="zh-CN" dirty="0"/>
          </a:p>
        </p:txBody>
      </p:sp>
      <p:sp>
        <p:nvSpPr>
          <p:cNvPr id="108558" name="Rectangle 14"/>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000">
                <a:effectLst>
                  <a:outerShdw blurRad="38100" dist="38100" dir="2700000" algn="tl">
                    <a:srgbClr val="010199"/>
                  </a:outerShdw>
                </a:effectLst>
                <a:ea typeface="宋体" panose="02010600030101010101" pitchFamily="2" charset="-122"/>
              </a:defRPr>
            </a:lvl1pPr>
          </a:lstStyle>
          <a:p>
            <a:fld id="{4B6E865A-D731-440D-A39A-B7D52247B883}"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dt="0"/>
  <p:txStyles>
    <p:titleStyle>
      <a:lvl1pPr algn="ctr" rtl="0" fontAlgn="base">
        <a:spcBef>
          <a:spcPct val="0"/>
        </a:spcBef>
        <a:spcAft>
          <a:spcPct val="0"/>
        </a:spcAft>
        <a:defRPr sz="4400">
          <a:solidFill>
            <a:srgbClr val="FFFF00"/>
          </a:solidFill>
          <a:latin typeface="+mj-lt"/>
          <a:ea typeface="+mj-ea"/>
          <a:cs typeface="+mj-cs"/>
        </a:defRPr>
      </a:lvl1pPr>
      <a:lvl2pPr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2pPr>
      <a:lvl3pPr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3pPr>
      <a:lvl4pPr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4pPr>
      <a:lvl5pPr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5pPr>
      <a:lvl6pPr marL="457200"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6pPr>
      <a:lvl7pPr marL="914400"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7pPr>
      <a:lvl8pPr marL="1371600"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8pPr>
      <a:lvl9pPr marL="1828800"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9pPr>
    </p:titleStyle>
    <p:bodyStyle>
      <a:lvl1pPr marL="342900" indent="-342900" algn="l" rtl="0" fontAlgn="base">
        <a:spcBef>
          <a:spcPct val="20000"/>
        </a:spcBef>
        <a:spcAft>
          <a:spcPct val="0"/>
        </a:spcAft>
        <a:buClr>
          <a:schemeClr val="hlink"/>
        </a:buClr>
        <a:buSzPct val="75000"/>
        <a:buFont typeface="Wingdings" panose="05000000000000000000" pitchFamily="2" charset="2"/>
        <a:buChar char="l"/>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SzPct val="75000"/>
        <a:buFont typeface="Wingdings" panose="05000000000000000000" pitchFamily="2" charset="2"/>
        <a:buChar char="l"/>
        <a:defRPr sz="2800">
          <a:solidFill>
            <a:schemeClr val="tx1"/>
          </a:solidFill>
          <a:latin typeface="+mn-lt"/>
          <a:ea typeface="+mn-ea"/>
          <a:cs typeface="+mn-cs"/>
        </a:defRPr>
      </a:lvl2pPr>
      <a:lvl3pPr marL="1143000" indent="-228600" algn="l" rtl="0" fontAlgn="base">
        <a:spcBef>
          <a:spcPct val="20000"/>
        </a:spcBef>
        <a:spcAft>
          <a:spcPct val="0"/>
        </a:spcAft>
        <a:buClr>
          <a:schemeClr val="accent2"/>
        </a:buClr>
        <a:buSzPct val="75000"/>
        <a:buFont typeface="Wingdings" panose="05000000000000000000" pitchFamily="2" charset="2"/>
        <a:buChar char="l"/>
        <a:defRPr sz="2400">
          <a:solidFill>
            <a:schemeClr val="tx1"/>
          </a:solidFill>
          <a:latin typeface="+mn-lt"/>
          <a:ea typeface="+mn-ea"/>
          <a:cs typeface="+mn-cs"/>
        </a:defRPr>
      </a:lvl3pPr>
      <a:lvl4pPr marL="1600200" indent="-228600" algn="l" rtl="0" fontAlgn="base">
        <a:spcBef>
          <a:spcPct val="20000"/>
        </a:spcBef>
        <a:spcAft>
          <a:spcPct val="0"/>
        </a:spcAft>
        <a:buClr>
          <a:schemeClr val="folHlink"/>
        </a:buClr>
        <a:buSzPct val="75000"/>
        <a:buFont typeface="Wingdings" panose="05000000000000000000" pitchFamily="2" charset="2"/>
        <a:buChar char="l"/>
        <a:defRPr sz="2000">
          <a:solidFill>
            <a:schemeClr val="tx1"/>
          </a:solidFill>
          <a:latin typeface="+mn-lt"/>
          <a:ea typeface="+mn-ea"/>
          <a:cs typeface="+mn-cs"/>
        </a:defRPr>
      </a:lvl4pPr>
      <a:lvl5pPr marL="2057400" indent="-228600" algn="l" rtl="0" fontAlgn="base">
        <a:spcBef>
          <a:spcPct val="20000"/>
        </a:spcBef>
        <a:spcAft>
          <a:spcPct val="0"/>
        </a:spcAft>
        <a:buClr>
          <a:schemeClr val="tx1"/>
        </a:buClr>
        <a:buSzPct val="75000"/>
        <a:buFont typeface="Wingdings" panose="05000000000000000000" pitchFamily="2" charset="2"/>
        <a:buChar char="l"/>
        <a:defRPr sz="2000">
          <a:solidFill>
            <a:schemeClr val="tx1"/>
          </a:solidFill>
          <a:latin typeface="+mn-lt"/>
          <a:ea typeface="+mn-ea"/>
          <a:cs typeface="+mn-cs"/>
        </a:defRPr>
      </a:lvl5pPr>
      <a:lvl6pPr marL="2514600" indent="-228600" algn="l" rtl="0" fontAlgn="base">
        <a:spcBef>
          <a:spcPct val="20000"/>
        </a:spcBef>
        <a:spcAft>
          <a:spcPct val="0"/>
        </a:spcAft>
        <a:buClr>
          <a:schemeClr val="tx1"/>
        </a:buClr>
        <a:buSzPct val="75000"/>
        <a:buFont typeface="Wingdings" panose="05000000000000000000" pitchFamily="2" charset="2"/>
        <a:buChar char="l"/>
        <a:defRPr sz="2000">
          <a:solidFill>
            <a:schemeClr val="tx1"/>
          </a:solidFill>
          <a:latin typeface="+mn-lt"/>
          <a:ea typeface="+mn-ea"/>
          <a:cs typeface="+mn-cs"/>
        </a:defRPr>
      </a:lvl6pPr>
      <a:lvl7pPr marL="2971800" indent="-228600" algn="l" rtl="0" fontAlgn="base">
        <a:spcBef>
          <a:spcPct val="20000"/>
        </a:spcBef>
        <a:spcAft>
          <a:spcPct val="0"/>
        </a:spcAft>
        <a:buClr>
          <a:schemeClr val="tx1"/>
        </a:buClr>
        <a:buSzPct val="75000"/>
        <a:buFont typeface="Wingdings" panose="05000000000000000000" pitchFamily="2" charset="2"/>
        <a:buChar char="l"/>
        <a:defRPr sz="2000">
          <a:solidFill>
            <a:schemeClr val="tx1"/>
          </a:solidFill>
          <a:latin typeface="+mn-lt"/>
          <a:ea typeface="+mn-ea"/>
          <a:cs typeface="+mn-cs"/>
        </a:defRPr>
      </a:lvl7pPr>
      <a:lvl8pPr marL="3429000" indent="-228600" algn="l" rtl="0" fontAlgn="base">
        <a:spcBef>
          <a:spcPct val="20000"/>
        </a:spcBef>
        <a:spcAft>
          <a:spcPct val="0"/>
        </a:spcAft>
        <a:buClr>
          <a:schemeClr val="tx1"/>
        </a:buClr>
        <a:buSzPct val="75000"/>
        <a:buFont typeface="Wingdings" panose="05000000000000000000" pitchFamily="2" charset="2"/>
        <a:buChar char="l"/>
        <a:defRPr sz="2000">
          <a:solidFill>
            <a:schemeClr val="tx1"/>
          </a:solidFill>
          <a:latin typeface="+mn-lt"/>
          <a:ea typeface="+mn-ea"/>
          <a:cs typeface="+mn-cs"/>
        </a:defRPr>
      </a:lvl8pPr>
      <a:lvl9pPr marL="3886200" indent="-228600" algn="l" rtl="0" fontAlgn="base">
        <a:spcBef>
          <a:spcPct val="20000"/>
        </a:spcBef>
        <a:spcAft>
          <a:spcPct val="0"/>
        </a:spcAft>
        <a:buClr>
          <a:schemeClr val="tx1"/>
        </a:buClr>
        <a:buSzPct val="75000"/>
        <a:buFont typeface="Wingdings" panose="05000000000000000000" pitchFamily="2" charset="2"/>
        <a:buChar char="l"/>
        <a:defRPr sz="20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9" Type="http://schemas.openxmlformats.org/officeDocument/2006/relationships/image" Target="../media/image12.png"/><Relationship Id="rId8" Type="http://schemas.openxmlformats.org/officeDocument/2006/relationships/image" Target="../media/image11.png"/><Relationship Id="rId7" Type="http://schemas.openxmlformats.org/officeDocument/2006/relationships/image" Target="../media/image10.png"/><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6.png"/><Relationship Id="rId25" Type="http://schemas.openxmlformats.org/officeDocument/2006/relationships/slideLayout" Target="../slideLayouts/slideLayout2.xml"/><Relationship Id="rId24" Type="http://schemas.openxmlformats.org/officeDocument/2006/relationships/image" Target="../media/image27.png"/><Relationship Id="rId23" Type="http://schemas.openxmlformats.org/officeDocument/2006/relationships/image" Target="../media/image26.png"/><Relationship Id="rId22" Type="http://schemas.openxmlformats.org/officeDocument/2006/relationships/image" Target="../media/image25.png"/><Relationship Id="rId21" Type="http://schemas.openxmlformats.org/officeDocument/2006/relationships/image" Target="../media/image24.png"/><Relationship Id="rId20" Type="http://schemas.openxmlformats.org/officeDocument/2006/relationships/image" Target="../media/image23.png"/><Relationship Id="rId2" Type="http://schemas.openxmlformats.org/officeDocument/2006/relationships/image" Target="../media/image5.png"/><Relationship Id="rId19" Type="http://schemas.openxmlformats.org/officeDocument/2006/relationships/image" Target="../media/image22.png"/><Relationship Id="rId18" Type="http://schemas.openxmlformats.org/officeDocument/2006/relationships/image" Target="../media/image21.png"/><Relationship Id="rId17" Type="http://schemas.openxmlformats.org/officeDocument/2006/relationships/image" Target="../media/image20.png"/><Relationship Id="rId16" Type="http://schemas.openxmlformats.org/officeDocument/2006/relationships/image" Target="../media/image19.png"/><Relationship Id="rId15" Type="http://schemas.openxmlformats.org/officeDocument/2006/relationships/image" Target="../media/image18.png"/><Relationship Id="rId14" Type="http://schemas.openxmlformats.org/officeDocument/2006/relationships/image" Target="../media/image17.png"/><Relationship Id="rId13" Type="http://schemas.openxmlformats.org/officeDocument/2006/relationships/image" Target="../media/image16.png"/><Relationship Id="rId12" Type="http://schemas.openxmlformats.org/officeDocument/2006/relationships/image" Target="../media/image15.png"/><Relationship Id="rId11" Type="http://schemas.openxmlformats.org/officeDocument/2006/relationships/image" Target="../media/image14.png"/><Relationship Id="rId10" Type="http://schemas.openxmlformats.org/officeDocument/2006/relationships/image" Target="../media/image13.png"/><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image" Target="../media/image18.png"/><Relationship Id="rId7" Type="http://schemas.openxmlformats.org/officeDocument/2006/relationships/image" Target="../media/image12.png"/><Relationship Id="rId6" Type="http://schemas.openxmlformats.org/officeDocument/2006/relationships/image" Target="../media/image8.png"/><Relationship Id="rId5" Type="http://schemas.openxmlformats.org/officeDocument/2006/relationships/image" Target="../media/image5.png"/><Relationship Id="rId4" Type="http://schemas.openxmlformats.org/officeDocument/2006/relationships/image" Target="../media/image24.png"/><Relationship Id="rId3" Type="http://schemas.openxmlformats.org/officeDocument/2006/relationships/image" Target="../media/image23.png"/><Relationship Id="rId25" Type="http://schemas.openxmlformats.org/officeDocument/2006/relationships/slideLayout" Target="../slideLayouts/slideLayout2.xml"/><Relationship Id="rId24" Type="http://schemas.openxmlformats.org/officeDocument/2006/relationships/image" Target="../media/image26.png"/><Relationship Id="rId23" Type="http://schemas.openxmlformats.org/officeDocument/2006/relationships/image" Target="../media/image25.png"/><Relationship Id="rId22" Type="http://schemas.openxmlformats.org/officeDocument/2006/relationships/image" Target="../media/image11.png"/><Relationship Id="rId21" Type="http://schemas.openxmlformats.org/officeDocument/2006/relationships/image" Target="../media/image10.png"/><Relationship Id="rId20" Type="http://schemas.openxmlformats.org/officeDocument/2006/relationships/image" Target="../media/image6.png"/><Relationship Id="rId2" Type="http://schemas.openxmlformats.org/officeDocument/2006/relationships/image" Target="../media/image27.png"/><Relationship Id="rId19" Type="http://schemas.openxmlformats.org/officeDocument/2006/relationships/image" Target="../media/image4.png"/><Relationship Id="rId18" Type="http://schemas.openxmlformats.org/officeDocument/2006/relationships/image" Target="../media/image16.png"/><Relationship Id="rId17" Type="http://schemas.openxmlformats.org/officeDocument/2006/relationships/image" Target="../media/image15.png"/><Relationship Id="rId16" Type="http://schemas.openxmlformats.org/officeDocument/2006/relationships/image" Target="../media/image20.png"/><Relationship Id="rId15" Type="http://schemas.openxmlformats.org/officeDocument/2006/relationships/image" Target="../media/image19.png"/><Relationship Id="rId14" Type="http://schemas.openxmlformats.org/officeDocument/2006/relationships/image" Target="../media/image13.png"/><Relationship Id="rId13" Type="http://schemas.openxmlformats.org/officeDocument/2006/relationships/image" Target="../media/image22.png"/><Relationship Id="rId12" Type="http://schemas.openxmlformats.org/officeDocument/2006/relationships/image" Target="../media/image17.png"/><Relationship Id="rId11" Type="http://schemas.openxmlformats.org/officeDocument/2006/relationships/image" Target="../media/image14.png"/><Relationship Id="rId10" Type="http://schemas.openxmlformats.org/officeDocument/2006/relationships/image" Target="../media/image9.png"/><Relationship Id="rId1" Type="http://schemas.openxmlformats.org/officeDocument/2006/relationships/image" Target="../media/image21.png"/></Relationships>
</file>

<file path=ppt/slides/_rels/slide13.xml.rels><?xml version="1.0" encoding="UTF-8" standalone="yes"?>
<Relationships xmlns="http://schemas.openxmlformats.org/package/2006/relationships"><Relationship Id="rId9" Type="http://schemas.openxmlformats.org/officeDocument/2006/relationships/image" Target="../media/image12.png"/><Relationship Id="rId8" Type="http://schemas.openxmlformats.org/officeDocument/2006/relationships/image" Target="../media/image11.png"/><Relationship Id="rId7" Type="http://schemas.openxmlformats.org/officeDocument/2006/relationships/image" Target="../media/image10.png"/><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6.png"/><Relationship Id="rId25" Type="http://schemas.openxmlformats.org/officeDocument/2006/relationships/slideLayout" Target="../slideLayouts/slideLayout3.xml"/><Relationship Id="rId24" Type="http://schemas.openxmlformats.org/officeDocument/2006/relationships/image" Target="../media/image27.png"/><Relationship Id="rId23" Type="http://schemas.openxmlformats.org/officeDocument/2006/relationships/image" Target="../media/image26.png"/><Relationship Id="rId22" Type="http://schemas.openxmlformats.org/officeDocument/2006/relationships/image" Target="../media/image25.png"/><Relationship Id="rId21" Type="http://schemas.openxmlformats.org/officeDocument/2006/relationships/image" Target="../media/image24.png"/><Relationship Id="rId20" Type="http://schemas.openxmlformats.org/officeDocument/2006/relationships/image" Target="../media/image23.png"/><Relationship Id="rId2" Type="http://schemas.openxmlformats.org/officeDocument/2006/relationships/image" Target="../media/image5.png"/><Relationship Id="rId19" Type="http://schemas.openxmlformats.org/officeDocument/2006/relationships/image" Target="../media/image22.png"/><Relationship Id="rId18" Type="http://schemas.openxmlformats.org/officeDocument/2006/relationships/image" Target="../media/image21.png"/><Relationship Id="rId17" Type="http://schemas.openxmlformats.org/officeDocument/2006/relationships/image" Target="../media/image20.png"/><Relationship Id="rId16" Type="http://schemas.openxmlformats.org/officeDocument/2006/relationships/image" Target="../media/image19.png"/><Relationship Id="rId15" Type="http://schemas.openxmlformats.org/officeDocument/2006/relationships/image" Target="../media/image18.png"/><Relationship Id="rId14" Type="http://schemas.openxmlformats.org/officeDocument/2006/relationships/image" Target="../media/image17.png"/><Relationship Id="rId13" Type="http://schemas.openxmlformats.org/officeDocument/2006/relationships/image" Target="../media/image16.png"/><Relationship Id="rId12" Type="http://schemas.openxmlformats.org/officeDocument/2006/relationships/image" Target="../media/image15.png"/><Relationship Id="rId11" Type="http://schemas.openxmlformats.org/officeDocument/2006/relationships/image" Target="../media/image14.png"/><Relationship Id="rId10" Type="http://schemas.openxmlformats.org/officeDocument/2006/relationships/image" Target="../media/image13.png"/><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9" Type="http://schemas.openxmlformats.org/officeDocument/2006/relationships/image" Target="../media/image12.png"/><Relationship Id="rId8" Type="http://schemas.openxmlformats.org/officeDocument/2006/relationships/image" Target="../media/image11.png"/><Relationship Id="rId7" Type="http://schemas.openxmlformats.org/officeDocument/2006/relationships/image" Target="../media/image10.png"/><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6.png"/><Relationship Id="rId25" Type="http://schemas.openxmlformats.org/officeDocument/2006/relationships/slideLayout" Target="../slideLayouts/slideLayout3.xml"/><Relationship Id="rId24" Type="http://schemas.openxmlformats.org/officeDocument/2006/relationships/image" Target="../media/image27.png"/><Relationship Id="rId23" Type="http://schemas.openxmlformats.org/officeDocument/2006/relationships/image" Target="../media/image26.png"/><Relationship Id="rId22" Type="http://schemas.openxmlformats.org/officeDocument/2006/relationships/image" Target="../media/image25.png"/><Relationship Id="rId21" Type="http://schemas.openxmlformats.org/officeDocument/2006/relationships/image" Target="../media/image24.png"/><Relationship Id="rId20" Type="http://schemas.openxmlformats.org/officeDocument/2006/relationships/image" Target="../media/image23.png"/><Relationship Id="rId2" Type="http://schemas.openxmlformats.org/officeDocument/2006/relationships/image" Target="../media/image5.png"/><Relationship Id="rId19" Type="http://schemas.openxmlformats.org/officeDocument/2006/relationships/image" Target="../media/image22.png"/><Relationship Id="rId18" Type="http://schemas.openxmlformats.org/officeDocument/2006/relationships/image" Target="../media/image21.png"/><Relationship Id="rId17" Type="http://schemas.openxmlformats.org/officeDocument/2006/relationships/image" Target="../media/image20.png"/><Relationship Id="rId16" Type="http://schemas.openxmlformats.org/officeDocument/2006/relationships/image" Target="../media/image19.png"/><Relationship Id="rId15" Type="http://schemas.openxmlformats.org/officeDocument/2006/relationships/image" Target="../media/image18.png"/><Relationship Id="rId14" Type="http://schemas.openxmlformats.org/officeDocument/2006/relationships/image" Target="../media/image17.png"/><Relationship Id="rId13" Type="http://schemas.openxmlformats.org/officeDocument/2006/relationships/image" Target="../media/image16.png"/><Relationship Id="rId12" Type="http://schemas.openxmlformats.org/officeDocument/2006/relationships/image" Target="../media/image15.png"/><Relationship Id="rId11" Type="http://schemas.openxmlformats.org/officeDocument/2006/relationships/image" Target="../media/image14.png"/><Relationship Id="rId10" Type="http://schemas.openxmlformats.org/officeDocument/2006/relationships/image" Target="../media/image13.png"/><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8.jpe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8.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8.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3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xml"/><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6" name="Rectangle 4"/>
          <p:cNvSpPr>
            <a:spLocks noGrp="1" noChangeArrowheads="1"/>
          </p:cNvSpPr>
          <p:nvPr>
            <p:ph type="ctrTitle"/>
          </p:nvPr>
        </p:nvSpPr>
        <p:spPr>
          <a:xfrm>
            <a:off x="685800" y="1437005"/>
            <a:ext cx="7772400" cy="1651000"/>
          </a:xfrm>
        </p:spPr>
        <p:txBody>
          <a:bodyPr/>
          <a:lstStyle/>
          <a:p>
            <a:pPr>
              <a:lnSpc>
                <a:spcPct val="140000"/>
              </a:lnSpc>
            </a:pPr>
            <a:r>
              <a:rPr kumimoji="1" lang="zh-CN" altLang="en-US" sz="4000" dirty="0">
                <a:solidFill>
                  <a:schemeClr val="accent1"/>
                </a:solidFill>
                <a:ea typeface="黑体" panose="02010609060101010101" pitchFamily="2" charset="-122"/>
              </a:rPr>
              <a:t>第九章 </a:t>
            </a:r>
            <a:r>
              <a:rPr kumimoji="1" lang="zh-CN" altLang="en-US" sz="4000" dirty="0">
                <a:solidFill>
                  <a:schemeClr val="accent1"/>
                </a:solidFill>
                <a:ea typeface="黑体" panose="02010609060101010101" pitchFamily="2" charset="-122"/>
                <a:sym typeface="+mn-ea"/>
              </a:rPr>
              <a:t>内部排序</a:t>
            </a:r>
            <a:endParaRPr kumimoji="1" lang="zh-CN" altLang="en-US" sz="4000" dirty="0">
              <a:solidFill>
                <a:schemeClr val="accent1"/>
              </a:solidFill>
              <a:ea typeface="黑体" panose="02010609060101010101" pitchFamily="2" charset="-122"/>
              <a:sym typeface="+mn-ea"/>
            </a:endParaRPr>
          </a:p>
        </p:txBody>
      </p:sp>
      <p:sp>
        <p:nvSpPr>
          <p:cNvPr id="125957" name="Rectangle 5"/>
          <p:cNvSpPr>
            <a:spLocks noGrp="1" noChangeArrowheads="1"/>
          </p:cNvSpPr>
          <p:nvPr>
            <p:ph type="subTitle" idx="1"/>
            <p:custDataLst>
              <p:tags r:id="rId1"/>
            </p:custDataLst>
          </p:nvPr>
        </p:nvSpPr>
        <p:spPr>
          <a:xfrm>
            <a:off x="1371600" y="4237355"/>
            <a:ext cx="6400800" cy="1401445"/>
          </a:xfrm>
        </p:spPr>
        <p:txBody>
          <a:bodyPr/>
          <a:lstStyle/>
          <a:p>
            <a:r>
              <a:rPr lang="zh-CN" altLang="en-US" dirty="0">
                <a:solidFill>
                  <a:schemeClr val="dk1"/>
                </a:solidFill>
                <a:latin typeface="黑体" panose="02010609060101010101" pitchFamily="2" charset="-122"/>
                <a:ea typeface="黑体" panose="02010609060101010101" pitchFamily="2" charset="-122"/>
              </a:rPr>
              <a:t>王兵书</a:t>
            </a:r>
            <a:endParaRPr lang="zh-CN" altLang="en-US" dirty="0">
              <a:solidFill>
                <a:schemeClr val="dk1"/>
              </a:solidFill>
              <a:latin typeface="黑体" panose="02010609060101010101" pitchFamily="2" charset="-122"/>
              <a:ea typeface="黑体" panose="02010609060101010101" pitchFamily="2" charset="-122"/>
            </a:endParaRPr>
          </a:p>
          <a:p>
            <a:r>
              <a:rPr lang="en-US" altLang="zh-CN" dirty="0">
                <a:solidFill>
                  <a:schemeClr val="dk1"/>
                </a:solidFill>
                <a:latin typeface="黑体" panose="02010609060101010101" pitchFamily="2" charset="-122"/>
                <a:ea typeface="黑体" panose="02010609060101010101" pitchFamily="2" charset="-122"/>
              </a:rPr>
              <a:t>wangbingshu@nwpu.edu.cn</a:t>
            </a:r>
            <a:endParaRPr lang="en-US" altLang="zh-CN" dirty="0">
              <a:solidFill>
                <a:schemeClr val="dk1"/>
              </a:solidFill>
              <a:latin typeface="黑体" panose="02010609060101010101" pitchFamily="2" charset="-122"/>
              <a:ea typeface="黑体" panose="0201060906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scene3d>
              <a:camera prst="orthographicFront"/>
              <a:lightRig rig="threePt" dir="t"/>
            </a:scene3d>
          </a:bodyPr>
          <a:lstStyle/>
          <a:p>
            <a:r>
              <a:rPr lang="zh-CN" altLang="en-US" dirty="0">
                <a:solidFill>
                  <a:schemeClr val="bg1"/>
                </a:solidFill>
                <a:effectLst>
                  <a:outerShdw blurRad="38100" dist="25400" dir="5400000" algn="ctr" rotWithShape="0">
                    <a:srgbClr val="6E747A">
                      <a:alpha val="43000"/>
                    </a:srgbClr>
                  </a:outerShdw>
                </a:effectLst>
              </a:rPr>
              <a:t>主要内容</a:t>
            </a:r>
            <a:endParaRPr lang="zh-CN" altLang="en-US" dirty="0">
              <a:solidFill>
                <a:schemeClr val="bg1"/>
              </a:solidFill>
              <a:effectLst>
                <a:outerShdw blurRad="38100" dist="25400" dir="5400000" algn="ctr" rotWithShape="0">
                  <a:srgbClr val="6E747A">
                    <a:alpha val="43000"/>
                  </a:srgbClr>
                </a:outerShdw>
              </a:effectLst>
            </a:endParaRPr>
          </a:p>
        </p:txBody>
      </p:sp>
      <p:sp>
        <p:nvSpPr>
          <p:cNvPr id="142339" name="Rectangle 3"/>
          <p:cNvSpPr>
            <a:spLocks noGrp="1" noChangeArrowheads="1"/>
          </p:cNvSpPr>
          <p:nvPr>
            <p:ph type="body" idx="1"/>
          </p:nvPr>
        </p:nvSpPr>
        <p:spPr>
          <a:xfrm>
            <a:off x="2872740" y="1106805"/>
            <a:ext cx="3397885" cy="5497195"/>
          </a:xfrm>
        </p:spPr>
        <p:txBody>
          <a:bodyPr/>
          <a:lstStyle/>
          <a:p>
            <a:pPr marL="0" indent="0">
              <a:buNone/>
            </a:pPr>
            <a:r>
              <a:rPr lang="en-US" altLang="zh-CN" b="1" dirty="0">
                <a:effectLst/>
                <a:sym typeface="+mn-ea"/>
              </a:rPr>
              <a:t>9.1 </a:t>
            </a:r>
            <a:r>
              <a:rPr lang="zh-CN" altLang="en-US" b="1" dirty="0">
                <a:effectLst/>
                <a:sym typeface="+mn-ea"/>
              </a:rPr>
              <a:t>排序基本概念</a:t>
            </a:r>
            <a:endParaRPr lang="en-US" altLang="zh-CN" b="1" dirty="0">
              <a:solidFill>
                <a:schemeClr val="tx1"/>
              </a:solidFill>
              <a:effectLst/>
            </a:endParaRPr>
          </a:p>
          <a:p>
            <a:pPr marL="0" indent="0">
              <a:buNone/>
            </a:pPr>
            <a:r>
              <a:rPr lang="en-US" altLang="zh-CN" b="1" dirty="0">
                <a:solidFill>
                  <a:schemeClr val="accent1"/>
                </a:solidFill>
                <a:effectLst/>
                <a:sym typeface="+mn-ea"/>
              </a:rPr>
              <a:t>9.2 </a:t>
            </a:r>
            <a:r>
              <a:rPr lang="zh-CN" altLang="en-US" b="1" dirty="0">
                <a:solidFill>
                  <a:schemeClr val="accent1"/>
                </a:solidFill>
                <a:effectLst/>
                <a:sym typeface="+mn-ea"/>
              </a:rPr>
              <a:t>插入类排序</a:t>
            </a:r>
            <a:endParaRPr lang="en-US" altLang="zh-CN" b="1" dirty="0">
              <a:solidFill>
                <a:schemeClr val="accent1"/>
              </a:solidFill>
              <a:effectLst/>
            </a:endParaRPr>
          </a:p>
          <a:p>
            <a:pPr marL="0" indent="0">
              <a:buNone/>
            </a:pPr>
            <a:r>
              <a:rPr lang="en-US" altLang="zh-CN" b="1" dirty="0">
                <a:solidFill>
                  <a:schemeClr val="accent1"/>
                </a:solidFill>
                <a:effectLst/>
                <a:sym typeface="+mn-ea"/>
              </a:rPr>
              <a:t>9.3 </a:t>
            </a:r>
            <a:r>
              <a:rPr lang="zh-CN" altLang="en-US" b="1" dirty="0">
                <a:solidFill>
                  <a:schemeClr val="accent1"/>
                </a:solidFill>
                <a:effectLst/>
                <a:sym typeface="+mn-ea"/>
              </a:rPr>
              <a:t>交换类排序</a:t>
            </a:r>
            <a:endParaRPr lang="en-US" altLang="zh-CN" b="1" dirty="0">
              <a:solidFill>
                <a:schemeClr val="accent1"/>
              </a:solidFill>
              <a:effectLst/>
            </a:endParaRPr>
          </a:p>
          <a:p>
            <a:pPr marL="0" indent="0">
              <a:buNone/>
            </a:pPr>
            <a:r>
              <a:rPr lang="en-US" altLang="zh-CN" b="1" dirty="0">
                <a:solidFill>
                  <a:schemeClr val="tx1"/>
                </a:solidFill>
                <a:effectLst/>
                <a:sym typeface="+mn-ea"/>
              </a:rPr>
              <a:t>9.4 </a:t>
            </a:r>
            <a:r>
              <a:rPr lang="zh-CN" altLang="en-US" b="1" dirty="0">
                <a:solidFill>
                  <a:schemeClr val="tx1"/>
                </a:solidFill>
                <a:effectLst/>
                <a:sym typeface="+mn-ea"/>
              </a:rPr>
              <a:t>选择类排序</a:t>
            </a:r>
            <a:endParaRPr lang="en-US" altLang="zh-CN" b="1" dirty="0">
              <a:solidFill>
                <a:schemeClr val="tx1"/>
              </a:solidFill>
              <a:effectLst/>
            </a:endParaRPr>
          </a:p>
          <a:p>
            <a:pPr marL="0" indent="0">
              <a:buNone/>
            </a:pPr>
            <a:r>
              <a:rPr lang="en-US" altLang="zh-CN" b="1" dirty="0">
                <a:solidFill>
                  <a:srgbClr val="FF0000"/>
                </a:solidFill>
                <a:effectLst/>
                <a:sym typeface="+mn-ea"/>
              </a:rPr>
              <a:t>9.5 </a:t>
            </a:r>
            <a:r>
              <a:rPr lang="zh-CN" altLang="en-US" b="1" dirty="0">
                <a:solidFill>
                  <a:srgbClr val="FF0000"/>
                </a:solidFill>
                <a:effectLst/>
                <a:sym typeface="+mn-ea"/>
              </a:rPr>
              <a:t>归并排序</a:t>
            </a:r>
            <a:endParaRPr lang="en-US" altLang="zh-CN" b="1" dirty="0">
              <a:solidFill>
                <a:srgbClr val="FF0000"/>
              </a:solidFill>
              <a:effectLst/>
            </a:endParaRPr>
          </a:p>
          <a:p>
            <a:pPr marL="0" indent="0">
              <a:buNone/>
            </a:pPr>
            <a:r>
              <a:rPr lang="en-US" altLang="zh-CN" b="1" dirty="0">
                <a:solidFill>
                  <a:schemeClr val="accent1"/>
                </a:solidFill>
                <a:effectLst/>
                <a:sym typeface="+mn-ea"/>
              </a:rPr>
              <a:t>9.6 </a:t>
            </a:r>
            <a:r>
              <a:rPr lang="zh-CN" altLang="en-US" b="1" dirty="0">
                <a:solidFill>
                  <a:schemeClr val="accent1"/>
                </a:solidFill>
                <a:effectLst/>
                <a:sym typeface="+mn-ea"/>
              </a:rPr>
              <a:t>基数排序</a:t>
            </a:r>
            <a:endParaRPr lang="en-US" altLang="zh-CN" b="1" dirty="0">
              <a:solidFill>
                <a:schemeClr val="accent1"/>
              </a:solidFill>
              <a:effectLst/>
            </a:endParaRPr>
          </a:p>
          <a:p>
            <a:pPr marL="0" indent="0">
              <a:buNone/>
            </a:pPr>
            <a:r>
              <a:rPr lang="en-US" altLang="zh-CN" b="1" dirty="0">
                <a:solidFill>
                  <a:schemeClr val="accent1"/>
                </a:solidFill>
                <a:effectLst/>
                <a:sym typeface="+mn-ea"/>
              </a:rPr>
              <a:t>9.7 </a:t>
            </a:r>
            <a:r>
              <a:rPr lang="zh-CN" altLang="en-US" b="1" dirty="0">
                <a:solidFill>
                  <a:schemeClr val="accent1"/>
                </a:solidFill>
                <a:effectLst/>
                <a:sym typeface="+mn-ea"/>
              </a:rPr>
              <a:t>总结</a:t>
            </a:r>
            <a:endParaRPr lang="zh-CN" altLang="en-US" b="1" dirty="0">
              <a:solidFill>
                <a:schemeClr val="accent1"/>
              </a:solidFill>
              <a:effectLst/>
            </a:endParaRPr>
          </a:p>
          <a:p>
            <a:endParaRPr lang="en-US" altLang="zh-CN" dirty="0">
              <a:solidFill>
                <a:schemeClr val="accent1"/>
              </a:solidFill>
              <a:effectLs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5" name="Text Box 5"/>
          <p:cNvSpPr txBox="1">
            <a:spLocks noChangeArrowheads="1"/>
          </p:cNvSpPr>
          <p:nvPr/>
        </p:nvSpPr>
        <p:spPr bwMode="auto">
          <a:xfrm>
            <a:off x="1657350" y="2000250"/>
            <a:ext cx="261620" cy="3467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67500" tIns="35100" rIns="67500" bIns="35100">
            <a:spAutoFit/>
          </a:bodyPr>
          <a:lstStyle/>
          <a:p>
            <a:endParaRPr kumimoji="1" lang="zh-CN" altLang="zh-CN"/>
          </a:p>
        </p:txBody>
      </p:sp>
      <p:sp>
        <p:nvSpPr>
          <p:cNvPr id="81927" name="Rectangle 7"/>
          <p:cNvSpPr>
            <a:spLocks noGrp="1" noChangeArrowheads="1"/>
          </p:cNvSpPr>
          <p:nvPr>
            <p:ph type="title"/>
          </p:nvPr>
        </p:nvSpPr>
        <p:spPr/>
        <p:txBody>
          <a:bodyPr/>
          <a:lstStyle/>
          <a:p>
            <a:r>
              <a:rPr lang="en-US" altLang="zh-CN">
                <a:solidFill>
                  <a:schemeClr val="bg1"/>
                </a:solidFill>
                <a:effectLst>
                  <a:outerShdw blurRad="38100" dist="25400" dir="5400000" algn="ctr" rotWithShape="0">
                    <a:srgbClr val="6E747A">
                      <a:alpha val="43000"/>
                    </a:srgbClr>
                  </a:outerShdw>
                </a:effectLst>
              </a:rPr>
              <a:t>9.5 </a:t>
            </a:r>
            <a:r>
              <a:rPr lang="zh-CN" altLang="en-US">
                <a:solidFill>
                  <a:schemeClr val="bg1"/>
                </a:solidFill>
                <a:effectLst>
                  <a:outerShdw blurRad="38100" dist="25400" dir="5400000" algn="ctr" rotWithShape="0">
                    <a:srgbClr val="6E747A">
                      <a:alpha val="43000"/>
                    </a:srgbClr>
                  </a:outerShdw>
                </a:effectLst>
              </a:rPr>
              <a:t>归并排序</a:t>
            </a:r>
            <a:endParaRPr lang="zh-CN" altLang="en-US">
              <a:solidFill>
                <a:schemeClr val="bg1"/>
              </a:solidFill>
              <a:effectLst>
                <a:outerShdw blurRad="38100" dist="25400" dir="5400000" algn="ctr" rotWithShape="0">
                  <a:srgbClr val="6E747A">
                    <a:alpha val="43000"/>
                  </a:srgbClr>
                </a:outerShdw>
              </a:effectLst>
            </a:endParaRPr>
          </a:p>
        </p:txBody>
      </p:sp>
      <p:sp>
        <p:nvSpPr>
          <p:cNvPr id="81929" name="Rectangle 9"/>
          <p:cNvSpPr>
            <a:spLocks noGrp="1" noChangeArrowheads="1"/>
          </p:cNvSpPr>
          <p:nvPr>
            <p:ph type="body" idx="1"/>
          </p:nvPr>
        </p:nvSpPr>
        <p:spPr>
          <a:xfrm>
            <a:off x="501650" y="1043305"/>
            <a:ext cx="8185150" cy="5225415"/>
          </a:xfrm>
        </p:spPr>
        <p:txBody>
          <a:bodyPr/>
          <a:lstStyle/>
          <a:p>
            <a:pPr>
              <a:lnSpc>
                <a:spcPct val="150000"/>
              </a:lnSpc>
              <a:spcBef>
                <a:spcPts val="0"/>
              </a:spcBef>
              <a:buSzPct val="80000"/>
              <a:buFont typeface="Wingdings" panose="05000000000000000000" charset="0"/>
              <a:buChar char="l"/>
            </a:pPr>
            <a:r>
              <a:rPr kumimoji="1" lang="zh-CN" altLang="en-US" sz="2400" b="1" dirty="0">
                <a:solidFill>
                  <a:srgbClr val="FF0000"/>
                </a:solidFill>
                <a:effectLst/>
                <a:cs typeface="Times New Roman" panose="02020603050405020304" pitchFamily="18" charset="0"/>
              </a:rPr>
              <a:t>归并排序基本思想</a:t>
            </a:r>
            <a:r>
              <a:rPr kumimoji="1" lang="zh-CN" altLang="en-US" sz="2400" dirty="0">
                <a:effectLst/>
                <a:cs typeface="Times New Roman" panose="02020603050405020304" pitchFamily="18" charset="0"/>
              </a:rPr>
              <a:t>：基于合并，将两个或两个以上有序表合并成一个新的有序表。</a:t>
            </a:r>
            <a:endParaRPr kumimoji="1" lang="zh-CN" altLang="en-US" sz="2400" dirty="0">
              <a:effectLst/>
              <a:cs typeface="Times New Roman" panose="02020603050405020304" pitchFamily="18" charset="0"/>
            </a:endParaRPr>
          </a:p>
          <a:p>
            <a:pPr>
              <a:lnSpc>
                <a:spcPct val="150000"/>
              </a:lnSpc>
              <a:spcBef>
                <a:spcPts val="0"/>
              </a:spcBef>
              <a:buSzPct val="80000"/>
              <a:buFont typeface="Wingdings" panose="05000000000000000000" charset="0"/>
              <a:buChar char="l"/>
            </a:pPr>
            <a:r>
              <a:rPr kumimoji="1" lang="en-US" altLang="zh-CN" sz="2400" b="1" dirty="0">
                <a:solidFill>
                  <a:srgbClr val="FF0000"/>
                </a:solidFill>
                <a:effectLst/>
                <a:cs typeface="Times New Roman" panose="02020603050405020304" pitchFamily="18" charset="0"/>
                <a:sym typeface="Symbol" panose="05050102010706020507" pitchFamily="18" charset="2"/>
              </a:rPr>
              <a:t>2</a:t>
            </a:r>
            <a:r>
              <a:rPr kumimoji="1" lang="zh-CN" altLang="en-US" sz="2400" b="1" dirty="0">
                <a:solidFill>
                  <a:srgbClr val="FF0000"/>
                </a:solidFill>
                <a:effectLst/>
                <a:cs typeface="Times New Roman" panose="02020603050405020304" pitchFamily="18" charset="0"/>
                <a:sym typeface="Symbol" panose="05050102010706020507" pitchFamily="18" charset="2"/>
              </a:rPr>
              <a:t>－路归并排序</a:t>
            </a:r>
            <a:r>
              <a:rPr kumimoji="1" lang="en-US" altLang="zh-CN" sz="2400" b="1" dirty="0">
                <a:solidFill>
                  <a:srgbClr val="FF0000"/>
                </a:solidFill>
                <a:effectLst/>
                <a:cs typeface="Times New Roman" panose="02020603050405020304" pitchFamily="18" charset="0"/>
                <a:sym typeface="Symbol" panose="05050102010706020507" pitchFamily="18" charset="2"/>
              </a:rPr>
              <a:t>:</a:t>
            </a:r>
            <a:r>
              <a:rPr kumimoji="1" lang="en-US" altLang="zh-CN" sz="2400" b="1" dirty="0">
                <a:solidFill>
                  <a:srgbClr val="FFFF00"/>
                </a:solidFill>
                <a:effectLst/>
                <a:cs typeface="Times New Roman" panose="02020603050405020304" pitchFamily="18" charset="0"/>
                <a:sym typeface="Symbol" panose="05050102010706020507" pitchFamily="18" charset="2"/>
              </a:rPr>
              <a:t> </a:t>
            </a:r>
            <a:r>
              <a:rPr kumimoji="1" lang="zh-CN" altLang="en-US" sz="2400" dirty="0">
                <a:effectLst/>
                <a:cs typeface="Times New Roman" panose="02020603050405020304" pitchFamily="18" charset="0"/>
              </a:rPr>
              <a:t>假设初始的序列含有</a:t>
            </a:r>
            <a:r>
              <a:rPr kumimoji="1" lang="en-US" altLang="zh-CN" sz="2400" i="1" dirty="0">
                <a:effectLst/>
                <a:cs typeface="Times New Roman" panose="02020603050405020304" pitchFamily="18" charset="0"/>
              </a:rPr>
              <a:t>n</a:t>
            </a:r>
            <a:r>
              <a:rPr kumimoji="1" lang="zh-CN" altLang="en-US" sz="2400" dirty="0">
                <a:effectLst/>
                <a:cs typeface="Times New Roman" panose="02020603050405020304" pitchFamily="18" charset="0"/>
              </a:rPr>
              <a:t>个记录，可以看成是</a:t>
            </a:r>
            <a:r>
              <a:rPr kumimoji="1" lang="en-US" altLang="zh-CN" sz="2400" i="1" dirty="0">
                <a:effectLst/>
                <a:cs typeface="Times New Roman" panose="02020603050405020304" pitchFamily="18" charset="0"/>
              </a:rPr>
              <a:t>n</a:t>
            </a:r>
            <a:r>
              <a:rPr kumimoji="1" lang="zh-CN" altLang="en-US" sz="2400" dirty="0">
                <a:effectLst/>
                <a:cs typeface="Times New Roman" panose="02020603050405020304" pitchFamily="18" charset="0"/>
              </a:rPr>
              <a:t>个有序的子序列，每个子序列的长度为</a:t>
            </a:r>
            <a:r>
              <a:rPr kumimoji="1" lang="en-US" altLang="zh-CN" sz="2400" dirty="0">
                <a:effectLst/>
                <a:cs typeface="Times New Roman" panose="02020603050405020304" pitchFamily="18" charset="0"/>
              </a:rPr>
              <a:t>1</a:t>
            </a:r>
            <a:r>
              <a:rPr kumimoji="1" lang="zh-CN" altLang="en-US" sz="2400" dirty="0">
                <a:effectLst/>
                <a:cs typeface="Times New Roman" panose="02020603050405020304" pitchFamily="18" charset="0"/>
              </a:rPr>
              <a:t>，然后两两归并，得到</a:t>
            </a:r>
            <a:r>
              <a:rPr kumimoji="1" lang="zh-CN" altLang="en-US" sz="2400" dirty="0">
                <a:effectLst/>
                <a:cs typeface="Times New Roman" panose="02020603050405020304" pitchFamily="18" charset="0"/>
                <a:sym typeface="Symbol" panose="05050102010706020507" pitchFamily="18" charset="2"/>
              </a:rPr>
              <a:t></a:t>
            </a:r>
            <a:r>
              <a:rPr kumimoji="1" lang="en-US" altLang="zh-CN" sz="2400" i="1" dirty="0">
                <a:effectLst/>
                <a:cs typeface="Times New Roman" panose="02020603050405020304" pitchFamily="18" charset="0"/>
                <a:sym typeface="Symbol" panose="05050102010706020507" pitchFamily="18" charset="2"/>
              </a:rPr>
              <a:t>n</a:t>
            </a:r>
            <a:r>
              <a:rPr kumimoji="1" lang="en-US" altLang="zh-CN" sz="2400" dirty="0">
                <a:effectLst/>
                <a:cs typeface="Times New Roman" panose="02020603050405020304" pitchFamily="18" charset="0"/>
                <a:sym typeface="Symbol" panose="05050102010706020507" pitchFamily="18" charset="2"/>
              </a:rPr>
              <a:t>/2</a:t>
            </a:r>
            <a:r>
              <a:rPr kumimoji="1" lang="zh-CN" altLang="en-US" sz="2400" dirty="0">
                <a:effectLst/>
                <a:cs typeface="Times New Roman" panose="02020603050405020304" pitchFamily="18" charset="0"/>
                <a:sym typeface="Symbol" panose="05050102010706020507" pitchFamily="18" charset="2"/>
              </a:rPr>
              <a:t>个长度为</a:t>
            </a:r>
            <a:r>
              <a:rPr kumimoji="1" lang="en-US" altLang="zh-CN" sz="2400" dirty="0">
                <a:effectLst/>
                <a:cs typeface="Times New Roman" panose="02020603050405020304" pitchFamily="18" charset="0"/>
                <a:sym typeface="Symbol" panose="05050102010706020507" pitchFamily="18" charset="2"/>
              </a:rPr>
              <a:t>2</a:t>
            </a:r>
            <a:r>
              <a:rPr kumimoji="1" lang="zh-CN" altLang="en-US" sz="2400" dirty="0">
                <a:effectLst/>
                <a:cs typeface="Times New Roman" panose="02020603050405020304" pitchFamily="18" charset="0"/>
                <a:sym typeface="Symbol" panose="05050102010706020507" pitchFamily="18" charset="2"/>
              </a:rPr>
              <a:t>或</a:t>
            </a:r>
            <a:r>
              <a:rPr kumimoji="1" lang="en-US" altLang="zh-CN" sz="2400" dirty="0">
                <a:effectLst/>
                <a:cs typeface="Times New Roman" panose="02020603050405020304" pitchFamily="18" charset="0"/>
                <a:sym typeface="Symbol" panose="05050102010706020507" pitchFamily="18" charset="2"/>
              </a:rPr>
              <a:t>1</a:t>
            </a:r>
            <a:r>
              <a:rPr kumimoji="1" lang="zh-CN" altLang="en-US" sz="2400" dirty="0">
                <a:effectLst/>
                <a:cs typeface="Times New Roman" panose="02020603050405020304" pitchFamily="18" charset="0"/>
                <a:sym typeface="Symbol" panose="05050102010706020507" pitchFamily="18" charset="2"/>
              </a:rPr>
              <a:t>的有序子序列；再两两归并，如此重复直到得到一个长度为</a:t>
            </a:r>
            <a:r>
              <a:rPr kumimoji="1" lang="en-US" altLang="zh-CN" sz="2400" i="1" dirty="0">
                <a:effectLst/>
                <a:cs typeface="Times New Roman" panose="02020603050405020304" pitchFamily="18" charset="0"/>
                <a:sym typeface="Symbol" panose="05050102010706020507" pitchFamily="18" charset="2"/>
              </a:rPr>
              <a:t>n</a:t>
            </a:r>
            <a:r>
              <a:rPr kumimoji="1" lang="zh-CN" altLang="en-US" sz="2400" dirty="0">
                <a:effectLst/>
                <a:cs typeface="Times New Roman" panose="02020603050405020304" pitchFamily="18" charset="0"/>
                <a:sym typeface="Symbol" panose="05050102010706020507" pitchFamily="18" charset="2"/>
              </a:rPr>
              <a:t>的有序序列为止。</a:t>
            </a:r>
            <a:endParaRPr kumimoji="1" lang="zh-CN" altLang="en-US" sz="2400" dirty="0">
              <a:effectLst/>
              <a:cs typeface="Times New Roman" panose="02020603050405020304" pitchFamily="18" charset="0"/>
              <a:sym typeface="Symbol" panose="05050102010706020507" pitchFamily="18" charset="2"/>
            </a:endParaRPr>
          </a:p>
          <a:p>
            <a:pPr>
              <a:lnSpc>
                <a:spcPct val="150000"/>
              </a:lnSpc>
              <a:spcBef>
                <a:spcPts val="0"/>
              </a:spcBef>
              <a:buSzPct val="80000"/>
              <a:buFont typeface="Wingdings" panose="05000000000000000000" charset="0"/>
              <a:buChar char="l"/>
            </a:pPr>
            <a:r>
              <a:rPr kumimoji="1" lang="zh-CN" altLang="en-US" sz="2400" dirty="0">
                <a:effectLst/>
                <a:cs typeface="Times New Roman" panose="02020603050405020304" pitchFamily="18" charset="0"/>
                <a:sym typeface="Symbol" panose="05050102010706020507" pitchFamily="18" charset="2"/>
              </a:rPr>
              <a:t>算法如下：</a:t>
            </a:r>
            <a:endParaRPr kumimoji="1" lang="zh-CN" altLang="en-US" sz="2400" dirty="0">
              <a:effectLst/>
              <a:cs typeface="Times New Roman" panose="02020603050405020304" pitchFamily="18" charset="0"/>
              <a:sym typeface="Symbol" panose="05050102010706020507" pitchFamily="18" charset="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a:effectLst>
                  <a:outerShdw blurRad="38100" dist="25400" dir="5400000" algn="ctr" rotWithShape="0">
                    <a:srgbClr val="6E747A">
                      <a:alpha val="43000"/>
                    </a:srgbClr>
                  </a:outerShdw>
                </a:effectLst>
                <a:sym typeface="+mn-ea"/>
              </a:rPr>
              <a:t>9.5 </a:t>
            </a:r>
            <a:r>
              <a:rPr lang="zh-CN" altLang="en-US">
                <a:effectLst>
                  <a:outerShdw blurRad="38100" dist="25400" dir="5400000" algn="ctr" rotWithShape="0">
                    <a:srgbClr val="6E747A">
                      <a:alpha val="43000"/>
                    </a:srgbClr>
                  </a:outerShdw>
                </a:effectLst>
                <a:sym typeface="+mn-ea"/>
              </a:rPr>
              <a:t>归并排序</a:t>
            </a:r>
            <a:endParaRPr lang="zh-CN" altLang="en-US">
              <a:effectLst>
                <a:outerShdw blurRad="38100" dist="25400" dir="5400000" algn="ctr" rotWithShape="0">
                  <a:srgbClr val="6E747A">
                    <a:alpha val="43000"/>
                  </a:srgbClr>
                </a:outerShdw>
              </a:effectLst>
              <a:sym typeface="+mn-ea"/>
            </a:endParaRPr>
          </a:p>
        </p:txBody>
      </p:sp>
      <p:sp>
        <p:nvSpPr>
          <p:cNvPr id="82951" name="Text Box 7"/>
          <p:cNvSpPr txBox="1">
            <a:spLocks noChangeArrowheads="1"/>
          </p:cNvSpPr>
          <p:nvPr/>
        </p:nvSpPr>
        <p:spPr bwMode="auto">
          <a:xfrm>
            <a:off x="503555" y="1039495"/>
            <a:ext cx="8136255" cy="54679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oAutofit/>
          </a:bodyPr>
          <a:lstStyle/>
          <a:p>
            <a:pPr marL="342900" indent="-342900" algn="just" eaLnBrk="0" hangingPunct="0">
              <a:lnSpc>
                <a:spcPct val="130000"/>
              </a:lnSpc>
              <a:buClr>
                <a:srgbClr val="00B0F0"/>
              </a:buClr>
              <a:buFont typeface="Wingdings" panose="05000000000000000000" charset="0"/>
              <a:buChar char="l"/>
            </a:pPr>
            <a:r>
              <a:rPr kumimoji="1" lang="zh-CN" altLang="en-US" sz="2400">
                <a:latin typeface="Times New Roman" panose="02020603050405020304" pitchFamily="18" charset="0"/>
                <a:cs typeface="Times New Roman" panose="02020603050405020304" pitchFamily="18" charset="0"/>
              </a:rPr>
              <a:t>例∶初始序列为</a:t>
            </a:r>
            <a:r>
              <a:rPr kumimoji="1" lang="en-US" altLang="zh-CN" sz="2400">
                <a:latin typeface="Times New Roman" panose="02020603050405020304" pitchFamily="18" charset="0"/>
                <a:cs typeface="Times New Roman" panose="02020603050405020304" pitchFamily="18" charset="0"/>
              </a:rPr>
              <a:t>25, 57, 48, 37, 12, 82, 75, 29, 16</a:t>
            </a:r>
            <a:r>
              <a:rPr kumimoji="1" lang="zh-CN" altLang="en-US" sz="2400">
                <a:latin typeface="Times New Roman" panose="02020603050405020304" pitchFamily="18" charset="0"/>
                <a:cs typeface="Times New Roman" panose="02020603050405020304" pitchFamily="18" charset="0"/>
              </a:rPr>
              <a:t>，请用</a:t>
            </a:r>
            <a:r>
              <a:rPr kumimoji="1" lang="en-US" altLang="zh-CN" sz="2400">
                <a:latin typeface="Times New Roman" panose="02020603050405020304" pitchFamily="18" charset="0"/>
                <a:cs typeface="Times New Roman" panose="02020603050405020304" pitchFamily="18" charset="0"/>
              </a:rPr>
              <a:t>2-</a:t>
            </a:r>
            <a:r>
              <a:rPr kumimoji="1" lang="zh-CN" altLang="en-US" sz="2400">
                <a:latin typeface="Times New Roman" panose="02020603050405020304" pitchFamily="18" charset="0"/>
                <a:cs typeface="Times New Roman" panose="02020603050405020304" pitchFamily="18" charset="0"/>
              </a:rPr>
              <a:t>路归并排序法排序。</a:t>
            </a:r>
            <a:endParaRPr kumimoji="1" lang="zh-CN" altLang="en-US" sz="2400">
              <a:latin typeface="Times New Roman" panose="02020603050405020304" pitchFamily="18" charset="0"/>
              <a:cs typeface="Times New Roman" panose="02020603050405020304" pitchFamily="18" charset="0"/>
            </a:endParaRPr>
          </a:p>
          <a:p>
            <a:pPr algn="just" eaLnBrk="0" hangingPunct="0"/>
            <a:endParaRPr kumimoji="1" lang="zh-CN" altLang="en-US" sz="2400">
              <a:latin typeface="Times New Roman" panose="02020603050405020304" pitchFamily="18" charset="0"/>
              <a:cs typeface="Times New Roman" panose="02020603050405020304" pitchFamily="18" charset="0"/>
            </a:endParaRPr>
          </a:p>
          <a:p>
            <a:pPr algn="just" eaLnBrk="0" hangingPunct="0"/>
            <a:r>
              <a:rPr kumimoji="1" lang="zh-CN" altLang="en-US" sz="2400">
                <a:latin typeface="Times New Roman" panose="02020603050405020304" pitchFamily="18" charset="0"/>
                <a:cs typeface="Times New Roman" panose="02020603050405020304" pitchFamily="18" charset="0"/>
              </a:rPr>
              <a:t>初始排序码		</a:t>
            </a:r>
            <a:r>
              <a:rPr kumimoji="1" lang="en-US" altLang="zh-CN" sz="2400" u="sng">
                <a:latin typeface="Times New Roman" panose="02020603050405020304" pitchFamily="18" charset="0"/>
                <a:cs typeface="Times New Roman" panose="02020603050405020304" pitchFamily="18" charset="0"/>
              </a:rPr>
              <a:t>25</a:t>
            </a:r>
            <a:r>
              <a:rPr kumimoji="1" lang="en-US" altLang="zh-CN" sz="2400">
                <a:latin typeface="Times New Roman" panose="02020603050405020304" pitchFamily="18" charset="0"/>
                <a:cs typeface="Times New Roman" panose="02020603050405020304" pitchFamily="18" charset="0"/>
              </a:rPr>
              <a:t> </a:t>
            </a:r>
            <a:r>
              <a:rPr kumimoji="1" lang="en-US" altLang="zh-CN" sz="2400" u="sng">
                <a:latin typeface="Times New Roman" panose="02020603050405020304" pitchFamily="18" charset="0"/>
                <a:cs typeface="Times New Roman" panose="02020603050405020304" pitchFamily="18" charset="0"/>
              </a:rPr>
              <a:t>57</a:t>
            </a:r>
            <a:r>
              <a:rPr kumimoji="1" lang="en-US" altLang="zh-CN" sz="2400">
                <a:latin typeface="Times New Roman" panose="02020603050405020304" pitchFamily="18" charset="0"/>
                <a:cs typeface="Times New Roman" panose="02020603050405020304" pitchFamily="18" charset="0"/>
              </a:rPr>
              <a:t>	</a:t>
            </a:r>
            <a:r>
              <a:rPr kumimoji="1" lang="en-US" altLang="zh-CN" sz="2400" u="sng">
                <a:latin typeface="Times New Roman" panose="02020603050405020304" pitchFamily="18" charset="0"/>
                <a:cs typeface="Times New Roman" panose="02020603050405020304" pitchFamily="18" charset="0"/>
              </a:rPr>
              <a:t>48</a:t>
            </a:r>
            <a:r>
              <a:rPr kumimoji="1" lang="en-US" altLang="zh-CN" sz="2400">
                <a:latin typeface="Times New Roman" panose="02020603050405020304" pitchFamily="18" charset="0"/>
                <a:cs typeface="Times New Roman" panose="02020603050405020304" pitchFamily="18" charset="0"/>
              </a:rPr>
              <a:t> </a:t>
            </a:r>
            <a:r>
              <a:rPr kumimoji="1" lang="en-US" altLang="zh-CN" sz="2400" u="sng">
                <a:latin typeface="Times New Roman" panose="02020603050405020304" pitchFamily="18" charset="0"/>
                <a:cs typeface="Times New Roman" panose="02020603050405020304" pitchFamily="18" charset="0"/>
              </a:rPr>
              <a:t>37</a:t>
            </a:r>
            <a:r>
              <a:rPr kumimoji="1" lang="en-US" altLang="zh-CN" sz="2400">
                <a:latin typeface="Times New Roman" panose="02020603050405020304" pitchFamily="18" charset="0"/>
                <a:cs typeface="Times New Roman" panose="02020603050405020304" pitchFamily="18" charset="0"/>
              </a:rPr>
              <a:t>	</a:t>
            </a:r>
            <a:r>
              <a:rPr kumimoji="1" lang="en-US" altLang="zh-CN" sz="2400" u="sng">
                <a:latin typeface="Times New Roman" panose="02020603050405020304" pitchFamily="18" charset="0"/>
                <a:cs typeface="Times New Roman" panose="02020603050405020304" pitchFamily="18" charset="0"/>
              </a:rPr>
              <a:t>12</a:t>
            </a:r>
            <a:r>
              <a:rPr kumimoji="1" lang="en-US" altLang="zh-CN" sz="2400">
                <a:latin typeface="Times New Roman" panose="02020603050405020304" pitchFamily="18" charset="0"/>
                <a:cs typeface="Times New Roman" panose="02020603050405020304" pitchFamily="18" charset="0"/>
              </a:rPr>
              <a:t> </a:t>
            </a:r>
            <a:r>
              <a:rPr kumimoji="1" lang="en-US" altLang="zh-CN" sz="2400" u="sng">
                <a:latin typeface="Times New Roman" panose="02020603050405020304" pitchFamily="18" charset="0"/>
                <a:cs typeface="Times New Roman" panose="02020603050405020304" pitchFamily="18" charset="0"/>
              </a:rPr>
              <a:t>82</a:t>
            </a:r>
            <a:r>
              <a:rPr kumimoji="1" lang="en-US" altLang="zh-CN" sz="2400">
                <a:latin typeface="Times New Roman" panose="02020603050405020304" pitchFamily="18" charset="0"/>
                <a:cs typeface="Times New Roman" panose="02020603050405020304" pitchFamily="18" charset="0"/>
              </a:rPr>
              <a:t>	</a:t>
            </a:r>
            <a:r>
              <a:rPr kumimoji="1" lang="en-US" altLang="zh-CN" sz="2400" u="sng">
                <a:latin typeface="Times New Roman" panose="02020603050405020304" pitchFamily="18" charset="0"/>
                <a:cs typeface="Times New Roman" panose="02020603050405020304" pitchFamily="18" charset="0"/>
              </a:rPr>
              <a:t>75</a:t>
            </a:r>
            <a:r>
              <a:rPr kumimoji="1" lang="en-US" altLang="zh-CN" sz="2400">
                <a:latin typeface="Times New Roman" panose="02020603050405020304" pitchFamily="18" charset="0"/>
                <a:cs typeface="Times New Roman" panose="02020603050405020304" pitchFamily="18" charset="0"/>
              </a:rPr>
              <a:t> </a:t>
            </a:r>
            <a:r>
              <a:rPr kumimoji="1" lang="en-US" altLang="zh-CN" sz="2400" u="sng">
                <a:latin typeface="Times New Roman" panose="02020603050405020304" pitchFamily="18" charset="0"/>
                <a:cs typeface="Times New Roman" panose="02020603050405020304" pitchFamily="18" charset="0"/>
              </a:rPr>
              <a:t>29</a:t>
            </a:r>
            <a:r>
              <a:rPr kumimoji="1" lang="en-US" altLang="zh-CN" sz="2400">
                <a:latin typeface="Times New Roman" panose="02020603050405020304" pitchFamily="18" charset="0"/>
                <a:cs typeface="Times New Roman" panose="02020603050405020304" pitchFamily="18" charset="0"/>
              </a:rPr>
              <a:t>	</a:t>
            </a:r>
            <a:r>
              <a:rPr kumimoji="1" lang="en-US" altLang="zh-CN" sz="2400" u="sng">
                <a:latin typeface="Times New Roman" panose="02020603050405020304" pitchFamily="18" charset="0"/>
                <a:cs typeface="Times New Roman" panose="02020603050405020304" pitchFamily="18" charset="0"/>
              </a:rPr>
              <a:t>16</a:t>
            </a:r>
            <a:endParaRPr kumimoji="1" lang="en-US" altLang="zh-CN" sz="2400">
              <a:latin typeface="Times New Roman" panose="02020603050405020304" pitchFamily="18" charset="0"/>
              <a:cs typeface="Times New Roman" panose="02020603050405020304" pitchFamily="18" charset="0"/>
            </a:endParaRPr>
          </a:p>
          <a:p>
            <a:pPr algn="just" eaLnBrk="0" hangingPunct="0"/>
            <a:r>
              <a:rPr kumimoji="1" lang="en-US" altLang="zh-CN" sz="2400">
                <a:latin typeface="Times New Roman" panose="02020603050405020304" pitchFamily="18" charset="0"/>
                <a:cs typeface="Times New Roman" panose="02020603050405020304" pitchFamily="18" charset="0"/>
              </a:rPr>
              <a:t> 			   \/	   \/	   \/	  \/	│</a:t>
            </a:r>
            <a:endParaRPr kumimoji="1" lang="en-US" altLang="zh-CN" sz="2400">
              <a:latin typeface="Times New Roman" panose="02020603050405020304" pitchFamily="18" charset="0"/>
              <a:cs typeface="Times New Roman" panose="02020603050405020304" pitchFamily="18" charset="0"/>
            </a:endParaRPr>
          </a:p>
          <a:p>
            <a:pPr algn="just" eaLnBrk="0" hangingPunct="0"/>
            <a:r>
              <a:rPr kumimoji="1" lang="zh-CN" altLang="en-US" sz="2400">
                <a:latin typeface="Times New Roman" panose="02020603050405020304" pitchFamily="18" charset="0"/>
                <a:cs typeface="Times New Roman" panose="02020603050405020304" pitchFamily="18" charset="0"/>
              </a:rPr>
              <a:t>第一趟归并后	</a:t>
            </a:r>
            <a:r>
              <a:rPr kumimoji="1" lang="en-US" altLang="zh-CN" sz="2400" u="sng">
                <a:latin typeface="Times New Roman" panose="02020603050405020304" pitchFamily="18" charset="0"/>
                <a:cs typeface="Times New Roman" panose="02020603050405020304" pitchFamily="18" charset="0"/>
              </a:rPr>
              <a:t>25 57</a:t>
            </a:r>
            <a:r>
              <a:rPr kumimoji="1" lang="en-US" altLang="zh-CN" sz="2400">
                <a:latin typeface="Times New Roman" panose="02020603050405020304" pitchFamily="18" charset="0"/>
                <a:cs typeface="Times New Roman" panose="02020603050405020304" pitchFamily="18" charset="0"/>
              </a:rPr>
              <a:t>	</a:t>
            </a:r>
            <a:r>
              <a:rPr kumimoji="1" lang="en-US" altLang="zh-CN" sz="2400" u="sng">
                <a:latin typeface="Times New Roman" panose="02020603050405020304" pitchFamily="18" charset="0"/>
                <a:cs typeface="Times New Roman" panose="02020603050405020304" pitchFamily="18" charset="0"/>
              </a:rPr>
              <a:t>37 48</a:t>
            </a:r>
            <a:r>
              <a:rPr kumimoji="1" lang="en-US" altLang="zh-CN" sz="2400">
                <a:latin typeface="Times New Roman" panose="02020603050405020304" pitchFamily="18" charset="0"/>
                <a:cs typeface="Times New Roman" panose="02020603050405020304" pitchFamily="18" charset="0"/>
              </a:rPr>
              <a:t>	</a:t>
            </a:r>
            <a:r>
              <a:rPr kumimoji="1" lang="en-US" altLang="zh-CN" sz="2400" u="sng">
                <a:latin typeface="Times New Roman" panose="02020603050405020304" pitchFamily="18" charset="0"/>
                <a:cs typeface="Times New Roman" panose="02020603050405020304" pitchFamily="18" charset="0"/>
              </a:rPr>
              <a:t>12 82</a:t>
            </a:r>
            <a:r>
              <a:rPr kumimoji="1" lang="en-US" altLang="zh-CN" sz="2400">
                <a:latin typeface="Times New Roman" panose="02020603050405020304" pitchFamily="18" charset="0"/>
                <a:cs typeface="Times New Roman" panose="02020603050405020304" pitchFamily="18" charset="0"/>
              </a:rPr>
              <a:t>	</a:t>
            </a:r>
            <a:r>
              <a:rPr kumimoji="1" lang="en-US" altLang="zh-CN" sz="2400" u="sng">
                <a:latin typeface="Times New Roman" panose="02020603050405020304" pitchFamily="18" charset="0"/>
                <a:cs typeface="Times New Roman" panose="02020603050405020304" pitchFamily="18" charset="0"/>
              </a:rPr>
              <a:t>29 75</a:t>
            </a:r>
            <a:r>
              <a:rPr kumimoji="1" lang="en-US" altLang="zh-CN" sz="2400">
                <a:latin typeface="Times New Roman" panose="02020603050405020304" pitchFamily="18" charset="0"/>
                <a:cs typeface="Times New Roman" panose="02020603050405020304" pitchFamily="18" charset="0"/>
              </a:rPr>
              <a:t>	</a:t>
            </a:r>
            <a:r>
              <a:rPr kumimoji="1" lang="en-US" altLang="zh-CN" sz="2400" u="sng">
                <a:latin typeface="Times New Roman" panose="02020603050405020304" pitchFamily="18" charset="0"/>
                <a:cs typeface="Times New Roman" panose="02020603050405020304" pitchFamily="18" charset="0"/>
              </a:rPr>
              <a:t>16</a:t>
            </a:r>
            <a:endParaRPr kumimoji="1" lang="en-US" altLang="zh-CN" sz="2400">
              <a:latin typeface="Times New Roman" panose="02020603050405020304" pitchFamily="18" charset="0"/>
              <a:cs typeface="Times New Roman" panose="02020603050405020304" pitchFamily="18" charset="0"/>
            </a:endParaRPr>
          </a:p>
          <a:p>
            <a:pPr algn="just" eaLnBrk="0" hangingPunct="0"/>
            <a:r>
              <a:rPr kumimoji="1" lang="en-US" altLang="zh-CN" sz="2400">
                <a:latin typeface="Times New Roman" panose="02020603050405020304" pitchFamily="18" charset="0"/>
                <a:cs typeface="Times New Roman" panose="02020603050405020304" pitchFamily="18" charset="0"/>
              </a:rPr>
              <a:t>  		  	     \          /	  \ 	 /	│</a:t>
            </a:r>
            <a:endParaRPr kumimoji="1" lang="en-US" altLang="zh-CN" sz="2400">
              <a:latin typeface="Times New Roman" panose="02020603050405020304" pitchFamily="18" charset="0"/>
              <a:cs typeface="Times New Roman" panose="02020603050405020304" pitchFamily="18" charset="0"/>
            </a:endParaRPr>
          </a:p>
          <a:p>
            <a:pPr algn="just" eaLnBrk="0" hangingPunct="0"/>
            <a:r>
              <a:rPr kumimoji="1" lang="zh-CN" altLang="en-US" sz="2400">
                <a:latin typeface="Times New Roman" panose="02020603050405020304" pitchFamily="18" charset="0"/>
                <a:cs typeface="Times New Roman" panose="02020603050405020304" pitchFamily="18" charset="0"/>
              </a:rPr>
              <a:t>第二趟归并后	</a:t>
            </a:r>
            <a:r>
              <a:rPr kumimoji="1" lang="en-US" altLang="zh-CN" sz="2400" u="sng">
                <a:latin typeface="Times New Roman" panose="02020603050405020304" pitchFamily="18" charset="0"/>
                <a:cs typeface="Times New Roman" panose="02020603050405020304" pitchFamily="18" charset="0"/>
              </a:rPr>
              <a:t>25 37	48 57</a:t>
            </a:r>
            <a:r>
              <a:rPr kumimoji="1" lang="en-US" altLang="zh-CN" sz="2400">
                <a:latin typeface="Times New Roman" panose="02020603050405020304" pitchFamily="18" charset="0"/>
                <a:cs typeface="Times New Roman" panose="02020603050405020304" pitchFamily="18" charset="0"/>
              </a:rPr>
              <a:t>	</a:t>
            </a:r>
            <a:r>
              <a:rPr kumimoji="1" lang="en-US" altLang="zh-CN" sz="2400" u="sng">
                <a:latin typeface="Times New Roman" panose="02020603050405020304" pitchFamily="18" charset="0"/>
                <a:cs typeface="Times New Roman" panose="02020603050405020304" pitchFamily="18" charset="0"/>
              </a:rPr>
              <a:t>12 29	75 82</a:t>
            </a:r>
            <a:r>
              <a:rPr kumimoji="1" lang="en-US" altLang="zh-CN" sz="2400">
                <a:latin typeface="Times New Roman" panose="02020603050405020304" pitchFamily="18" charset="0"/>
                <a:cs typeface="Times New Roman" panose="02020603050405020304" pitchFamily="18" charset="0"/>
              </a:rPr>
              <a:t>	</a:t>
            </a:r>
            <a:r>
              <a:rPr kumimoji="1" lang="en-US" altLang="zh-CN" sz="2400" u="sng">
                <a:latin typeface="Times New Roman" panose="02020603050405020304" pitchFamily="18" charset="0"/>
                <a:cs typeface="Times New Roman" panose="02020603050405020304" pitchFamily="18" charset="0"/>
              </a:rPr>
              <a:t>16</a:t>
            </a:r>
            <a:endParaRPr kumimoji="1" lang="en-US" altLang="zh-CN" sz="2400">
              <a:latin typeface="Times New Roman" panose="02020603050405020304" pitchFamily="18" charset="0"/>
              <a:cs typeface="Times New Roman" panose="02020603050405020304" pitchFamily="18" charset="0"/>
            </a:endParaRPr>
          </a:p>
          <a:p>
            <a:pPr algn="just" eaLnBrk="0" hangingPunct="0"/>
            <a:r>
              <a:rPr kumimoji="1" lang="en-US" altLang="zh-CN" sz="2400">
                <a:latin typeface="Times New Roman" panose="02020603050405020304" pitchFamily="18" charset="0"/>
                <a:cs typeface="Times New Roman" panose="02020603050405020304" pitchFamily="18" charset="0"/>
              </a:rPr>
              <a:t>  		                       \                      /		│</a:t>
            </a:r>
            <a:endParaRPr kumimoji="1" lang="en-US" altLang="zh-CN" sz="2400">
              <a:latin typeface="Times New Roman" panose="02020603050405020304" pitchFamily="18" charset="0"/>
              <a:cs typeface="Times New Roman" panose="02020603050405020304" pitchFamily="18" charset="0"/>
            </a:endParaRPr>
          </a:p>
          <a:p>
            <a:pPr algn="just" eaLnBrk="0" hangingPunct="0"/>
            <a:r>
              <a:rPr kumimoji="1" lang="zh-CN" altLang="en-US" sz="2400">
                <a:latin typeface="Times New Roman" panose="02020603050405020304" pitchFamily="18" charset="0"/>
                <a:cs typeface="Times New Roman" panose="02020603050405020304" pitchFamily="18" charset="0"/>
              </a:rPr>
              <a:t>第三趟归并后	</a:t>
            </a:r>
            <a:r>
              <a:rPr kumimoji="1" lang="en-US" altLang="zh-CN" sz="2400" u="sng">
                <a:latin typeface="Times New Roman" panose="02020603050405020304" pitchFamily="18" charset="0"/>
                <a:cs typeface="Times New Roman" panose="02020603050405020304" pitchFamily="18" charset="0"/>
              </a:rPr>
              <a:t>12 25	29 37	48 57	75 82</a:t>
            </a:r>
            <a:r>
              <a:rPr kumimoji="1" lang="en-US" altLang="zh-CN" sz="2400">
                <a:latin typeface="Times New Roman" panose="02020603050405020304" pitchFamily="18" charset="0"/>
                <a:cs typeface="Times New Roman" panose="02020603050405020304" pitchFamily="18" charset="0"/>
              </a:rPr>
              <a:t>	</a:t>
            </a:r>
            <a:r>
              <a:rPr kumimoji="1" lang="en-US" altLang="zh-CN" sz="2400" u="sng">
                <a:latin typeface="Times New Roman" panose="02020603050405020304" pitchFamily="18" charset="0"/>
                <a:cs typeface="Times New Roman" panose="02020603050405020304" pitchFamily="18" charset="0"/>
              </a:rPr>
              <a:t>16</a:t>
            </a:r>
            <a:endParaRPr kumimoji="1" lang="en-US" altLang="zh-CN" sz="2400">
              <a:latin typeface="Times New Roman" panose="02020603050405020304" pitchFamily="18" charset="0"/>
              <a:cs typeface="Times New Roman" panose="02020603050405020304" pitchFamily="18" charset="0"/>
            </a:endParaRPr>
          </a:p>
          <a:p>
            <a:pPr algn="just" eaLnBrk="0" hangingPunct="0"/>
            <a:r>
              <a:rPr kumimoji="1" lang="en-US" altLang="zh-CN" sz="2400">
                <a:latin typeface="Times New Roman" panose="02020603050405020304" pitchFamily="18" charset="0"/>
                <a:cs typeface="Times New Roman" panose="02020603050405020304" pitchFamily="18" charset="0"/>
              </a:rPr>
              <a:t>  		  			\		/</a:t>
            </a:r>
            <a:endParaRPr kumimoji="1" lang="en-US" altLang="zh-CN" sz="2400">
              <a:latin typeface="Times New Roman" panose="02020603050405020304" pitchFamily="18" charset="0"/>
              <a:cs typeface="Times New Roman" panose="02020603050405020304" pitchFamily="18" charset="0"/>
            </a:endParaRPr>
          </a:p>
          <a:p>
            <a:pPr algn="just" eaLnBrk="0" hangingPunct="0"/>
            <a:r>
              <a:rPr kumimoji="1" lang="zh-CN" altLang="en-US" sz="2400">
                <a:solidFill>
                  <a:srgbClr val="FF0000"/>
                </a:solidFill>
                <a:latin typeface="Times New Roman" panose="02020603050405020304" pitchFamily="18" charset="0"/>
                <a:cs typeface="Times New Roman" panose="02020603050405020304" pitchFamily="18" charset="0"/>
              </a:rPr>
              <a:t>第四趟归并后	</a:t>
            </a:r>
            <a:r>
              <a:rPr kumimoji="1" lang="en-US" altLang="zh-CN" sz="2400" u="sng">
                <a:solidFill>
                  <a:srgbClr val="FF0000"/>
                </a:solidFill>
                <a:latin typeface="Times New Roman" panose="02020603050405020304" pitchFamily="18" charset="0"/>
                <a:cs typeface="Times New Roman" panose="02020603050405020304" pitchFamily="18" charset="0"/>
              </a:rPr>
              <a:t>12 16	25 29	37 48	57 75	82</a:t>
            </a:r>
            <a:endParaRPr kumimoji="1" lang="en-US" altLang="zh-CN" sz="2400">
              <a:solidFill>
                <a:srgbClr val="FFFF00"/>
              </a:solidFill>
              <a:latin typeface="Times New Roman" panose="02020603050405020304" pitchFamily="18" charset="0"/>
              <a:cs typeface="Times New Roman" panose="02020603050405020304" pitchFamily="18" charset="0"/>
            </a:endParaRPr>
          </a:p>
          <a:p>
            <a:pPr algn="just" eaLnBrk="0" hangingPunct="0"/>
            <a:endParaRPr kumimoji="1" lang="en-US" altLang="zh-CN" sz="2400">
              <a:solidFill>
                <a:srgbClr val="FFFF00"/>
              </a:solidFill>
              <a:latin typeface="Times New Roman" panose="02020603050405020304" pitchFamily="18" charset="0"/>
              <a:cs typeface="Times New Roman" panose="02020603050405020304" pitchFamily="18" charset="0"/>
            </a:endParaRPr>
          </a:p>
          <a:p>
            <a:pPr algn="just" eaLnBrk="0" hangingPunct="0"/>
            <a:r>
              <a:rPr kumimoji="1" lang="zh-CN" altLang="en-US" sz="2400">
                <a:solidFill>
                  <a:srgbClr val="FF0000"/>
                </a:solidFill>
                <a:latin typeface="Times New Roman" panose="02020603050405020304" pitchFamily="18" charset="0"/>
                <a:cs typeface="Times New Roman" panose="02020603050405020304" pitchFamily="18" charset="0"/>
              </a:rPr>
              <a:t>排序后的结果为：	</a:t>
            </a:r>
            <a:r>
              <a:rPr kumimoji="1" lang="en-US" altLang="zh-CN" sz="2400">
                <a:solidFill>
                  <a:srgbClr val="FF0000"/>
                </a:solidFill>
                <a:latin typeface="Times New Roman" panose="02020603050405020304" pitchFamily="18" charset="0"/>
                <a:cs typeface="Times New Roman" panose="02020603050405020304" pitchFamily="18" charset="0"/>
              </a:rPr>
              <a:t>12, 16, 25, 29, 37, 48, 57, 75, 82</a:t>
            </a:r>
            <a:endParaRPr kumimoji="1" lang="en-US" altLang="zh-CN" sz="240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2951">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2951">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2951">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2951">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2951">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2951">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2951">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2951">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2951">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a:effectLst>
                  <a:outerShdw blurRad="38100" dist="25400" dir="5400000" algn="ctr" rotWithShape="0">
                    <a:srgbClr val="6E747A">
                      <a:alpha val="43000"/>
                    </a:srgbClr>
                  </a:outerShdw>
                </a:effectLst>
                <a:sym typeface="+mn-ea"/>
              </a:rPr>
              <a:t>9.5 </a:t>
            </a:r>
            <a:r>
              <a:rPr lang="zh-CN" altLang="en-US">
                <a:effectLst>
                  <a:outerShdw blurRad="38100" dist="25400" dir="5400000" algn="ctr" rotWithShape="0">
                    <a:srgbClr val="6E747A">
                      <a:alpha val="43000"/>
                    </a:srgbClr>
                  </a:outerShdw>
                </a:effectLst>
                <a:sym typeface="+mn-ea"/>
              </a:rPr>
              <a:t>归并排序</a:t>
            </a:r>
            <a:endParaRPr lang="zh-CN" altLang="en-US">
              <a:effectLst>
                <a:outerShdw blurRad="38100" dist="25400" dir="5400000" algn="ctr" rotWithShape="0">
                  <a:srgbClr val="6E747A">
                    <a:alpha val="43000"/>
                  </a:srgbClr>
                </a:outerShdw>
              </a:effectLst>
              <a:sym typeface="+mn-ea"/>
            </a:endParaRPr>
          </a:p>
        </p:txBody>
      </p:sp>
      <p:sp>
        <p:nvSpPr>
          <p:cNvPr id="3" name="文本框 2"/>
          <p:cNvSpPr txBox="1"/>
          <p:nvPr/>
        </p:nvSpPr>
        <p:spPr>
          <a:xfrm>
            <a:off x="454660" y="1308735"/>
            <a:ext cx="8232140" cy="5418455"/>
          </a:xfrm>
          <a:prstGeom prst="rect">
            <a:avLst/>
          </a:prstGeom>
          <a:noFill/>
        </p:spPr>
        <p:txBody>
          <a:bodyPr wrap="square" rtlCol="0" anchor="t">
            <a:spAutoFit/>
          </a:bodyPr>
          <a:p>
            <a:pPr>
              <a:lnSpc>
                <a:spcPct val="80000"/>
              </a:lnSpc>
            </a:pPr>
            <a:r>
              <a:rPr lang="en-US" altLang="zh-CN" sz="1400"/>
              <a:t>void Merge(RecordType r1[],  int low,   int mid,   int high,  RecordType  r2[])</a:t>
            </a:r>
            <a:endParaRPr lang="en-US" altLang="zh-CN" sz="1400"/>
          </a:p>
          <a:p>
            <a:pPr>
              <a:lnSpc>
                <a:spcPct val="80000"/>
              </a:lnSpc>
            </a:pPr>
            <a:r>
              <a:rPr lang="zh-CN" altLang="en-US" sz="1400"/>
              <a:t>/* 已知</a:t>
            </a:r>
            <a:r>
              <a:rPr lang="en-US" altLang="zh-CN" sz="1400"/>
              <a:t>r1[low..mid]</a:t>
            </a:r>
            <a:r>
              <a:rPr lang="zh-CN" altLang="en-US" sz="1400"/>
              <a:t>和</a:t>
            </a:r>
            <a:r>
              <a:rPr lang="en-US" altLang="zh-CN" sz="1400"/>
              <a:t>r1[mid+1..high]</a:t>
            </a:r>
            <a:r>
              <a:rPr lang="zh-CN" altLang="en-US" sz="1400"/>
              <a:t>分别按关键字有序排列，将它们合并成一个有序序列，存放在</a:t>
            </a:r>
            <a:r>
              <a:rPr lang="en-US" altLang="zh-CN" sz="1400"/>
              <a:t>r2[low..high] */</a:t>
            </a:r>
            <a:endParaRPr lang="en-US" altLang="zh-CN" sz="1400"/>
          </a:p>
          <a:p>
            <a:pPr>
              <a:lnSpc>
                <a:spcPct val="80000"/>
              </a:lnSpc>
            </a:pPr>
            <a:r>
              <a:rPr lang="en-US" altLang="zh-CN" sz="1400"/>
              <a:t>{ </a:t>
            </a:r>
            <a:endParaRPr lang="en-US" altLang="zh-CN" sz="1400"/>
          </a:p>
          <a:p>
            <a:pPr>
              <a:lnSpc>
                <a:spcPct val="80000"/>
              </a:lnSpc>
            </a:pPr>
            <a:r>
              <a:rPr lang="en-US" altLang="zh-CN" sz="1400"/>
              <a:t>	int i,j,k;</a:t>
            </a:r>
            <a:endParaRPr lang="en-US" altLang="zh-CN" sz="1400"/>
          </a:p>
          <a:p>
            <a:pPr>
              <a:lnSpc>
                <a:spcPct val="80000"/>
              </a:lnSpc>
            </a:pPr>
            <a:r>
              <a:rPr lang="en-US" altLang="zh-CN" sz="1400"/>
              <a:t>	i=low;</a:t>
            </a:r>
            <a:endParaRPr lang="en-US" altLang="zh-CN" sz="1400"/>
          </a:p>
          <a:p>
            <a:pPr>
              <a:lnSpc>
                <a:spcPct val="80000"/>
              </a:lnSpc>
            </a:pPr>
            <a:r>
              <a:rPr lang="en-US" altLang="zh-CN" sz="1400"/>
              <a:t>	j=mid+1;</a:t>
            </a:r>
            <a:endParaRPr lang="en-US" altLang="zh-CN" sz="1400"/>
          </a:p>
          <a:p>
            <a:pPr>
              <a:lnSpc>
                <a:spcPct val="80000"/>
              </a:lnSpc>
            </a:pPr>
            <a:r>
              <a:rPr lang="en-US" altLang="zh-CN" sz="1400"/>
              <a:t>	k=low;</a:t>
            </a:r>
            <a:endParaRPr lang="en-US" altLang="zh-CN" sz="1400"/>
          </a:p>
          <a:p>
            <a:pPr>
              <a:lnSpc>
                <a:spcPct val="80000"/>
              </a:lnSpc>
            </a:pPr>
            <a:r>
              <a:rPr lang="en-US" altLang="zh-CN" sz="1400"/>
              <a:t>	while ( (i&lt;=mid)&amp;&amp;(j&lt;=high)  )</a:t>
            </a:r>
            <a:endParaRPr lang="en-US" altLang="zh-CN" sz="1400"/>
          </a:p>
          <a:p>
            <a:pPr>
              <a:lnSpc>
                <a:spcPct val="80000"/>
              </a:lnSpc>
            </a:pPr>
            <a:r>
              <a:rPr lang="en-US" altLang="zh-CN" sz="1400"/>
              <a:t>	{</a:t>
            </a:r>
            <a:endParaRPr lang="en-US" altLang="zh-CN" sz="1400"/>
          </a:p>
          <a:p>
            <a:pPr>
              <a:lnSpc>
                <a:spcPct val="80000"/>
              </a:lnSpc>
            </a:pPr>
            <a:r>
              <a:rPr lang="en-US" altLang="zh-CN" sz="1400"/>
              <a:t>		if ( r1[i].key&lt;=r1[j].key )</a:t>
            </a:r>
            <a:endParaRPr lang="en-US" altLang="zh-CN" sz="1400"/>
          </a:p>
          <a:p>
            <a:pPr>
              <a:lnSpc>
                <a:spcPct val="80000"/>
              </a:lnSpc>
            </a:pPr>
            <a:r>
              <a:rPr lang="en-US" altLang="zh-CN" sz="1400"/>
              <a:t>		{       </a:t>
            </a:r>
            <a:r>
              <a:rPr lang="en-US" altLang="zh-CN" sz="1400">
                <a:sym typeface="+mn-ea"/>
              </a:rPr>
              <a:t>r2[k]=r1[i];</a:t>
            </a:r>
            <a:endParaRPr lang="en-US" altLang="zh-CN" sz="1400"/>
          </a:p>
          <a:p>
            <a:pPr>
              <a:lnSpc>
                <a:spcPct val="80000"/>
              </a:lnSpc>
            </a:pPr>
            <a:r>
              <a:rPr lang="en-US" altLang="zh-CN" sz="1400">
                <a:sym typeface="+mn-ea"/>
              </a:rPr>
              <a:t>		        ++i;    }</a:t>
            </a:r>
            <a:endParaRPr lang="en-US" altLang="zh-CN" sz="1400"/>
          </a:p>
          <a:p>
            <a:pPr>
              <a:lnSpc>
                <a:spcPct val="80000"/>
              </a:lnSpc>
            </a:pPr>
            <a:r>
              <a:rPr lang="en-US" altLang="zh-CN" sz="1400"/>
              <a:t>		else </a:t>
            </a:r>
            <a:endParaRPr lang="en-US" altLang="zh-CN" sz="1400"/>
          </a:p>
          <a:p>
            <a:pPr>
              <a:lnSpc>
                <a:spcPct val="80000"/>
              </a:lnSpc>
            </a:pPr>
            <a:r>
              <a:rPr lang="en-US" altLang="zh-CN" sz="1400"/>
              <a:t>		{       </a:t>
            </a:r>
            <a:r>
              <a:rPr lang="en-US" altLang="zh-CN" sz="1400">
                <a:sym typeface="+mn-ea"/>
              </a:rPr>
              <a:t>r2[k]=r1[j];</a:t>
            </a:r>
            <a:endParaRPr lang="en-US" altLang="zh-CN" sz="1400"/>
          </a:p>
          <a:p>
            <a:pPr>
              <a:lnSpc>
                <a:spcPct val="80000"/>
              </a:lnSpc>
            </a:pPr>
            <a:r>
              <a:rPr lang="en-US" altLang="zh-CN" sz="1400">
                <a:sym typeface="+mn-ea"/>
              </a:rPr>
              <a:t>		         ++j;</a:t>
            </a:r>
            <a:r>
              <a:rPr lang="en-US" altLang="zh-CN" sz="1400"/>
              <a:t>}</a:t>
            </a:r>
            <a:endParaRPr lang="en-US" altLang="zh-CN" sz="1400"/>
          </a:p>
          <a:p>
            <a:pPr>
              <a:lnSpc>
                <a:spcPct val="80000"/>
              </a:lnSpc>
            </a:pPr>
            <a:r>
              <a:rPr lang="en-US" altLang="zh-CN" sz="1400"/>
              <a:t>		++k;</a:t>
            </a:r>
            <a:endParaRPr lang="en-US" altLang="zh-CN" sz="1400"/>
          </a:p>
          <a:p>
            <a:pPr>
              <a:lnSpc>
                <a:spcPct val="80000"/>
              </a:lnSpc>
            </a:pPr>
            <a:r>
              <a:rPr lang="en-US" altLang="zh-CN" sz="1400"/>
              <a:t>	}</a:t>
            </a:r>
            <a:endParaRPr lang="en-US" altLang="zh-CN" sz="1400"/>
          </a:p>
          <a:p>
            <a:pPr>
              <a:lnSpc>
                <a:spcPct val="80000"/>
              </a:lnSpc>
            </a:pPr>
            <a:r>
              <a:rPr lang="en-US" altLang="zh-CN" sz="1400"/>
              <a:t>	while( i&lt;=mid )</a:t>
            </a:r>
            <a:endParaRPr lang="en-US" altLang="zh-CN" sz="1400"/>
          </a:p>
          <a:p>
            <a:pPr>
              <a:lnSpc>
                <a:spcPct val="80000"/>
              </a:lnSpc>
            </a:pPr>
            <a:r>
              <a:rPr lang="en-US" altLang="zh-CN" sz="1400"/>
              <a:t>	{</a:t>
            </a:r>
            <a:endParaRPr lang="en-US" altLang="zh-CN" sz="1400"/>
          </a:p>
          <a:p>
            <a:pPr>
              <a:lnSpc>
                <a:spcPct val="80000"/>
              </a:lnSpc>
            </a:pPr>
            <a:r>
              <a:rPr lang="en-US" altLang="zh-CN" sz="1400"/>
              <a:t>		r2[k]=r1[i];</a:t>
            </a:r>
            <a:endParaRPr lang="en-US" altLang="zh-CN" sz="1400"/>
          </a:p>
          <a:p>
            <a:pPr>
              <a:lnSpc>
                <a:spcPct val="80000"/>
              </a:lnSpc>
            </a:pPr>
            <a:r>
              <a:rPr lang="en-US" altLang="zh-CN" sz="1400"/>
              <a:t>		k++;</a:t>
            </a:r>
            <a:endParaRPr lang="en-US" altLang="zh-CN" sz="1400"/>
          </a:p>
          <a:p>
            <a:pPr>
              <a:lnSpc>
                <a:spcPct val="80000"/>
              </a:lnSpc>
            </a:pPr>
            <a:r>
              <a:rPr lang="en-US" altLang="zh-CN" sz="1400"/>
              <a:t>		i++;</a:t>
            </a:r>
            <a:endParaRPr lang="en-US" altLang="zh-CN" sz="1400"/>
          </a:p>
          <a:p>
            <a:pPr>
              <a:lnSpc>
                <a:spcPct val="80000"/>
              </a:lnSpc>
            </a:pPr>
            <a:r>
              <a:rPr lang="en-US" altLang="zh-CN" sz="1400"/>
              <a:t>	}</a:t>
            </a:r>
            <a:endParaRPr lang="en-US" altLang="zh-CN" sz="1400"/>
          </a:p>
          <a:p>
            <a:pPr>
              <a:lnSpc>
                <a:spcPct val="80000"/>
              </a:lnSpc>
            </a:pPr>
            <a:r>
              <a:rPr lang="en-US" altLang="zh-CN" sz="1400"/>
              <a:t>	while( j&lt;=high)</a:t>
            </a:r>
            <a:endParaRPr lang="en-US" altLang="zh-CN" sz="1400"/>
          </a:p>
          <a:p>
            <a:pPr>
              <a:lnSpc>
                <a:spcPct val="80000"/>
              </a:lnSpc>
            </a:pPr>
            <a:r>
              <a:rPr lang="en-US" altLang="zh-CN" sz="1400"/>
              <a:t>	{</a:t>
            </a:r>
            <a:endParaRPr lang="en-US" altLang="zh-CN" sz="1400"/>
          </a:p>
          <a:p>
            <a:pPr>
              <a:lnSpc>
                <a:spcPct val="80000"/>
              </a:lnSpc>
            </a:pPr>
            <a:r>
              <a:rPr lang="en-US" altLang="zh-CN" sz="1400"/>
              <a:t>		r2[k]=r1[j];</a:t>
            </a:r>
            <a:endParaRPr lang="en-US" altLang="zh-CN" sz="1400"/>
          </a:p>
          <a:p>
            <a:pPr>
              <a:lnSpc>
                <a:spcPct val="80000"/>
              </a:lnSpc>
            </a:pPr>
            <a:r>
              <a:rPr lang="en-US" altLang="zh-CN" sz="1400"/>
              <a:t>		k++;</a:t>
            </a:r>
            <a:endParaRPr lang="en-US" altLang="zh-CN" sz="1400"/>
          </a:p>
          <a:p>
            <a:pPr>
              <a:lnSpc>
                <a:spcPct val="80000"/>
              </a:lnSpc>
            </a:pPr>
            <a:r>
              <a:rPr lang="en-US" altLang="zh-CN" sz="1400"/>
              <a:t>		j++;</a:t>
            </a:r>
            <a:endParaRPr lang="en-US" altLang="zh-CN" sz="1400"/>
          </a:p>
          <a:p>
            <a:pPr>
              <a:lnSpc>
                <a:spcPct val="80000"/>
              </a:lnSpc>
            </a:pPr>
            <a:r>
              <a:rPr lang="en-US" altLang="zh-CN" sz="1400"/>
              <a:t>	}</a:t>
            </a:r>
            <a:endParaRPr lang="en-US" altLang="zh-CN" sz="1400"/>
          </a:p>
          <a:p>
            <a:pPr>
              <a:lnSpc>
                <a:spcPct val="80000"/>
              </a:lnSpc>
            </a:pPr>
            <a:r>
              <a:rPr lang="en-US" altLang="zh-CN" sz="1400"/>
              <a:t>} /* Merge */ </a:t>
            </a:r>
            <a:endParaRPr lang="en-US" altLang="zh-CN" sz="1400"/>
          </a:p>
        </p:txBody>
      </p:sp>
      <p:sp>
        <p:nvSpPr>
          <p:cNvPr id="4" name="文本框 3"/>
          <p:cNvSpPr txBox="1"/>
          <p:nvPr/>
        </p:nvSpPr>
        <p:spPr>
          <a:xfrm>
            <a:off x="501015" y="940435"/>
            <a:ext cx="3534410" cy="368300"/>
          </a:xfrm>
          <a:prstGeom prst="rect">
            <a:avLst/>
          </a:prstGeom>
          <a:noFill/>
        </p:spPr>
        <p:txBody>
          <a:bodyPr wrap="square" rtlCol="0">
            <a:spAutoFit/>
          </a:bodyPr>
          <a:p>
            <a:r>
              <a:rPr lang="zh-CN" altLang="en-US" b="1">
                <a:solidFill>
                  <a:srgbClr val="FF0000"/>
                </a:solidFill>
                <a:latin typeface="宋体" panose="02010600030101010101" pitchFamily="2" charset="-122"/>
                <a:ea typeface="宋体" panose="02010600030101010101" pitchFamily="2" charset="-122"/>
              </a:rPr>
              <a:t>相邻两个有序子序列的合并算法：</a:t>
            </a:r>
            <a:endParaRPr lang="zh-CN" altLang="en-US" b="1">
              <a:solidFill>
                <a:srgbClr val="FF0000"/>
              </a:solidFill>
              <a:latin typeface="宋体" panose="02010600030101010101" pitchFamily="2" charset="-122"/>
              <a:ea typeface="宋体" panose="02010600030101010101" pitchFamily="2" charset="-122"/>
            </a:endParaRPr>
          </a:p>
        </p:txBody>
      </p:sp>
      <p:sp>
        <p:nvSpPr>
          <p:cNvPr id="5" name="文本框 4"/>
          <p:cNvSpPr txBox="1"/>
          <p:nvPr/>
        </p:nvSpPr>
        <p:spPr>
          <a:xfrm>
            <a:off x="4571365" y="3429000"/>
            <a:ext cx="4179570" cy="1751965"/>
          </a:xfrm>
          <a:prstGeom prst="rect">
            <a:avLst/>
          </a:prstGeom>
          <a:noFill/>
        </p:spPr>
        <p:txBody>
          <a:bodyPr wrap="square" rtlCol="0">
            <a:spAutoFit/>
          </a:bodyPr>
          <a:p>
            <a:pPr>
              <a:lnSpc>
                <a:spcPct val="120000"/>
              </a:lnSpc>
            </a:pPr>
            <a:r>
              <a:rPr lang="zh-CN" altLang="en-US">
                <a:latin typeface="宋体" panose="02010600030101010101" pitchFamily="2" charset="-122"/>
                <a:ea typeface="宋体" panose="02010600030101010101" pitchFamily="2" charset="-122"/>
                <a:cs typeface="宋体" panose="02010600030101010101" pitchFamily="2" charset="-122"/>
              </a:rPr>
              <a:t>在合并过程中，两个有序的子表被遍历了一遍，表中每一项都被复制了一次。</a:t>
            </a:r>
            <a:endParaRPr lang="zh-CN" altLang="en-US">
              <a:latin typeface="宋体" panose="02010600030101010101" pitchFamily="2" charset="-122"/>
              <a:ea typeface="宋体" panose="02010600030101010101" pitchFamily="2" charset="-122"/>
              <a:cs typeface="宋体" panose="02010600030101010101" pitchFamily="2" charset="-122"/>
            </a:endParaRPr>
          </a:p>
          <a:p>
            <a:pPr>
              <a:lnSpc>
                <a:spcPct val="120000"/>
              </a:lnSpc>
            </a:pPr>
            <a:endParaRPr lang="zh-CN" altLang="en-US">
              <a:latin typeface="宋体" panose="02010600030101010101" pitchFamily="2" charset="-122"/>
              <a:ea typeface="宋体" panose="02010600030101010101" pitchFamily="2" charset="-122"/>
              <a:cs typeface="宋体" panose="02010600030101010101" pitchFamily="2" charset="-122"/>
            </a:endParaRPr>
          </a:p>
          <a:p>
            <a:pPr>
              <a:lnSpc>
                <a:spcPct val="120000"/>
              </a:lnSpc>
            </a:pPr>
            <a:r>
              <a:rPr lang="zh-CN" altLang="en-US">
                <a:latin typeface="宋体" panose="02010600030101010101" pitchFamily="2" charset="-122"/>
                <a:ea typeface="宋体" panose="02010600030101010101" pitchFamily="2" charset="-122"/>
                <a:cs typeface="宋体" panose="02010600030101010101" pitchFamily="2" charset="-122"/>
              </a:rPr>
              <a:t>因此，合并的代价与两个子表的长度之和成正比，该算法的时间复杂度为</a:t>
            </a:r>
            <a:r>
              <a:rPr lang="en-US" altLang="zh-CN" b="1">
                <a:latin typeface="宋体" panose="02010600030101010101" pitchFamily="2" charset="-122"/>
                <a:ea typeface="宋体" panose="02010600030101010101" pitchFamily="2" charset="-122"/>
                <a:cs typeface="宋体" panose="02010600030101010101" pitchFamily="2" charset="-122"/>
              </a:rPr>
              <a:t>O(n)</a:t>
            </a:r>
            <a:r>
              <a:rPr lang="zh-CN" altLang="en-US">
                <a:latin typeface="宋体" panose="02010600030101010101" pitchFamily="2" charset="-122"/>
                <a:ea typeface="宋体" panose="02010600030101010101" pitchFamily="2" charset="-122"/>
                <a:cs typeface="宋体" panose="02010600030101010101" pitchFamily="2" charset="-122"/>
              </a:rPr>
              <a:t>。</a:t>
            </a:r>
            <a:endParaRPr lang="zh-CN" altLang="en-US">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a:effectLst>
                  <a:outerShdw blurRad="38100" dist="25400" dir="5400000" algn="ctr" rotWithShape="0">
                    <a:srgbClr val="6E747A">
                      <a:alpha val="43000"/>
                    </a:srgbClr>
                  </a:outerShdw>
                </a:effectLst>
                <a:sym typeface="+mn-ea"/>
              </a:rPr>
              <a:t>9.5 </a:t>
            </a:r>
            <a:r>
              <a:rPr lang="zh-CN" altLang="en-US">
                <a:effectLst>
                  <a:outerShdw blurRad="38100" dist="25400" dir="5400000" algn="ctr" rotWithShape="0">
                    <a:srgbClr val="6E747A">
                      <a:alpha val="43000"/>
                    </a:srgbClr>
                  </a:outerShdw>
                </a:effectLst>
                <a:sym typeface="+mn-ea"/>
              </a:rPr>
              <a:t>归并排序</a:t>
            </a:r>
            <a:endParaRPr lang="zh-CN" altLang="en-US">
              <a:effectLst>
                <a:outerShdw blurRad="38100" dist="25400" dir="5400000" algn="ctr" rotWithShape="0">
                  <a:srgbClr val="6E747A">
                    <a:alpha val="43000"/>
                  </a:srgbClr>
                </a:outerShdw>
              </a:effectLst>
              <a:sym typeface="+mn-ea"/>
            </a:endParaRPr>
          </a:p>
        </p:txBody>
      </p:sp>
      <p:sp>
        <p:nvSpPr>
          <p:cNvPr id="4" name="文本框 3"/>
          <p:cNvSpPr txBox="1"/>
          <p:nvPr/>
        </p:nvSpPr>
        <p:spPr>
          <a:xfrm>
            <a:off x="501015" y="940435"/>
            <a:ext cx="8186420" cy="1476375"/>
          </a:xfrm>
          <a:prstGeom prst="rect">
            <a:avLst/>
          </a:prstGeom>
          <a:noFill/>
        </p:spPr>
        <p:txBody>
          <a:bodyPr wrap="square" rtlCol="0">
            <a:spAutoFit/>
          </a:bodyPr>
          <a:p>
            <a:r>
              <a:rPr lang="en-US" altLang="zh-CN" b="1">
                <a:solidFill>
                  <a:srgbClr val="FF0000"/>
                </a:solidFill>
                <a:latin typeface="宋体" panose="02010600030101010101" pitchFamily="2" charset="-122"/>
                <a:ea typeface="宋体" panose="02010600030101010101" pitchFamily="2" charset="-122"/>
              </a:rPr>
              <a:t>2-</a:t>
            </a:r>
            <a:r>
              <a:rPr lang="zh-CN" altLang="en-US" b="1">
                <a:solidFill>
                  <a:srgbClr val="FF0000"/>
                </a:solidFill>
                <a:latin typeface="宋体" panose="02010600030101010101" pitchFamily="2" charset="-122"/>
                <a:ea typeface="宋体" panose="02010600030101010101" pitchFamily="2" charset="-122"/>
              </a:rPr>
              <a:t>路归并排序算法可以用递归实现：</a:t>
            </a:r>
            <a:endParaRPr lang="zh-CN" altLang="en-US" b="1">
              <a:solidFill>
                <a:srgbClr val="FF0000"/>
              </a:solidFill>
              <a:latin typeface="宋体" panose="02010600030101010101" pitchFamily="2" charset="-122"/>
              <a:ea typeface="宋体" panose="02010600030101010101" pitchFamily="2" charset="-122"/>
            </a:endParaRPr>
          </a:p>
          <a:p>
            <a:r>
              <a:rPr lang="zh-CN" altLang="en-US" b="1">
                <a:solidFill>
                  <a:schemeClr val="tx1"/>
                </a:solidFill>
                <a:latin typeface="宋体" panose="02010600030101010101" pitchFamily="2" charset="-122"/>
                <a:ea typeface="宋体" panose="02010600030101010101" pitchFamily="2" charset="-122"/>
              </a:rPr>
              <a:t>算法思想：</a:t>
            </a:r>
            <a:endParaRPr lang="zh-CN" altLang="en-US" b="1">
              <a:solidFill>
                <a:schemeClr val="tx1"/>
              </a:solidFill>
              <a:latin typeface="宋体" panose="02010600030101010101" pitchFamily="2" charset="-122"/>
              <a:ea typeface="宋体" panose="02010600030101010101" pitchFamily="2" charset="-122"/>
            </a:endParaRPr>
          </a:p>
          <a:p>
            <a:r>
              <a:rPr lang="zh-CN" altLang="en-US" b="1">
                <a:solidFill>
                  <a:schemeClr val="tx1"/>
                </a:solidFill>
                <a:latin typeface="宋体" panose="02010600030101010101" pitchFamily="2" charset="-122"/>
                <a:ea typeface="宋体" panose="02010600030101010101" pitchFamily="2" charset="-122"/>
              </a:rPr>
              <a:t>（</a:t>
            </a:r>
            <a:r>
              <a:rPr lang="en-US" altLang="zh-CN" b="1">
                <a:solidFill>
                  <a:schemeClr val="tx1"/>
                </a:solidFill>
                <a:latin typeface="宋体" panose="02010600030101010101" pitchFamily="2" charset="-122"/>
                <a:ea typeface="宋体" panose="02010600030101010101" pitchFamily="2" charset="-122"/>
              </a:rPr>
              <a:t>1</a:t>
            </a:r>
            <a:r>
              <a:rPr lang="zh-CN" altLang="en-US" b="1">
                <a:solidFill>
                  <a:schemeClr val="tx1"/>
                </a:solidFill>
                <a:latin typeface="宋体" panose="02010600030101010101" pitchFamily="2" charset="-122"/>
                <a:ea typeface="宋体" panose="02010600030101010101" pitchFamily="2" charset="-122"/>
              </a:rPr>
              <a:t>）首先将</a:t>
            </a:r>
            <a:r>
              <a:rPr lang="en-US" altLang="zh-CN" b="1">
                <a:solidFill>
                  <a:schemeClr val="tx1"/>
                </a:solidFill>
                <a:latin typeface="宋体" panose="02010600030101010101" pitchFamily="2" charset="-122"/>
                <a:ea typeface="宋体" panose="02010600030101010101" pitchFamily="2" charset="-122"/>
              </a:rPr>
              <a:t>r1[]</a:t>
            </a:r>
            <a:r>
              <a:rPr lang="zh-CN" altLang="en-US" b="1">
                <a:solidFill>
                  <a:schemeClr val="tx1"/>
                </a:solidFill>
                <a:latin typeface="宋体" panose="02010600030101010101" pitchFamily="2" charset="-122"/>
                <a:ea typeface="宋体" panose="02010600030101010101" pitchFamily="2" charset="-122"/>
              </a:rPr>
              <a:t>前半段的记录用归并法排序后放到</a:t>
            </a:r>
            <a:r>
              <a:rPr lang="en-US" altLang="zh-CN" b="1">
                <a:solidFill>
                  <a:schemeClr val="tx1"/>
                </a:solidFill>
                <a:latin typeface="宋体" panose="02010600030101010101" pitchFamily="2" charset="-122"/>
                <a:ea typeface="宋体" panose="02010600030101010101" pitchFamily="2" charset="-122"/>
              </a:rPr>
              <a:t>r2[]</a:t>
            </a:r>
            <a:r>
              <a:rPr lang="zh-CN" altLang="en-US" b="1">
                <a:solidFill>
                  <a:schemeClr val="tx1"/>
                </a:solidFill>
                <a:latin typeface="宋体" panose="02010600030101010101" pitchFamily="2" charset="-122"/>
                <a:ea typeface="宋体" panose="02010600030101010101" pitchFamily="2" charset="-122"/>
              </a:rPr>
              <a:t>前半段中；</a:t>
            </a:r>
            <a:endParaRPr lang="zh-CN" altLang="en-US" b="1">
              <a:solidFill>
                <a:schemeClr val="tx1"/>
              </a:solidFill>
              <a:latin typeface="宋体" panose="02010600030101010101" pitchFamily="2" charset="-122"/>
              <a:ea typeface="宋体" panose="02010600030101010101" pitchFamily="2" charset="-122"/>
            </a:endParaRPr>
          </a:p>
          <a:p>
            <a:r>
              <a:rPr lang="zh-CN" altLang="en-US" b="1">
                <a:solidFill>
                  <a:schemeClr val="tx1"/>
                </a:solidFill>
                <a:latin typeface="宋体" panose="02010600030101010101" pitchFamily="2" charset="-122"/>
                <a:ea typeface="宋体" panose="02010600030101010101" pitchFamily="2" charset="-122"/>
              </a:rPr>
              <a:t>（</a:t>
            </a:r>
            <a:r>
              <a:rPr lang="en-US" altLang="zh-CN" b="1">
                <a:solidFill>
                  <a:schemeClr val="tx1"/>
                </a:solidFill>
                <a:latin typeface="宋体" panose="02010600030101010101" pitchFamily="2" charset="-122"/>
                <a:ea typeface="宋体" panose="02010600030101010101" pitchFamily="2" charset="-122"/>
              </a:rPr>
              <a:t>2</a:t>
            </a:r>
            <a:r>
              <a:rPr lang="zh-CN" altLang="en-US" b="1">
                <a:solidFill>
                  <a:schemeClr val="tx1"/>
                </a:solidFill>
                <a:latin typeface="宋体" panose="02010600030101010101" pitchFamily="2" charset="-122"/>
                <a:ea typeface="宋体" panose="02010600030101010101" pitchFamily="2" charset="-122"/>
              </a:rPr>
              <a:t>）</a:t>
            </a:r>
            <a:r>
              <a:rPr lang="zh-CN" altLang="en-US" b="1">
                <a:solidFill>
                  <a:schemeClr val="tx1"/>
                </a:solidFill>
                <a:latin typeface="宋体" panose="02010600030101010101" pitchFamily="2" charset="-122"/>
                <a:ea typeface="宋体" panose="02010600030101010101" pitchFamily="2" charset="-122"/>
                <a:sym typeface="+mn-ea"/>
              </a:rPr>
              <a:t>将</a:t>
            </a:r>
            <a:r>
              <a:rPr lang="en-US" altLang="zh-CN" b="1">
                <a:solidFill>
                  <a:schemeClr val="tx1"/>
                </a:solidFill>
                <a:latin typeface="宋体" panose="02010600030101010101" pitchFamily="2" charset="-122"/>
                <a:ea typeface="宋体" panose="02010600030101010101" pitchFamily="2" charset="-122"/>
                <a:sym typeface="+mn-ea"/>
              </a:rPr>
              <a:t>r1[]</a:t>
            </a:r>
            <a:r>
              <a:rPr lang="zh-CN" altLang="en-US" b="1">
                <a:solidFill>
                  <a:schemeClr val="tx1"/>
                </a:solidFill>
                <a:latin typeface="宋体" panose="02010600030101010101" pitchFamily="2" charset="-122"/>
                <a:ea typeface="宋体" panose="02010600030101010101" pitchFamily="2" charset="-122"/>
                <a:sym typeface="+mn-ea"/>
              </a:rPr>
              <a:t>后半段的记录用归并法排序后放到</a:t>
            </a:r>
            <a:r>
              <a:rPr lang="en-US" altLang="zh-CN" b="1">
                <a:solidFill>
                  <a:schemeClr val="tx1"/>
                </a:solidFill>
                <a:latin typeface="宋体" panose="02010600030101010101" pitchFamily="2" charset="-122"/>
                <a:ea typeface="宋体" panose="02010600030101010101" pitchFamily="2" charset="-122"/>
                <a:sym typeface="+mn-ea"/>
              </a:rPr>
              <a:t>r2[]</a:t>
            </a:r>
            <a:r>
              <a:rPr lang="zh-CN" altLang="en-US" b="1">
                <a:solidFill>
                  <a:schemeClr val="tx1"/>
                </a:solidFill>
                <a:latin typeface="宋体" panose="02010600030101010101" pitchFamily="2" charset="-122"/>
                <a:ea typeface="宋体" panose="02010600030101010101" pitchFamily="2" charset="-122"/>
                <a:sym typeface="+mn-ea"/>
              </a:rPr>
              <a:t>后半段中；</a:t>
            </a:r>
            <a:endParaRPr lang="zh-CN" altLang="en-US" b="1">
              <a:solidFill>
                <a:schemeClr val="tx1"/>
              </a:solidFill>
              <a:latin typeface="宋体" panose="02010600030101010101" pitchFamily="2" charset="-122"/>
              <a:ea typeface="宋体" panose="02010600030101010101" pitchFamily="2" charset="-122"/>
              <a:sym typeface="+mn-ea"/>
            </a:endParaRPr>
          </a:p>
          <a:p>
            <a:r>
              <a:rPr lang="zh-CN" altLang="en-US" b="1">
                <a:solidFill>
                  <a:schemeClr val="tx1"/>
                </a:solidFill>
                <a:latin typeface="宋体" panose="02010600030101010101" pitchFamily="2" charset="-122"/>
                <a:ea typeface="宋体" panose="02010600030101010101" pitchFamily="2" charset="-122"/>
              </a:rPr>
              <a:t>（</a:t>
            </a:r>
            <a:r>
              <a:rPr lang="en-US" altLang="zh-CN" b="1">
                <a:solidFill>
                  <a:schemeClr val="tx1"/>
                </a:solidFill>
                <a:latin typeface="宋体" panose="02010600030101010101" pitchFamily="2" charset="-122"/>
                <a:ea typeface="宋体" panose="02010600030101010101" pitchFamily="2" charset="-122"/>
              </a:rPr>
              <a:t>3</a:t>
            </a:r>
            <a:r>
              <a:rPr lang="zh-CN" altLang="en-US" b="1">
                <a:solidFill>
                  <a:schemeClr val="tx1"/>
                </a:solidFill>
                <a:latin typeface="宋体" panose="02010600030101010101" pitchFamily="2" charset="-122"/>
                <a:ea typeface="宋体" panose="02010600030101010101" pitchFamily="2" charset="-122"/>
              </a:rPr>
              <a:t>）将</a:t>
            </a:r>
            <a:r>
              <a:rPr lang="en-US" altLang="zh-CN" b="1">
                <a:solidFill>
                  <a:schemeClr val="tx1"/>
                </a:solidFill>
                <a:latin typeface="宋体" panose="02010600030101010101" pitchFamily="2" charset="-122"/>
                <a:ea typeface="宋体" panose="02010600030101010101" pitchFamily="2" charset="-122"/>
              </a:rPr>
              <a:t>r2</a:t>
            </a:r>
            <a:r>
              <a:rPr lang="zh-CN" altLang="en-US" b="1">
                <a:solidFill>
                  <a:schemeClr val="tx1"/>
                </a:solidFill>
                <a:latin typeface="宋体" panose="02010600030101010101" pitchFamily="2" charset="-122"/>
                <a:ea typeface="宋体" panose="02010600030101010101" pitchFamily="2" charset="-122"/>
              </a:rPr>
              <a:t>的前半段和后半段合并到</a:t>
            </a:r>
            <a:r>
              <a:rPr lang="en-US" altLang="zh-CN" b="1">
                <a:solidFill>
                  <a:schemeClr val="tx1"/>
                </a:solidFill>
                <a:latin typeface="宋体" panose="02010600030101010101" pitchFamily="2" charset="-122"/>
                <a:ea typeface="宋体" panose="02010600030101010101" pitchFamily="2" charset="-122"/>
              </a:rPr>
              <a:t>r3[]</a:t>
            </a:r>
            <a:r>
              <a:rPr lang="zh-CN" altLang="en-US" b="1">
                <a:solidFill>
                  <a:schemeClr val="tx1"/>
                </a:solidFill>
                <a:latin typeface="宋体" panose="02010600030101010101" pitchFamily="2" charset="-122"/>
                <a:ea typeface="宋体" panose="02010600030101010101" pitchFamily="2" charset="-122"/>
              </a:rPr>
              <a:t>中。</a:t>
            </a:r>
            <a:endParaRPr lang="zh-CN" altLang="en-US" b="1">
              <a:solidFill>
                <a:schemeClr val="tx1"/>
              </a:solidFill>
              <a:latin typeface="宋体" panose="02010600030101010101" pitchFamily="2" charset="-122"/>
              <a:ea typeface="宋体" panose="02010600030101010101" pitchFamily="2" charset="-122"/>
            </a:endParaRPr>
          </a:p>
        </p:txBody>
      </p:sp>
      <p:sp>
        <p:nvSpPr>
          <p:cNvPr id="7" name="文本框 6"/>
          <p:cNvSpPr txBox="1"/>
          <p:nvPr/>
        </p:nvSpPr>
        <p:spPr>
          <a:xfrm>
            <a:off x="615315" y="2550795"/>
            <a:ext cx="7752715" cy="4030980"/>
          </a:xfrm>
          <a:prstGeom prst="rect">
            <a:avLst/>
          </a:prstGeom>
          <a:noFill/>
        </p:spPr>
        <p:txBody>
          <a:bodyPr wrap="square" rtlCol="0" anchor="t">
            <a:spAutoFit/>
          </a:bodyPr>
          <a:p>
            <a:r>
              <a:rPr lang="en-US" altLang="zh-CN" sz="1600"/>
              <a:t>void   MSort(RecordType  r1[],  int  low,  int  high,  RecordType  r3[])</a:t>
            </a:r>
            <a:endParaRPr lang="en-US" altLang="zh-CN" sz="1600"/>
          </a:p>
          <a:p>
            <a:r>
              <a:rPr lang="en-US" altLang="zh-CN" sz="1600"/>
              <a:t>/* r1[low..high]</a:t>
            </a:r>
            <a:r>
              <a:rPr lang="zh-CN" altLang="en-US" sz="1600"/>
              <a:t>经过排序后放在</a:t>
            </a:r>
            <a:r>
              <a:rPr lang="en-US" altLang="zh-CN" sz="1600"/>
              <a:t>r3[low..high]</a:t>
            </a:r>
            <a:r>
              <a:rPr lang="zh-CN" altLang="en-US" sz="1600"/>
              <a:t>中，</a:t>
            </a:r>
            <a:r>
              <a:rPr lang="en-US" altLang="zh-CN" sz="1600"/>
              <a:t>r2[low..high]</a:t>
            </a:r>
            <a:r>
              <a:rPr lang="zh-CN" altLang="en-US" sz="1600"/>
              <a:t>为辅助空间 */ </a:t>
            </a:r>
            <a:endParaRPr lang="zh-CN" altLang="en-US" sz="1600"/>
          </a:p>
          <a:p>
            <a:r>
              <a:rPr lang="en-US" altLang="zh-CN" sz="1600"/>
              <a:t>{</a:t>
            </a:r>
            <a:endParaRPr lang="en-US" altLang="zh-CN" sz="1600"/>
          </a:p>
          <a:p>
            <a:r>
              <a:rPr lang="en-US" altLang="zh-CN" sz="1600"/>
              <a:t>	int mid;</a:t>
            </a:r>
            <a:endParaRPr lang="en-US" altLang="zh-CN" sz="1600"/>
          </a:p>
          <a:p>
            <a:r>
              <a:rPr lang="en-US" altLang="zh-CN" sz="1600"/>
              <a:t>	RecordType  r2[20];</a:t>
            </a:r>
            <a:endParaRPr lang="en-US" altLang="zh-CN" sz="1600"/>
          </a:p>
          <a:p>
            <a:r>
              <a:rPr lang="en-US" altLang="zh-CN" sz="1600"/>
              <a:t>	if ( low==high ) </a:t>
            </a:r>
            <a:endParaRPr lang="en-US" altLang="zh-CN" sz="1600"/>
          </a:p>
          <a:p>
            <a:r>
              <a:rPr lang="en-US" altLang="zh-CN" sz="1600"/>
              <a:t>		r3[low]=r1[low];</a:t>
            </a:r>
            <a:endParaRPr lang="en-US" altLang="zh-CN" sz="1600"/>
          </a:p>
          <a:p>
            <a:r>
              <a:rPr lang="en-US" altLang="zh-CN" sz="1600"/>
              <a:t>	else</a:t>
            </a:r>
            <a:endParaRPr lang="en-US" altLang="zh-CN" sz="1600"/>
          </a:p>
          <a:p>
            <a:r>
              <a:rPr lang="en-US" altLang="zh-CN" sz="1600"/>
              <a:t>	{</a:t>
            </a:r>
            <a:endParaRPr lang="en-US" altLang="zh-CN" sz="1600"/>
          </a:p>
          <a:p>
            <a:r>
              <a:rPr lang="en-US" altLang="zh-CN" sz="1600"/>
              <a:t>	              mid=(low+high)/2;</a:t>
            </a:r>
            <a:endParaRPr lang="en-US" altLang="zh-CN" sz="1600"/>
          </a:p>
          <a:p>
            <a:r>
              <a:rPr lang="en-US" altLang="zh-CN" sz="1600"/>
              <a:t>                               MSort(r1,low, mid, r2);</a:t>
            </a:r>
            <a:endParaRPr lang="en-US" altLang="zh-CN" sz="1600"/>
          </a:p>
          <a:p>
            <a:r>
              <a:rPr lang="en-US" altLang="zh-CN" sz="1600"/>
              <a:t>                               MSort(r1,mid+1,high, r2);</a:t>
            </a:r>
            <a:endParaRPr lang="en-US" altLang="zh-CN" sz="1600"/>
          </a:p>
          <a:p>
            <a:r>
              <a:rPr lang="en-US" altLang="zh-CN" sz="1600"/>
              <a:t>                               Merge (r2,low,mid,high, r3);</a:t>
            </a:r>
            <a:endParaRPr lang="en-US" altLang="zh-CN" sz="1600"/>
          </a:p>
          <a:p>
            <a:r>
              <a:rPr lang="en-US" altLang="zh-CN" sz="1600"/>
              <a:t>                }</a:t>
            </a:r>
            <a:endParaRPr lang="en-US" altLang="zh-CN" sz="1600"/>
          </a:p>
          <a:p>
            <a:r>
              <a:rPr lang="en-US" altLang="zh-CN" sz="1600"/>
              <a:t>} /*   MSort  */ </a:t>
            </a:r>
            <a:endParaRPr lang="en-US" altLang="zh-CN" sz="1600"/>
          </a:p>
          <a:p>
            <a:endParaRPr lang="en-US" altLang="zh-CN" sz="160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a:effectLst>
                  <a:outerShdw blurRad="38100" dist="25400" dir="5400000" algn="ctr" rotWithShape="0">
                    <a:srgbClr val="6E747A">
                      <a:alpha val="43000"/>
                    </a:srgbClr>
                  </a:outerShdw>
                </a:effectLst>
                <a:sym typeface="+mn-ea"/>
              </a:rPr>
              <a:t>9.5 </a:t>
            </a:r>
            <a:r>
              <a:rPr lang="zh-CN" altLang="en-US">
                <a:effectLst>
                  <a:outerShdw blurRad="38100" dist="25400" dir="5400000" algn="ctr" rotWithShape="0">
                    <a:srgbClr val="6E747A">
                      <a:alpha val="43000"/>
                    </a:srgbClr>
                  </a:outerShdw>
                </a:effectLst>
                <a:sym typeface="+mn-ea"/>
              </a:rPr>
              <a:t>归并排序</a:t>
            </a:r>
            <a:endParaRPr lang="zh-CN" altLang="en-US">
              <a:effectLst>
                <a:outerShdw blurRad="38100" dist="25400" dir="5400000" algn="ctr" rotWithShape="0">
                  <a:srgbClr val="6E747A">
                    <a:alpha val="43000"/>
                  </a:srgbClr>
                </a:outerShdw>
              </a:effectLst>
              <a:sym typeface="+mn-ea"/>
            </a:endParaRPr>
          </a:p>
        </p:txBody>
      </p:sp>
      <p:sp>
        <p:nvSpPr>
          <p:cNvPr id="4" name="文本框 3"/>
          <p:cNvSpPr txBox="1"/>
          <p:nvPr/>
        </p:nvSpPr>
        <p:spPr>
          <a:xfrm>
            <a:off x="501015" y="940435"/>
            <a:ext cx="3890645" cy="368300"/>
          </a:xfrm>
          <a:prstGeom prst="rect">
            <a:avLst/>
          </a:prstGeom>
          <a:noFill/>
        </p:spPr>
        <p:txBody>
          <a:bodyPr wrap="square" rtlCol="0">
            <a:spAutoFit/>
          </a:bodyPr>
          <a:p>
            <a:r>
              <a:rPr lang="en-US" altLang="zh-CN" b="1">
                <a:solidFill>
                  <a:srgbClr val="FF0000"/>
                </a:solidFill>
                <a:latin typeface="宋体" panose="02010600030101010101" pitchFamily="2" charset="-122"/>
                <a:ea typeface="宋体" panose="02010600030101010101" pitchFamily="2" charset="-122"/>
              </a:rPr>
              <a:t>2-</a:t>
            </a:r>
            <a:r>
              <a:rPr lang="zh-CN" altLang="en-US" b="1">
                <a:solidFill>
                  <a:srgbClr val="FF0000"/>
                </a:solidFill>
                <a:latin typeface="宋体" panose="02010600030101010101" pitchFamily="2" charset="-122"/>
                <a:ea typeface="宋体" panose="02010600030101010101" pitchFamily="2" charset="-122"/>
              </a:rPr>
              <a:t>路归并排序的初始调用过程：</a:t>
            </a:r>
            <a:endParaRPr lang="zh-CN" altLang="en-US" b="1">
              <a:solidFill>
                <a:srgbClr val="FF0000"/>
              </a:solidFill>
              <a:latin typeface="宋体" panose="02010600030101010101" pitchFamily="2" charset="-122"/>
              <a:ea typeface="宋体" panose="02010600030101010101" pitchFamily="2" charset="-122"/>
            </a:endParaRPr>
          </a:p>
        </p:txBody>
      </p:sp>
      <p:sp>
        <p:nvSpPr>
          <p:cNvPr id="3" name="文本框 2"/>
          <p:cNvSpPr txBox="1"/>
          <p:nvPr/>
        </p:nvSpPr>
        <p:spPr>
          <a:xfrm>
            <a:off x="600075" y="1308735"/>
            <a:ext cx="8229600" cy="1476375"/>
          </a:xfrm>
          <a:prstGeom prst="rect">
            <a:avLst/>
          </a:prstGeom>
          <a:noFill/>
        </p:spPr>
        <p:txBody>
          <a:bodyPr wrap="square" rtlCol="0" anchor="t">
            <a:spAutoFit/>
          </a:bodyPr>
          <a:p>
            <a:r>
              <a:rPr lang="en-US" altLang="zh-CN"/>
              <a:t>void   MergeSort ( RecordType  r[],  int  n )</a:t>
            </a:r>
            <a:r>
              <a:rPr lang="zh-CN" altLang="en-US">
                <a:sym typeface="+mn-ea"/>
              </a:rPr>
              <a:t>/* 对记录数组</a:t>
            </a:r>
            <a:r>
              <a:rPr lang="en-US" altLang="zh-CN">
                <a:sym typeface="+mn-ea"/>
              </a:rPr>
              <a:t>r[1..n]</a:t>
            </a:r>
            <a:r>
              <a:rPr lang="zh-CN" altLang="en-US">
                <a:sym typeface="+mn-ea"/>
              </a:rPr>
              <a:t>做归并排序 */ </a:t>
            </a:r>
            <a:endParaRPr lang="zh-CN" altLang="en-US"/>
          </a:p>
          <a:p>
            <a:r>
              <a:rPr lang="en-US" altLang="zh-CN"/>
              <a:t>{</a:t>
            </a:r>
            <a:endParaRPr lang="en-US" altLang="zh-CN"/>
          </a:p>
          <a:p>
            <a:r>
              <a:rPr lang="en-US" altLang="zh-CN"/>
              <a:t>	MSort ( r,  1,  n,  r );</a:t>
            </a:r>
            <a:endParaRPr lang="en-US" altLang="zh-CN"/>
          </a:p>
          <a:p>
            <a:r>
              <a:rPr lang="en-US" altLang="zh-CN"/>
              <a:t>}</a:t>
            </a:r>
            <a:endParaRPr lang="en-US" altLang="zh-CN"/>
          </a:p>
          <a:p>
            <a:endParaRPr lang="zh-CN" altLang="en-US"/>
          </a:p>
        </p:txBody>
      </p:sp>
      <mc:AlternateContent xmlns:mc="http://schemas.openxmlformats.org/markup-compatibility/2006">
        <mc:Choice xmlns:a14="http://schemas.microsoft.com/office/drawing/2010/main" Requires="a14">
          <p:sp>
            <p:nvSpPr>
              <p:cNvPr id="5" name="文本框 4"/>
              <p:cNvSpPr txBox="1"/>
              <p:nvPr/>
            </p:nvSpPr>
            <p:spPr>
              <a:xfrm>
                <a:off x="501015" y="2785110"/>
                <a:ext cx="7882890" cy="3312160"/>
              </a:xfrm>
              <a:prstGeom prst="rect">
                <a:avLst/>
              </a:prstGeom>
              <a:noFill/>
            </p:spPr>
            <p:txBody>
              <a:bodyPr wrap="square" rtlCol="0" anchor="t">
                <a:spAutoFit/>
              </a:bodyPr>
              <a:p>
                <a:pPr>
                  <a:lnSpc>
                    <a:spcPct val="140000"/>
                  </a:lnSpc>
                </a:pPr>
                <a:r>
                  <a:rPr lang="zh-CN" altLang="en-US" sz="2000">
                    <a:effectLst/>
                    <a:latin typeface="Times New Roman" panose="02020603050405020304" pitchFamily="18" charset="0"/>
                    <a:sym typeface="+mn-ea"/>
                  </a:rPr>
                  <a:t>归并排序中一趟归并中要多次调用</a:t>
                </a:r>
                <a:r>
                  <a:rPr lang="en-US" altLang="zh-CN" sz="2000">
                    <a:effectLst/>
                    <a:latin typeface="Times New Roman" panose="02020603050405020304" pitchFamily="18" charset="0"/>
                    <a:sym typeface="+mn-ea"/>
                  </a:rPr>
                  <a:t>2-</a:t>
                </a:r>
                <a:r>
                  <a:rPr lang="zh-CN" altLang="en-US" sz="2000">
                    <a:effectLst/>
                    <a:latin typeface="Times New Roman" panose="02020603050405020304" pitchFamily="18" charset="0"/>
                    <a:sym typeface="+mn-ea"/>
                  </a:rPr>
                  <a:t>路归并算法</a:t>
                </a:r>
                <a:r>
                  <a:rPr lang="en-US" altLang="zh-CN" sz="2000">
                    <a:sym typeface="+mn-ea"/>
                  </a:rPr>
                  <a:t>MSort</a:t>
                </a:r>
                <a:r>
                  <a:rPr lang="zh-CN" altLang="en-US" sz="2000">
                    <a:sym typeface="+mn-ea"/>
                  </a:rPr>
                  <a:t>，一趟归并排序算法的操作是调用</a:t>
                </a:r>
                <a14:m>
                  <m:oMath xmlns:m="http://schemas.openxmlformats.org/officeDocument/2006/math">
                    <m:d>
                      <m:dPr>
                        <m:begChr m:val="⌈"/>
                        <m:endChr m:val="⌉"/>
                        <m:ctrlPr>
                          <a:rPr lang="en-US" altLang="zh-CN" sz="2000" i="1">
                            <a:latin typeface="Cambria Math" panose="02040503050406030204" charset="0"/>
                            <a:cs typeface="Cambria Math" panose="02040503050406030204" charset="0"/>
                            <a:sym typeface="+mn-ea"/>
                          </a:rPr>
                        </m:ctrlPr>
                      </m:dPr>
                      <m:e>
                        <m:f>
                          <m:fPr>
                            <m:ctrlPr>
                              <a:rPr lang="en-US" altLang="zh-CN" sz="2000" i="1">
                                <a:latin typeface="Cambria Math" panose="02040503050406030204" charset="0"/>
                                <a:cs typeface="Cambria Math" panose="02040503050406030204" charset="0"/>
                                <a:sym typeface="+mn-ea"/>
                              </a:rPr>
                            </m:ctrlPr>
                          </m:fPr>
                          <m:num>
                            <m:r>
                              <a:rPr lang="en-US" altLang="zh-CN" sz="2000" i="1">
                                <a:latin typeface="Cambria Math" panose="02040503050406030204" charset="0"/>
                                <a:cs typeface="Cambria Math" panose="02040503050406030204" charset="0"/>
                                <a:sym typeface="+mn-ea"/>
                              </a:rPr>
                              <m:t>𝑛</m:t>
                            </m:r>
                          </m:num>
                          <m:den>
                            <m:r>
                              <a:rPr lang="en-US" altLang="zh-CN" sz="2000" i="1">
                                <a:latin typeface="Cambria Math" panose="02040503050406030204" charset="0"/>
                                <a:cs typeface="Cambria Math" panose="02040503050406030204" charset="0"/>
                                <a:sym typeface="+mn-ea"/>
                              </a:rPr>
                              <m:t>2</m:t>
                            </m:r>
                            <m:r>
                              <a:rPr lang="en-US" altLang="zh-CN" sz="2000" i="1">
                                <a:latin typeface="Cambria Math" panose="02040503050406030204" charset="0"/>
                                <a:cs typeface="Cambria Math" panose="02040503050406030204" charset="0"/>
                                <a:sym typeface="+mn-ea"/>
                              </a:rPr>
                              <m:t>ℎ</m:t>
                            </m:r>
                          </m:den>
                        </m:f>
                      </m:e>
                    </m:d>
                  </m:oMath>
                </a14:m>
                <a:r>
                  <a:rPr lang="zh-CN" altLang="en-US" sz="2000">
                    <a:latin typeface="Cambria Math" panose="02040503050406030204" charset="0"/>
                    <a:cs typeface="Cambria Math" panose="02040503050406030204" charset="0"/>
                    <a:sym typeface="+mn-ea"/>
                  </a:rPr>
                  <a:t>次算法</a:t>
                </a:r>
                <a:r>
                  <a:rPr lang="en-US" altLang="zh-CN" sz="2000">
                    <a:latin typeface="Cambria Math" panose="02040503050406030204" charset="0"/>
                    <a:cs typeface="Cambria Math" panose="02040503050406030204" charset="0"/>
                    <a:sym typeface="+mn-ea"/>
                  </a:rPr>
                  <a:t>Merge,</a:t>
                </a:r>
                <a:r>
                  <a:rPr lang="zh-CN" altLang="en-US" sz="2000">
                    <a:latin typeface="Cambria Math" panose="02040503050406030204" charset="0"/>
                    <a:cs typeface="Cambria Math" panose="02040503050406030204" charset="0"/>
                    <a:sym typeface="+mn-ea"/>
                  </a:rPr>
                  <a:t>将</a:t>
                </a:r>
                <a:r>
                  <a:rPr lang="en-US" altLang="zh-CN" sz="2000">
                    <a:latin typeface="Cambria Math" panose="02040503050406030204" charset="0"/>
                    <a:cs typeface="Cambria Math" panose="02040503050406030204" charset="0"/>
                    <a:sym typeface="+mn-ea"/>
                  </a:rPr>
                  <a:t>r1[1...n]</a:t>
                </a:r>
                <a:r>
                  <a:rPr lang="zh-CN" altLang="en-US" sz="2000">
                    <a:latin typeface="Cambria Math" panose="02040503050406030204" charset="0"/>
                    <a:cs typeface="Cambria Math" panose="02040503050406030204" charset="0"/>
                    <a:sym typeface="+mn-ea"/>
                  </a:rPr>
                  <a:t>中前后相邻且长度为</a:t>
                </a:r>
                <a:r>
                  <a:rPr lang="en-US" altLang="zh-CN" sz="2000">
                    <a:latin typeface="Cambria Math" panose="02040503050406030204" charset="0"/>
                    <a:cs typeface="Cambria Math" panose="02040503050406030204" charset="0"/>
                    <a:sym typeface="+mn-ea"/>
                  </a:rPr>
                  <a:t>h</a:t>
                </a:r>
                <a:r>
                  <a:rPr lang="zh-CN" altLang="en-US" sz="2000">
                    <a:latin typeface="Cambria Math" panose="02040503050406030204" charset="0"/>
                    <a:cs typeface="Cambria Math" panose="02040503050406030204" charset="0"/>
                    <a:sym typeface="+mn-ea"/>
                  </a:rPr>
                  <a:t>的有序段，并存放在</a:t>
                </a:r>
                <a:r>
                  <a:rPr lang="en-US" altLang="zh-CN" sz="2000">
                    <a:latin typeface="Cambria Math" panose="02040503050406030204" charset="0"/>
                    <a:cs typeface="Cambria Math" panose="02040503050406030204" charset="0"/>
                    <a:sym typeface="+mn-ea"/>
                  </a:rPr>
                  <a:t>r3[1..n]</a:t>
                </a:r>
                <a:r>
                  <a:rPr lang="zh-CN" altLang="en-US" sz="2000">
                    <a:latin typeface="Cambria Math" panose="02040503050406030204" charset="0"/>
                    <a:cs typeface="Cambria Math" panose="02040503050406030204" charset="0"/>
                    <a:sym typeface="+mn-ea"/>
                  </a:rPr>
                  <a:t>中，其时间复杂度为</a:t>
                </a:r>
                <a:r>
                  <a:rPr lang="en-US" altLang="zh-CN" sz="2000">
                    <a:latin typeface="Cambria Math" panose="02040503050406030204" charset="0"/>
                    <a:cs typeface="Cambria Math" panose="02040503050406030204" charset="0"/>
                    <a:sym typeface="+mn-ea"/>
                  </a:rPr>
                  <a:t>O(n)</a:t>
                </a:r>
                <a:r>
                  <a:rPr lang="zh-CN" altLang="en-US" sz="2000">
                    <a:latin typeface="Cambria Math" panose="02040503050406030204" charset="0"/>
                    <a:cs typeface="Cambria Math" panose="02040503050406030204" charset="0"/>
                    <a:sym typeface="+mn-ea"/>
                  </a:rPr>
                  <a:t>。</a:t>
                </a:r>
                <a:endParaRPr lang="zh-CN" altLang="en-US" sz="2000">
                  <a:latin typeface="Cambria Math" panose="02040503050406030204" charset="0"/>
                  <a:cs typeface="Cambria Math" panose="02040503050406030204" charset="0"/>
                  <a:sym typeface="+mn-ea"/>
                </a:endParaRPr>
              </a:p>
              <a:p>
                <a:pPr>
                  <a:lnSpc>
                    <a:spcPct val="140000"/>
                  </a:lnSpc>
                </a:pPr>
                <a:r>
                  <a:rPr lang="zh-CN" altLang="en-US" sz="2000">
                    <a:latin typeface="Cambria Math" panose="02040503050406030204" charset="0"/>
                    <a:cs typeface="Cambria Math" panose="02040503050406030204" charset="0"/>
                    <a:sym typeface="+mn-ea"/>
                  </a:rPr>
                  <a:t>整个归并排序需要进行</a:t>
                </a:r>
                <a:r>
                  <a:rPr lang="en-US" altLang="zh-CN" sz="2000">
                    <a:latin typeface="Cambria Math" panose="02040503050406030204" charset="0"/>
                    <a:cs typeface="Cambria Math" panose="02040503050406030204" charset="0"/>
                    <a:sym typeface="+mn-ea"/>
                  </a:rPr>
                  <a:t>m</a:t>
                </a:r>
                <a:r>
                  <a:rPr lang="zh-CN" altLang="en-US" sz="2000">
                    <a:latin typeface="Cambria Math" panose="02040503050406030204" charset="0"/>
                    <a:cs typeface="Cambria Math" panose="02040503050406030204" charset="0"/>
                    <a:sym typeface="+mn-ea"/>
                  </a:rPr>
                  <a:t>（</a:t>
                </a:r>
                <a:r>
                  <a:rPr lang="en-US" altLang="zh-CN" sz="2000">
                    <a:latin typeface="Cambria Math" panose="02040503050406030204" charset="0"/>
                    <a:cs typeface="Cambria Math" panose="02040503050406030204" charset="0"/>
                    <a:sym typeface="+mn-ea"/>
                  </a:rPr>
                  <a:t>m=log</a:t>
                </a:r>
                <a:r>
                  <a:rPr lang="en-US" altLang="zh-CN" sz="2000" baseline="-25000">
                    <a:latin typeface="Cambria Math" panose="02040503050406030204" charset="0"/>
                    <a:cs typeface="Cambria Math" panose="02040503050406030204" charset="0"/>
                    <a:sym typeface="+mn-ea"/>
                  </a:rPr>
                  <a:t>2</a:t>
                </a:r>
                <a:r>
                  <a:rPr lang="en-US" altLang="zh-CN" sz="2000">
                    <a:latin typeface="Cambria Math" panose="02040503050406030204" charset="0"/>
                    <a:cs typeface="Cambria Math" panose="02040503050406030204" charset="0"/>
                    <a:sym typeface="+mn-ea"/>
                  </a:rPr>
                  <a:t>n</a:t>
                </a:r>
                <a:r>
                  <a:rPr lang="zh-CN" altLang="en-US" sz="2000">
                    <a:latin typeface="Cambria Math" panose="02040503050406030204" charset="0"/>
                    <a:cs typeface="Cambria Math" panose="02040503050406030204" charset="0"/>
                    <a:sym typeface="+mn-ea"/>
                  </a:rPr>
                  <a:t>）</a:t>
                </a:r>
                <a:r>
                  <a:rPr lang="zh-CN" altLang="en-US" sz="2000">
                    <a:latin typeface="Cambria Math" panose="02040503050406030204" charset="0"/>
                    <a:cs typeface="Cambria Math" panose="02040503050406030204" charset="0"/>
                    <a:sym typeface="+mn-ea"/>
                  </a:rPr>
                  <a:t>趟</a:t>
                </a:r>
                <a:r>
                  <a:rPr lang="en-US" altLang="zh-CN" sz="2000">
                    <a:latin typeface="Cambria Math" panose="02040503050406030204" charset="0"/>
                    <a:cs typeface="Cambria Math" panose="02040503050406030204" charset="0"/>
                    <a:sym typeface="+mn-ea"/>
                  </a:rPr>
                  <a:t>2-</a:t>
                </a:r>
                <a:r>
                  <a:rPr lang="zh-CN" altLang="en-US" sz="2000">
                    <a:latin typeface="Cambria Math" panose="02040503050406030204" charset="0"/>
                    <a:cs typeface="Cambria Math" panose="02040503050406030204" charset="0"/>
                    <a:sym typeface="+mn-ea"/>
                  </a:rPr>
                  <a:t>路归并，所以归并排序的时间复杂度为</a:t>
                </a:r>
                <a:r>
                  <a:rPr lang="en-US" altLang="zh-CN" sz="2000">
                    <a:latin typeface="Cambria Math" panose="02040503050406030204" charset="0"/>
                    <a:cs typeface="Cambria Math" panose="02040503050406030204" charset="0"/>
                    <a:sym typeface="+mn-ea"/>
                  </a:rPr>
                  <a:t>O(n</a:t>
                </a:r>
                <a:r>
                  <a:rPr lang="en-US" altLang="zh-CN" sz="2000">
                    <a:latin typeface="Cambria Math" panose="02040503050406030204" charset="0"/>
                    <a:cs typeface="Cambria Math" panose="02040503050406030204" charset="0"/>
                    <a:sym typeface="+mn-ea"/>
                  </a:rPr>
                  <a:t>log</a:t>
                </a:r>
                <a:r>
                  <a:rPr lang="en-US" altLang="zh-CN" sz="2000" baseline="-25000">
                    <a:latin typeface="Cambria Math" panose="02040503050406030204" charset="0"/>
                    <a:cs typeface="Cambria Math" panose="02040503050406030204" charset="0"/>
                    <a:sym typeface="+mn-ea"/>
                  </a:rPr>
                  <a:t>2</a:t>
                </a:r>
                <a:r>
                  <a:rPr lang="en-US" altLang="zh-CN" sz="2000">
                    <a:latin typeface="Cambria Math" panose="02040503050406030204" charset="0"/>
                    <a:cs typeface="Cambria Math" panose="02040503050406030204" charset="0"/>
                    <a:sym typeface="+mn-ea"/>
                  </a:rPr>
                  <a:t>n</a:t>
                </a:r>
                <a:r>
                  <a:rPr lang="en-US" altLang="zh-CN" sz="2000">
                    <a:latin typeface="Cambria Math" panose="02040503050406030204" charset="0"/>
                    <a:cs typeface="Cambria Math" panose="02040503050406030204" charset="0"/>
                    <a:sym typeface="+mn-ea"/>
                  </a:rPr>
                  <a:t>)</a:t>
                </a:r>
                <a:r>
                  <a:rPr lang="zh-CN" altLang="en-US" sz="2000">
                    <a:latin typeface="Cambria Math" panose="02040503050406030204" charset="0"/>
                    <a:cs typeface="Cambria Math" panose="02040503050406030204" charset="0"/>
                    <a:sym typeface="+mn-ea"/>
                  </a:rPr>
                  <a:t>。</a:t>
                </a:r>
                <a:endParaRPr lang="zh-CN" altLang="en-US" sz="2000">
                  <a:latin typeface="Cambria Math" panose="02040503050406030204" charset="0"/>
                  <a:cs typeface="Cambria Math" panose="02040503050406030204" charset="0"/>
                  <a:sym typeface="+mn-ea"/>
                </a:endParaRPr>
              </a:p>
              <a:p>
                <a:pPr>
                  <a:lnSpc>
                    <a:spcPct val="140000"/>
                  </a:lnSpc>
                </a:pPr>
                <a:r>
                  <a:rPr lang="zh-CN" altLang="en-US" sz="2000">
                    <a:effectLst/>
                    <a:latin typeface="Cambria Math" panose="02040503050406030204" charset="0"/>
                    <a:cs typeface="Cambria Math" panose="02040503050406030204" charset="0"/>
                    <a:sym typeface="+mn-ea"/>
                  </a:rPr>
                  <a:t>在实现归并排序时，需要和待排记录等数量的辅助空间，空间复杂度为</a:t>
                </a:r>
                <a:r>
                  <a:rPr lang="en-US" altLang="zh-CN" sz="2000">
                    <a:effectLst/>
                    <a:latin typeface="Cambria Math" panose="02040503050406030204" charset="0"/>
                    <a:cs typeface="Cambria Math" panose="02040503050406030204" charset="0"/>
                    <a:sym typeface="+mn-ea"/>
                  </a:rPr>
                  <a:t>O(n)</a:t>
                </a:r>
                <a:r>
                  <a:rPr lang="zh-CN" altLang="en-US" sz="2000">
                    <a:effectLst/>
                    <a:latin typeface="Cambria Math" panose="02040503050406030204" charset="0"/>
                    <a:cs typeface="Cambria Math" panose="02040503050406030204" charset="0"/>
                    <a:sym typeface="+mn-ea"/>
                  </a:rPr>
                  <a:t>。</a:t>
                </a:r>
                <a:endParaRPr lang="zh-CN" altLang="en-US" sz="2000">
                  <a:effectLst/>
                  <a:latin typeface="Cambria Math" panose="02040503050406030204" charset="0"/>
                  <a:cs typeface="Cambria Math" panose="02040503050406030204" charset="0"/>
                  <a:sym typeface="+mn-ea"/>
                </a:endParaRPr>
              </a:p>
            </p:txBody>
          </p:sp>
        </mc:Choice>
        <mc:Fallback>
          <p:sp>
            <p:nvSpPr>
              <p:cNvPr id="5" name="文本框 4"/>
              <p:cNvSpPr txBox="1">
                <a:spLocks noRot="1" noChangeAspect="1" noMove="1" noResize="1" noEditPoints="1" noAdjustHandles="1" noChangeArrowheads="1" noChangeShapeType="1" noTextEdit="1"/>
              </p:cNvSpPr>
              <p:nvPr/>
            </p:nvSpPr>
            <p:spPr>
              <a:xfrm>
                <a:off x="501015" y="2785110"/>
                <a:ext cx="7882890" cy="3312160"/>
              </a:xfrm>
              <a:prstGeom prst="rect">
                <a:avLst/>
              </a:prstGeom>
              <a:blipFill rotWithShape="1">
                <a:blip r:embed="rId1"/>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a:effectLst>
                  <a:outerShdw blurRad="38100" dist="25400" dir="5400000" algn="ctr" rotWithShape="0">
                    <a:srgbClr val="6E747A">
                      <a:alpha val="43000"/>
                    </a:srgbClr>
                  </a:outerShdw>
                </a:effectLst>
                <a:sym typeface="+mn-ea"/>
              </a:rPr>
              <a:t>9.5 </a:t>
            </a:r>
            <a:r>
              <a:rPr lang="zh-CN" altLang="en-US">
                <a:effectLst>
                  <a:outerShdw blurRad="38100" dist="25400" dir="5400000" algn="ctr" rotWithShape="0">
                    <a:srgbClr val="6E747A">
                      <a:alpha val="43000"/>
                    </a:srgbClr>
                  </a:outerShdw>
                </a:effectLst>
                <a:sym typeface="+mn-ea"/>
              </a:rPr>
              <a:t>归并排序</a:t>
            </a:r>
            <a:endParaRPr lang="zh-CN" altLang="en-US">
              <a:effectLst>
                <a:outerShdw blurRad="38100" dist="25400" dir="5400000" algn="ctr" rotWithShape="0">
                  <a:srgbClr val="6E747A">
                    <a:alpha val="43000"/>
                  </a:srgbClr>
                </a:outerShdw>
              </a:effectLst>
              <a:sym typeface="+mn-ea"/>
            </a:endParaRPr>
          </a:p>
        </p:txBody>
      </p:sp>
      <p:sp>
        <p:nvSpPr>
          <p:cNvPr id="6" name="文本框 5"/>
          <p:cNvSpPr txBox="1"/>
          <p:nvPr/>
        </p:nvSpPr>
        <p:spPr>
          <a:xfrm>
            <a:off x="1082675" y="1769745"/>
            <a:ext cx="6899275" cy="3448685"/>
          </a:xfrm>
          <a:prstGeom prst="rect">
            <a:avLst/>
          </a:prstGeom>
          <a:noFill/>
        </p:spPr>
        <p:txBody>
          <a:bodyPr wrap="square" rtlCol="0" anchor="t">
            <a:spAutoFit/>
          </a:bodyPr>
          <a:p>
            <a:pPr>
              <a:lnSpc>
                <a:spcPct val="130000"/>
              </a:lnSpc>
            </a:pPr>
            <a:r>
              <a:rPr lang="zh-CN" altLang="en-US" sz="2400">
                <a:effectLst/>
                <a:latin typeface="Times New Roman" panose="02020603050405020304" pitchFamily="18" charset="0"/>
                <a:sym typeface="+mn-ea"/>
              </a:rPr>
              <a:t>时间复杂度：</a:t>
            </a:r>
            <a:r>
              <a:rPr lang="en-US" altLang="zh-CN" sz="2400">
                <a:effectLst/>
                <a:latin typeface="Times New Roman" panose="02020603050405020304" pitchFamily="18" charset="0"/>
                <a:sym typeface="+mn-ea"/>
              </a:rPr>
              <a:t>O(</a:t>
            </a:r>
            <a:r>
              <a:rPr lang="en-US" altLang="zh-CN" sz="2400" i="1">
                <a:effectLst/>
                <a:latin typeface="Times New Roman" panose="02020603050405020304" pitchFamily="18" charset="0"/>
                <a:sym typeface="+mn-ea"/>
              </a:rPr>
              <a:t>n</a:t>
            </a:r>
            <a:r>
              <a:rPr lang="en-US" altLang="zh-CN" sz="2400">
                <a:effectLst/>
                <a:latin typeface="Times New Roman" panose="02020603050405020304" pitchFamily="18" charset="0"/>
                <a:sym typeface="+mn-ea"/>
              </a:rPr>
              <a:t>log</a:t>
            </a:r>
            <a:r>
              <a:rPr lang="en-US" altLang="zh-CN" sz="2400" baseline="-25000">
                <a:effectLst/>
                <a:latin typeface="Times New Roman" panose="02020603050405020304" pitchFamily="18" charset="0"/>
                <a:sym typeface="+mn-ea"/>
              </a:rPr>
              <a:t>2</a:t>
            </a:r>
            <a:r>
              <a:rPr lang="en-US" altLang="zh-CN" sz="2400" i="1">
                <a:effectLst/>
                <a:latin typeface="Times New Roman" panose="02020603050405020304" pitchFamily="18" charset="0"/>
                <a:sym typeface="+mn-ea"/>
              </a:rPr>
              <a:t>n</a:t>
            </a:r>
            <a:r>
              <a:rPr lang="en-US" altLang="zh-CN" sz="2400">
                <a:effectLst/>
                <a:latin typeface="Times New Roman" panose="02020603050405020304" pitchFamily="18" charset="0"/>
                <a:sym typeface="+mn-ea"/>
              </a:rPr>
              <a:t>)</a:t>
            </a:r>
            <a:endParaRPr lang="en-US" altLang="zh-CN" sz="2400">
              <a:effectLst/>
              <a:latin typeface="Times New Roman" panose="02020603050405020304" pitchFamily="18" charset="0"/>
            </a:endParaRPr>
          </a:p>
          <a:p>
            <a:pPr>
              <a:lnSpc>
                <a:spcPct val="130000"/>
              </a:lnSpc>
            </a:pPr>
            <a:r>
              <a:rPr lang="zh-CN" altLang="en-US" sz="2400">
                <a:effectLst/>
                <a:latin typeface="Times New Roman" panose="02020603050405020304" pitchFamily="18" charset="0"/>
                <a:sym typeface="+mn-ea"/>
              </a:rPr>
              <a:t>空间复杂度：和待排记录等量的空间</a:t>
            </a:r>
            <a:r>
              <a:rPr lang="en-US" altLang="zh-CN" sz="2400">
                <a:effectLst/>
                <a:latin typeface="Cambria Math" panose="02040503050406030204" charset="0"/>
                <a:cs typeface="Cambria Math" panose="02040503050406030204" charset="0"/>
                <a:sym typeface="+mn-ea"/>
              </a:rPr>
              <a:t>O(n)</a:t>
            </a:r>
            <a:endParaRPr lang="zh-CN" altLang="en-US" sz="2400">
              <a:effectLst/>
              <a:latin typeface="Times New Roman" panose="02020603050405020304" pitchFamily="18" charset="0"/>
            </a:endParaRPr>
          </a:p>
          <a:p>
            <a:pPr>
              <a:lnSpc>
                <a:spcPct val="130000"/>
              </a:lnSpc>
            </a:pPr>
            <a:r>
              <a:rPr lang="zh-CN" altLang="en-US" sz="2400">
                <a:effectLst/>
                <a:latin typeface="Times New Roman" panose="02020603050405020304" pitchFamily="18" charset="0"/>
                <a:sym typeface="+mn-ea"/>
              </a:rPr>
              <a:t>特点：是一种</a:t>
            </a:r>
            <a:r>
              <a:rPr lang="zh-CN" altLang="en-US" sz="2400" b="1">
                <a:solidFill>
                  <a:srgbClr val="FF0000"/>
                </a:solidFill>
                <a:effectLst/>
                <a:latin typeface="Times New Roman" panose="02020603050405020304" pitchFamily="18" charset="0"/>
                <a:sym typeface="+mn-ea"/>
              </a:rPr>
              <a:t>稳定</a:t>
            </a:r>
            <a:r>
              <a:rPr lang="zh-CN" altLang="en-US" sz="2400">
                <a:effectLst/>
                <a:latin typeface="Times New Roman" panose="02020603050405020304" pitchFamily="18" charset="0"/>
                <a:sym typeface="+mn-ea"/>
              </a:rPr>
              <a:t>的排序方法。</a:t>
            </a:r>
            <a:endParaRPr lang="zh-CN" altLang="en-US" sz="2400">
              <a:effectLst/>
              <a:latin typeface="Times New Roman" panose="02020603050405020304" pitchFamily="18" charset="0"/>
              <a:sym typeface="+mn-ea"/>
            </a:endParaRPr>
          </a:p>
          <a:p>
            <a:pPr>
              <a:lnSpc>
                <a:spcPct val="130000"/>
              </a:lnSpc>
            </a:pPr>
            <a:endParaRPr lang="zh-CN" altLang="en-US" sz="2400">
              <a:effectLst/>
              <a:latin typeface="Times New Roman" panose="02020603050405020304" pitchFamily="18" charset="0"/>
              <a:sym typeface="+mn-ea"/>
            </a:endParaRPr>
          </a:p>
          <a:p>
            <a:pPr>
              <a:lnSpc>
                <a:spcPct val="130000"/>
              </a:lnSpc>
            </a:pPr>
            <a:r>
              <a:rPr lang="zh-CN" sz="2400">
                <a:effectLst/>
                <a:latin typeface="Times New Roman" panose="02020603050405020304" pitchFamily="18" charset="0"/>
                <a:sym typeface="+mn-ea"/>
              </a:rPr>
              <a:t>一般情况下，由于要求附加和待排记录等数量的辅助空间，因此，很少用</a:t>
            </a:r>
            <a:r>
              <a:rPr lang="en-US" altLang="zh-CN" sz="2400">
                <a:effectLst/>
                <a:latin typeface="Times New Roman" panose="02020603050405020304" pitchFamily="18" charset="0"/>
                <a:sym typeface="+mn-ea"/>
              </a:rPr>
              <a:t>2-</a:t>
            </a:r>
            <a:r>
              <a:rPr lang="zh-CN" altLang="en-US" sz="2400">
                <a:effectLst/>
                <a:latin typeface="Times New Roman" panose="02020603050405020304" pitchFamily="18" charset="0"/>
                <a:sym typeface="+mn-ea"/>
              </a:rPr>
              <a:t>路归并排序进行内部排序，归并的思想主要用于外部排序。</a:t>
            </a:r>
            <a:endParaRPr lang="zh-CN" altLang="en-US" sz="2400">
              <a:effectLst/>
              <a:latin typeface="Times New Roman" panose="02020603050405020304" pitchFamily="18" charset="0"/>
              <a:sym typeface="+mn-ea"/>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scene3d>
              <a:camera prst="orthographicFront"/>
              <a:lightRig rig="threePt" dir="t"/>
            </a:scene3d>
          </a:bodyPr>
          <a:lstStyle/>
          <a:p>
            <a:r>
              <a:rPr lang="zh-CN" altLang="en-US" dirty="0">
                <a:solidFill>
                  <a:schemeClr val="bg1"/>
                </a:solidFill>
                <a:effectLst>
                  <a:outerShdw blurRad="38100" dist="25400" dir="5400000" algn="ctr" rotWithShape="0">
                    <a:srgbClr val="6E747A">
                      <a:alpha val="43000"/>
                    </a:srgbClr>
                  </a:outerShdw>
                </a:effectLst>
              </a:rPr>
              <a:t>主要内容</a:t>
            </a:r>
            <a:endParaRPr lang="zh-CN" altLang="en-US" dirty="0">
              <a:solidFill>
                <a:schemeClr val="bg1"/>
              </a:solidFill>
              <a:effectLst>
                <a:outerShdw blurRad="38100" dist="25400" dir="5400000" algn="ctr" rotWithShape="0">
                  <a:srgbClr val="6E747A">
                    <a:alpha val="43000"/>
                  </a:srgbClr>
                </a:outerShdw>
              </a:effectLst>
            </a:endParaRPr>
          </a:p>
        </p:txBody>
      </p:sp>
      <p:sp>
        <p:nvSpPr>
          <p:cNvPr id="142339" name="Rectangle 3"/>
          <p:cNvSpPr>
            <a:spLocks noGrp="1" noChangeArrowheads="1"/>
          </p:cNvSpPr>
          <p:nvPr>
            <p:ph type="body" idx="1"/>
          </p:nvPr>
        </p:nvSpPr>
        <p:spPr>
          <a:xfrm>
            <a:off x="2872740" y="1106805"/>
            <a:ext cx="3397885" cy="5497195"/>
          </a:xfrm>
        </p:spPr>
        <p:txBody>
          <a:bodyPr/>
          <a:lstStyle/>
          <a:p>
            <a:pPr marL="0" indent="0">
              <a:buNone/>
            </a:pPr>
            <a:r>
              <a:rPr lang="en-US" altLang="zh-CN" b="1" dirty="0">
                <a:effectLst/>
                <a:sym typeface="+mn-ea"/>
              </a:rPr>
              <a:t>9.1 </a:t>
            </a:r>
            <a:r>
              <a:rPr lang="zh-CN" altLang="en-US" b="1" dirty="0">
                <a:effectLst/>
                <a:sym typeface="+mn-ea"/>
              </a:rPr>
              <a:t>排序基本概念</a:t>
            </a:r>
            <a:endParaRPr lang="en-US" altLang="zh-CN" b="1" dirty="0">
              <a:solidFill>
                <a:schemeClr val="tx1"/>
              </a:solidFill>
              <a:effectLst/>
            </a:endParaRPr>
          </a:p>
          <a:p>
            <a:pPr marL="0" indent="0">
              <a:buNone/>
            </a:pPr>
            <a:r>
              <a:rPr lang="en-US" altLang="zh-CN" b="1" dirty="0">
                <a:solidFill>
                  <a:schemeClr val="accent1"/>
                </a:solidFill>
                <a:effectLst/>
                <a:sym typeface="+mn-ea"/>
              </a:rPr>
              <a:t>9.2 </a:t>
            </a:r>
            <a:r>
              <a:rPr lang="zh-CN" altLang="en-US" b="1" dirty="0">
                <a:solidFill>
                  <a:schemeClr val="accent1"/>
                </a:solidFill>
                <a:effectLst/>
                <a:sym typeface="+mn-ea"/>
              </a:rPr>
              <a:t>插入类排序</a:t>
            </a:r>
            <a:endParaRPr lang="en-US" altLang="zh-CN" b="1" dirty="0">
              <a:solidFill>
                <a:schemeClr val="accent1"/>
              </a:solidFill>
              <a:effectLst/>
            </a:endParaRPr>
          </a:p>
          <a:p>
            <a:pPr marL="0" indent="0">
              <a:buNone/>
            </a:pPr>
            <a:r>
              <a:rPr lang="en-US" altLang="zh-CN" b="1" dirty="0">
                <a:solidFill>
                  <a:schemeClr val="accent1"/>
                </a:solidFill>
                <a:effectLst/>
                <a:sym typeface="+mn-ea"/>
              </a:rPr>
              <a:t>9.3 </a:t>
            </a:r>
            <a:r>
              <a:rPr lang="zh-CN" altLang="en-US" b="1" dirty="0">
                <a:solidFill>
                  <a:schemeClr val="accent1"/>
                </a:solidFill>
                <a:effectLst/>
                <a:sym typeface="+mn-ea"/>
              </a:rPr>
              <a:t>交换类排序</a:t>
            </a:r>
            <a:endParaRPr lang="en-US" altLang="zh-CN" b="1" dirty="0">
              <a:solidFill>
                <a:schemeClr val="accent1"/>
              </a:solidFill>
              <a:effectLst/>
            </a:endParaRPr>
          </a:p>
          <a:p>
            <a:pPr marL="0" indent="0">
              <a:buNone/>
            </a:pPr>
            <a:r>
              <a:rPr lang="en-US" altLang="zh-CN" b="1" dirty="0">
                <a:solidFill>
                  <a:schemeClr val="tx1"/>
                </a:solidFill>
                <a:effectLst/>
                <a:sym typeface="+mn-ea"/>
              </a:rPr>
              <a:t>9.4 </a:t>
            </a:r>
            <a:r>
              <a:rPr lang="zh-CN" altLang="en-US" b="1" dirty="0">
                <a:solidFill>
                  <a:schemeClr val="tx1"/>
                </a:solidFill>
                <a:effectLst/>
                <a:sym typeface="+mn-ea"/>
              </a:rPr>
              <a:t>选择类排序</a:t>
            </a:r>
            <a:endParaRPr lang="en-US" altLang="zh-CN" b="1" dirty="0">
              <a:solidFill>
                <a:schemeClr val="tx1"/>
              </a:solidFill>
              <a:effectLst/>
            </a:endParaRPr>
          </a:p>
          <a:p>
            <a:pPr marL="0" indent="0">
              <a:buNone/>
            </a:pPr>
            <a:r>
              <a:rPr lang="en-US" altLang="zh-CN" b="1" dirty="0">
                <a:solidFill>
                  <a:schemeClr val="tx1"/>
                </a:solidFill>
                <a:effectLst/>
                <a:sym typeface="+mn-ea"/>
              </a:rPr>
              <a:t>9.5 </a:t>
            </a:r>
            <a:r>
              <a:rPr lang="zh-CN" altLang="en-US" b="1" dirty="0">
                <a:solidFill>
                  <a:schemeClr val="tx1"/>
                </a:solidFill>
                <a:effectLst/>
                <a:sym typeface="+mn-ea"/>
              </a:rPr>
              <a:t>归并排序</a:t>
            </a:r>
            <a:endParaRPr lang="en-US" altLang="zh-CN" b="1" dirty="0">
              <a:solidFill>
                <a:schemeClr val="tx1"/>
              </a:solidFill>
              <a:effectLst/>
            </a:endParaRPr>
          </a:p>
          <a:p>
            <a:pPr marL="0" indent="0">
              <a:buNone/>
            </a:pPr>
            <a:r>
              <a:rPr lang="en-US" altLang="zh-CN" b="1" dirty="0">
                <a:solidFill>
                  <a:srgbClr val="FF0000"/>
                </a:solidFill>
                <a:effectLst/>
                <a:sym typeface="+mn-ea"/>
              </a:rPr>
              <a:t>9.6 </a:t>
            </a:r>
            <a:r>
              <a:rPr lang="zh-CN" altLang="en-US" b="1" dirty="0">
                <a:solidFill>
                  <a:srgbClr val="FF0000"/>
                </a:solidFill>
                <a:effectLst/>
                <a:sym typeface="+mn-ea"/>
              </a:rPr>
              <a:t>基数排序</a:t>
            </a:r>
            <a:endParaRPr lang="en-US" altLang="zh-CN" b="1" dirty="0">
              <a:solidFill>
                <a:srgbClr val="FF0000"/>
              </a:solidFill>
              <a:effectLst/>
            </a:endParaRPr>
          </a:p>
          <a:p>
            <a:pPr marL="0" indent="0">
              <a:buNone/>
            </a:pPr>
            <a:r>
              <a:rPr lang="en-US" altLang="zh-CN" b="1" dirty="0">
                <a:solidFill>
                  <a:schemeClr val="accent1"/>
                </a:solidFill>
                <a:effectLst/>
                <a:sym typeface="+mn-ea"/>
              </a:rPr>
              <a:t>9.7 </a:t>
            </a:r>
            <a:r>
              <a:rPr lang="zh-CN" altLang="en-US" b="1" dirty="0">
                <a:solidFill>
                  <a:schemeClr val="accent1"/>
                </a:solidFill>
                <a:effectLst/>
                <a:sym typeface="+mn-ea"/>
              </a:rPr>
              <a:t>总结</a:t>
            </a:r>
            <a:endParaRPr lang="zh-CN" altLang="en-US" b="1" dirty="0">
              <a:solidFill>
                <a:schemeClr val="accent1"/>
              </a:solidFill>
              <a:effectLst/>
            </a:endParaRPr>
          </a:p>
          <a:p>
            <a:endParaRPr lang="en-US" altLang="zh-CN" dirty="0">
              <a:solidFill>
                <a:schemeClr val="accent1"/>
              </a:solidFill>
              <a:effectLs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21" name="Text Box 5"/>
          <p:cNvSpPr txBox="1">
            <a:spLocks noChangeArrowheads="1"/>
          </p:cNvSpPr>
          <p:nvPr/>
        </p:nvSpPr>
        <p:spPr bwMode="auto">
          <a:xfrm>
            <a:off x="1714500" y="1600200"/>
            <a:ext cx="261620" cy="3467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67500" tIns="35100" rIns="67500" bIns="35100">
            <a:spAutoFit/>
          </a:bodyPr>
          <a:lstStyle/>
          <a:p>
            <a:endParaRPr kumimoji="1" lang="zh-CN" altLang="zh-CN"/>
          </a:p>
        </p:txBody>
      </p:sp>
      <p:sp>
        <p:nvSpPr>
          <p:cNvPr id="86023" name="Rectangle 7"/>
          <p:cNvSpPr>
            <a:spLocks noGrp="1" noChangeArrowheads="1"/>
          </p:cNvSpPr>
          <p:nvPr>
            <p:ph type="title"/>
          </p:nvPr>
        </p:nvSpPr>
        <p:spPr/>
        <p:txBody>
          <a:bodyPr/>
          <a:lstStyle/>
          <a:p>
            <a:r>
              <a:rPr lang="en-US" altLang="zh-CN">
                <a:solidFill>
                  <a:schemeClr val="bg1"/>
                </a:solidFill>
                <a:effectLst>
                  <a:outerShdw blurRad="38100" dist="25400" dir="5400000" algn="ctr" rotWithShape="0">
                    <a:srgbClr val="6E747A">
                      <a:alpha val="43000"/>
                    </a:srgbClr>
                  </a:outerShdw>
                </a:effectLst>
              </a:rPr>
              <a:t>9.6 </a:t>
            </a:r>
            <a:r>
              <a:rPr lang="zh-CN" altLang="en-US">
                <a:solidFill>
                  <a:schemeClr val="bg1"/>
                </a:solidFill>
                <a:effectLst>
                  <a:outerShdw blurRad="38100" dist="25400" dir="5400000" algn="ctr" rotWithShape="0">
                    <a:srgbClr val="6E747A">
                      <a:alpha val="43000"/>
                    </a:srgbClr>
                  </a:outerShdw>
                </a:effectLst>
              </a:rPr>
              <a:t>基数排序</a:t>
            </a:r>
            <a:endParaRPr lang="zh-CN" altLang="en-US">
              <a:solidFill>
                <a:schemeClr val="bg1"/>
              </a:solidFill>
              <a:effectLst>
                <a:outerShdw blurRad="38100" dist="25400" dir="5400000" algn="ctr" rotWithShape="0">
                  <a:srgbClr val="6E747A">
                    <a:alpha val="43000"/>
                  </a:srgbClr>
                </a:outerShdw>
              </a:effectLst>
            </a:endParaRPr>
          </a:p>
        </p:txBody>
      </p:sp>
      <p:sp>
        <p:nvSpPr>
          <p:cNvPr id="86025" name="Rectangle 9"/>
          <p:cNvSpPr>
            <a:spLocks noGrp="1" noChangeArrowheads="1"/>
          </p:cNvSpPr>
          <p:nvPr>
            <p:ph type="body" idx="1"/>
          </p:nvPr>
        </p:nvSpPr>
        <p:spPr>
          <a:xfrm>
            <a:off x="457200" y="1087120"/>
            <a:ext cx="8229600" cy="3201670"/>
          </a:xfrm>
        </p:spPr>
        <p:txBody>
          <a:bodyPr/>
          <a:lstStyle/>
          <a:p>
            <a:pPr>
              <a:lnSpc>
                <a:spcPct val="140000"/>
              </a:lnSpc>
            </a:pPr>
            <a:r>
              <a:rPr lang="zh-CN" altLang="en-US" sz="2400" dirty="0">
                <a:effectLst/>
              </a:rPr>
              <a:t>基数排序是一种与前面所述的排序法完全不同的一类排序法。</a:t>
            </a:r>
            <a:endParaRPr lang="zh-CN" altLang="en-US" sz="2400" dirty="0">
              <a:effectLst/>
            </a:endParaRPr>
          </a:p>
          <a:p>
            <a:pPr>
              <a:lnSpc>
                <a:spcPct val="140000"/>
              </a:lnSpc>
            </a:pPr>
            <a:r>
              <a:rPr lang="zh-CN" altLang="en-US" sz="2400" dirty="0">
                <a:effectLst/>
              </a:rPr>
              <a:t>前面排序法的基本操作是比较和移动记录。</a:t>
            </a:r>
            <a:endParaRPr lang="zh-CN" altLang="en-US" sz="2400" dirty="0">
              <a:effectLst/>
            </a:endParaRPr>
          </a:p>
          <a:p>
            <a:pPr>
              <a:lnSpc>
                <a:spcPct val="140000"/>
              </a:lnSpc>
            </a:pPr>
            <a:r>
              <a:rPr lang="zh-CN" altLang="en-US" sz="2400" dirty="0">
                <a:effectLst/>
              </a:rPr>
              <a:t>基数排序则是</a:t>
            </a:r>
            <a:r>
              <a:rPr lang="zh-CN" altLang="en-US" sz="2400" dirty="0">
                <a:solidFill>
                  <a:srgbClr val="FF0000"/>
                </a:solidFill>
                <a:effectLst/>
              </a:rPr>
              <a:t>一种借助于多关键字排序思想对单逻辑关键字进行排序</a:t>
            </a:r>
            <a:r>
              <a:rPr lang="zh-CN" altLang="en-US" sz="2400" dirty="0">
                <a:effectLst/>
              </a:rPr>
              <a:t>的方法，不需要进行关键字的比较。</a:t>
            </a:r>
            <a:endParaRPr lang="zh-CN" altLang="en-US" sz="2400" dirty="0">
              <a:effectLs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noChangeArrowheads="1"/>
          </p:cNvSpPr>
          <p:nvPr>
            <p:ph type="title"/>
          </p:nvPr>
        </p:nvSpPr>
        <p:spPr/>
        <p:txBody>
          <a:bodyPr/>
          <a:lstStyle/>
          <a:p>
            <a:r>
              <a:rPr lang="en-US" altLang="zh-CN" sz="3000">
                <a:solidFill>
                  <a:schemeClr val="bg1"/>
                </a:solidFill>
                <a:effectLst>
                  <a:outerShdw blurRad="38100" dist="25400" dir="5400000" algn="ctr" rotWithShape="0">
                    <a:srgbClr val="6E747A">
                      <a:alpha val="43000"/>
                    </a:srgbClr>
                  </a:outerShdw>
                </a:effectLst>
              </a:rPr>
              <a:t>9.6.1 </a:t>
            </a:r>
            <a:r>
              <a:rPr lang="zh-CN" altLang="en-US" sz="3000">
                <a:solidFill>
                  <a:schemeClr val="bg1"/>
                </a:solidFill>
                <a:effectLst>
                  <a:outerShdw blurRad="38100" dist="25400" dir="5400000" algn="ctr" rotWithShape="0">
                    <a:srgbClr val="6E747A">
                      <a:alpha val="43000"/>
                    </a:srgbClr>
                  </a:outerShdw>
                </a:effectLst>
              </a:rPr>
              <a:t>多关键字排序</a:t>
            </a:r>
            <a:endParaRPr lang="zh-CN" altLang="en-US" sz="3000">
              <a:solidFill>
                <a:schemeClr val="bg1"/>
              </a:solidFill>
              <a:effectLst>
                <a:outerShdw blurRad="38100" dist="25400" dir="5400000" algn="ctr" rotWithShape="0">
                  <a:srgbClr val="6E747A">
                    <a:alpha val="43000"/>
                  </a:srgbClr>
                </a:outerShdw>
              </a:effectLst>
            </a:endParaRPr>
          </a:p>
        </p:txBody>
      </p:sp>
      <p:sp>
        <p:nvSpPr>
          <p:cNvPr id="168963" name="Rectangle 3"/>
          <p:cNvSpPr>
            <a:spLocks noGrp="1" noChangeArrowheads="1"/>
          </p:cNvSpPr>
          <p:nvPr>
            <p:ph type="body" idx="1"/>
          </p:nvPr>
        </p:nvSpPr>
        <p:spPr>
          <a:xfrm>
            <a:off x="493395" y="962660"/>
            <a:ext cx="8157210" cy="4391025"/>
          </a:xfrm>
        </p:spPr>
        <p:txBody>
          <a:bodyPr/>
          <a:lstStyle/>
          <a:p>
            <a:pPr>
              <a:lnSpc>
                <a:spcPct val="120000"/>
              </a:lnSpc>
              <a:spcBef>
                <a:spcPct val="0"/>
              </a:spcBef>
              <a:buClr>
                <a:srgbClr val="00B0F0"/>
              </a:buClr>
              <a:buSzTx/>
              <a:buFont typeface="Wingdings" panose="05000000000000000000" charset="0"/>
              <a:buChar char="l"/>
            </a:pPr>
            <a:r>
              <a:rPr kumimoji="1" lang="zh-CN" altLang="en-US" sz="2400" dirty="0">
                <a:effectLst/>
                <a:latin typeface="Times New Roman" panose="02020603050405020304" pitchFamily="18" charset="0"/>
              </a:rPr>
              <a:t>什么是多关键字排序？以扑克牌为例，有花色和点数两种关键字。   规定花色和面值顺序为：</a:t>
            </a:r>
            <a:endParaRPr kumimoji="1" lang="zh-CN" altLang="en-US" sz="2400" dirty="0">
              <a:effectLst/>
              <a:latin typeface="Times New Roman" panose="02020603050405020304" pitchFamily="18" charset="0"/>
            </a:endParaRPr>
          </a:p>
          <a:p>
            <a:pPr marL="0" indent="0">
              <a:lnSpc>
                <a:spcPct val="120000"/>
              </a:lnSpc>
              <a:spcBef>
                <a:spcPct val="0"/>
              </a:spcBef>
              <a:buClr>
                <a:srgbClr val="00B0F0"/>
              </a:buClr>
              <a:buSzTx/>
              <a:buFont typeface="Wingdings" panose="05000000000000000000" charset="0"/>
              <a:buNone/>
            </a:pPr>
            <a:r>
              <a:rPr kumimoji="1" lang="en-US" altLang="zh-CN" sz="2400" dirty="0">
                <a:effectLst/>
                <a:latin typeface="Times New Roman" panose="02020603050405020304" pitchFamily="18" charset="0"/>
              </a:rPr>
              <a:t>     </a:t>
            </a:r>
            <a:r>
              <a:rPr kumimoji="1" lang="zh-CN" altLang="en-US" sz="2400" dirty="0">
                <a:effectLst/>
                <a:latin typeface="Times New Roman" panose="02020603050405020304" pitchFamily="18" charset="0"/>
              </a:rPr>
              <a:t>花色：梅花</a:t>
            </a:r>
            <a:r>
              <a:rPr kumimoji="1" lang="en-US" altLang="zh-CN" sz="2400" dirty="0">
                <a:effectLst/>
                <a:latin typeface="Times New Roman" panose="02020603050405020304" pitchFamily="18" charset="0"/>
              </a:rPr>
              <a:t>&lt;</a:t>
            </a:r>
            <a:r>
              <a:rPr kumimoji="1" lang="zh-CN" altLang="en-US" sz="2400" dirty="0">
                <a:effectLst/>
                <a:latin typeface="Times New Roman" panose="02020603050405020304" pitchFamily="18" charset="0"/>
              </a:rPr>
              <a:t>方块</a:t>
            </a:r>
            <a:r>
              <a:rPr kumimoji="1" lang="en-US" altLang="zh-CN" sz="2400" dirty="0">
                <a:effectLst/>
                <a:latin typeface="Times New Roman" panose="02020603050405020304" pitchFamily="18" charset="0"/>
              </a:rPr>
              <a:t>&lt;</a:t>
            </a:r>
            <a:r>
              <a:rPr kumimoji="1" lang="zh-CN" altLang="en-US" sz="2400" dirty="0">
                <a:effectLst/>
                <a:latin typeface="Times New Roman" panose="02020603050405020304" pitchFamily="18" charset="0"/>
              </a:rPr>
              <a:t>红桃</a:t>
            </a:r>
            <a:r>
              <a:rPr kumimoji="1" lang="en-US" altLang="zh-CN" sz="2400" dirty="0">
                <a:effectLst/>
                <a:latin typeface="Times New Roman" panose="02020603050405020304" pitchFamily="18" charset="0"/>
              </a:rPr>
              <a:t>&lt;</a:t>
            </a:r>
            <a:r>
              <a:rPr kumimoji="1" lang="zh-CN" altLang="en-US" sz="2400" dirty="0">
                <a:effectLst/>
                <a:latin typeface="Times New Roman" panose="02020603050405020304" pitchFamily="18" charset="0"/>
              </a:rPr>
              <a:t>黑桃，</a:t>
            </a:r>
            <a:r>
              <a:rPr kumimoji="1" lang="en-US" altLang="zh-CN" sz="2400" dirty="0">
                <a:effectLst/>
                <a:latin typeface="Times New Roman" panose="02020603050405020304" pitchFamily="18" charset="0"/>
              </a:rPr>
              <a:t> </a:t>
            </a:r>
            <a:r>
              <a:rPr kumimoji="1" lang="zh-CN" altLang="en-US" sz="2400" dirty="0">
                <a:effectLst/>
                <a:latin typeface="Times New Roman" panose="02020603050405020304" pitchFamily="18" charset="0"/>
              </a:rPr>
              <a:t>面值：</a:t>
            </a:r>
            <a:r>
              <a:rPr kumimoji="1" lang="en-US" altLang="zh-CN" sz="2400" dirty="0">
                <a:effectLst/>
                <a:latin typeface="Times New Roman" panose="02020603050405020304" pitchFamily="18" charset="0"/>
              </a:rPr>
              <a:t>2&lt;3&lt;...&lt;Q&lt;K&lt;A</a:t>
            </a:r>
            <a:endParaRPr kumimoji="1" lang="en-US" altLang="zh-CN" sz="2400" dirty="0">
              <a:effectLst/>
              <a:latin typeface="Times New Roman" panose="02020603050405020304" pitchFamily="18" charset="0"/>
            </a:endParaRPr>
          </a:p>
          <a:p>
            <a:pPr marL="0" indent="0">
              <a:lnSpc>
                <a:spcPct val="120000"/>
              </a:lnSpc>
              <a:spcBef>
                <a:spcPct val="0"/>
              </a:spcBef>
              <a:buClr>
                <a:srgbClr val="00B0F0"/>
              </a:buClr>
              <a:buSzTx/>
              <a:buFont typeface="Wingdings" panose="05000000000000000000" charset="0"/>
              <a:buNone/>
            </a:pPr>
            <a:r>
              <a:rPr kumimoji="1" lang="en-US" altLang="zh-CN" sz="2400" dirty="0">
                <a:effectLst/>
                <a:latin typeface="Times New Roman" panose="02020603050405020304" pitchFamily="18" charset="0"/>
              </a:rPr>
              <a:t>     </a:t>
            </a:r>
            <a:r>
              <a:rPr kumimoji="1" lang="zh-CN" altLang="en-US" sz="2400" dirty="0">
                <a:effectLst/>
                <a:latin typeface="Times New Roman" panose="02020603050405020304" pitchFamily="18" charset="0"/>
              </a:rPr>
              <a:t>花色优先级高于面值</a:t>
            </a:r>
            <a:endParaRPr kumimoji="1" lang="zh-CN" altLang="en-US" sz="2400" dirty="0">
              <a:effectLst/>
              <a:latin typeface="Times New Roman" panose="02020603050405020304" pitchFamily="18" charset="0"/>
            </a:endParaRPr>
          </a:p>
        </p:txBody>
      </p:sp>
      <p:grpSp>
        <p:nvGrpSpPr>
          <p:cNvPr id="7" name="组合 6"/>
          <p:cNvGrpSpPr/>
          <p:nvPr/>
        </p:nvGrpSpPr>
        <p:grpSpPr>
          <a:xfrm>
            <a:off x="854710" y="2843530"/>
            <a:ext cx="7369810" cy="3660775"/>
            <a:chOff x="3733" y="4254"/>
            <a:chExt cx="11606" cy="5765"/>
          </a:xfrm>
        </p:grpSpPr>
        <p:pic>
          <p:nvPicPr>
            <p:cNvPr id="8" name="Picture 4" descr="SJ"/>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908" y="8677"/>
              <a:ext cx="992" cy="1342"/>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9" name="Picture 5" descr="CJ"/>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8" y="4254"/>
              <a:ext cx="992" cy="1343"/>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10" name="Picture 6" descr="HJ"/>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10" y="7187"/>
              <a:ext cx="993" cy="1342"/>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11" name="Picture 7" descr="DJ"/>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10" y="5732"/>
              <a:ext cx="993" cy="1342"/>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12" name="Picture 8" descr="CQ"/>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88" y="4254"/>
              <a:ext cx="992" cy="1343"/>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13" name="Picture 9" descr="DQ"/>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988" y="5732"/>
              <a:ext cx="992" cy="1342"/>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14" name="Picture 11" descr="HQ"/>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988" y="7187"/>
              <a:ext cx="992" cy="1342"/>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15" name="Picture 12" descr="SQ"/>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988" y="8677"/>
              <a:ext cx="992" cy="1342"/>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16" name="Picture 13" descr="CK"/>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063" y="4254"/>
              <a:ext cx="992" cy="1343"/>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17" name="Picture 14" descr="HK"/>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063" y="7187"/>
              <a:ext cx="992" cy="1342"/>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18" name="Picture 15" descr="DK"/>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063" y="5732"/>
              <a:ext cx="992" cy="1342"/>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19" name="Picture 16" descr="SK"/>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063" y="8677"/>
              <a:ext cx="992" cy="1342"/>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0" name="Picture 17" descr="SA"/>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3143" y="8677"/>
              <a:ext cx="992" cy="1342"/>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1" name="Picture 18" descr="DA"/>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3140" y="5729"/>
              <a:ext cx="993" cy="1343"/>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2" name="Picture 19" descr="CA"/>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3143" y="4254"/>
              <a:ext cx="992" cy="1343"/>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3" name="Picture 20" descr="HA"/>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3143" y="7187"/>
              <a:ext cx="992" cy="1342"/>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4" name="Picture 21" descr="S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733" y="8677"/>
              <a:ext cx="992" cy="1342"/>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 name="Picture 22" descr="D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733" y="5729"/>
              <a:ext cx="992" cy="1343"/>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6" name="Picture 23" descr="H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733" y="7187"/>
              <a:ext cx="992" cy="1342"/>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7" name="Picture 24" descr="C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733" y="4254"/>
              <a:ext cx="992" cy="1343"/>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8" name="Picture 29" descr="C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838" y="4254"/>
              <a:ext cx="992" cy="1343"/>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9" name="Picture 30" descr="H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838" y="7187"/>
              <a:ext cx="992" cy="1342"/>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30" name="Picture 31" descr="S3"/>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838" y="8677"/>
              <a:ext cx="992" cy="1342"/>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31" name="Picture 32" descr="D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838" y="5729"/>
              <a:ext cx="992" cy="1343"/>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sp>
          <p:nvSpPr>
            <p:cNvPr id="32" name="Text Box 33"/>
            <p:cNvSpPr txBox="1">
              <a:spLocks noChangeArrowheads="1"/>
            </p:cNvSpPr>
            <p:nvPr/>
          </p:nvSpPr>
          <p:spPr bwMode="auto">
            <a:xfrm>
              <a:off x="14333" y="4607"/>
              <a:ext cx="1006" cy="582"/>
            </a:xfrm>
            <a:prstGeom prst="rect">
              <a:avLst/>
            </a:prstGeom>
            <a:noFill/>
            <a:ln w="12700" cmpd="sng">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p>
              <a:r>
                <a:rPr lang="zh-CN" altLang="en-US" b="1">
                  <a:solidFill>
                    <a:srgbClr val="FF0000"/>
                  </a:solidFill>
                </a:rPr>
                <a:t>梅花</a:t>
              </a:r>
              <a:endParaRPr lang="zh-CN" altLang="en-US" b="1">
                <a:solidFill>
                  <a:srgbClr val="FF0000"/>
                </a:solidFill>
              </a:endParaRPr>
            </a:p>
          </p:txBody>
        </p:sp>
        <p:sp>
          <p:nvSpPr>
            <p:cNvPr id="33" name="Text Box 34"/>
            <p:cNvSpPr txBox="1">
              <a:spLocks noChangeArrowheads="1"/>
            </p:cNvSpPr>
            <p:nvPr/>
          </p:nvSpPr>
          <p:spPr bwMode="auto">
            <a:xfrm>
              <a:off x="14333" y="6032"/>
              <a:ext cx="1006" cy="582"/>
            </a:xfrm>
            <a:prstGeom prst="rect">
              <a:avLst/>
            </a:prstGeom>
            <a:noFill/>
            <a:ln w="12700" cmpd="sng">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p>
              <a:r>
                <a:rPr lang="zh-CN" altLang="en-US" b="1">
                  <a:solidFill>
                    <a:srgbClr val="FF0000"/>
                  </a:solidFill>
                </a:rPr>
                <a:t>方块</a:t>
              </a:r>
              <a:endParaRPr lang="zh-CN" altLang="en-US" b="1">
                <a:solidFill>
                  <a:srgbClr val="FF0000"/>
                </a:solidFill>
              </a:endParaRPr>
            </a:p>
          </p:txBody>
        </p:sp>
        <p:sp>
          <p:nvSpPr>
            <p:cNvPr id="34" name="Text Box 35"/>
            <p:cNvSpPr txBox="1">
              <a:spLocks noChangeArrowheads="1"/>
            </p:cNvSpPr>
            <p:nvPr/>
          </p:nvSpPr>
          <p:spPr bwMode="auto">
            <a:xfrm>
              <a:off x="14333" y="7457"/>
              <a:ext cx="1006" cy="582"/>
            </a:xfrm>
            <a:prstGeom prst="rect">
              <a:avLst/>
            </a:prstGeom>
            <a:noFill/>
            <a:ln w="12700" cmpd="sng">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p>
              <a:r>
                <a:rPr lang="zh-CN" altLang="en-US" b="1">
                  <a:solidFill>
                    <a:srgbClr val="FF0000"/>
                  </a:solidFill>
                </a:rPr>
                <a:t>红桃</a:t>
              </a:r>
              <a:endParaRPr lang="zh-CN" altLang="en-US" b="1">
                <a:solidFill>
                  <a:srgbClr val="FF0000"/>
                </a:solidFill>
              </a:endParaRPr>
            </a:p>
          </p:txBody>
        </p:sp>
        <p:sp>
          <p:nvSpPr>
            <p:cNvPr id="35" name="Text Box 36"/>
            <p:cNvSpPr txBox="1">
              <a:spLocks noChangeArrowheads="1"/>
            </p:cNvSpPr>
            <p:nvPr/>
          </p:nvSpPr>
          <p:spPr bwMode="auto">
            <a:xfrm>
              <a:off x="14333" y="8884"/>
              <a:ext cx="1006" cy="582"/>
            </a:xfrm>
            <a:prstGeom prst="rect">
              <a:avLst/>
            </a:prstGeom>
            <a:noFill/>
            <a:ln w="12700" cmpd="sng">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p>
              <a:r>
                <a:rPr lang="zh-CN" altLang="en-US" b="1">
                  <a:solidFill>
                    <a:srgbClr val="FF0000"/>
                  </a:solidFill>
                </a:rPr>
                <a:t>黑桃</a:t>
              </a:r>
              <a:endParaRPr lang="zh-CN" altLang="en-US" b="1">
                <a:solidFill>
                  <a:srgbClr val="FF0000"/>
                </a:solidFill>
              </a:endParaRPr>
            </a:p>
          </p:txBody>
        </p:sp>
        <p:sp>
          <p:nvSpPr>
            <p:cNvPr id="36" name="Line 28"/>
            <p:cNvSpPr>
              <a:spLocks noChangeShapeType="1"/>
            </p:cNvSpPr>
            <p:nvPr/>
          </p:nvSpPr>
          <p:spPr bwMode="auto">
            <a:xfrm>
              <a:off x="6703" y="5029"/>
              <a:ext cx="2042" cy="0"/>
            </a:xfrm>
            <a:prstGeom prst="line">
              <a:avLst/>
            </a:prstGeom>
            <a:noFill/>
            <a:ln w="28575" cmpd="sng">
              <a:solidFill>
                <a:schemeClr val="accent1">
                  <a:shade val="50000"/>
                </a:schemeClr>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p>
              <a:endParaRPr lang="zh-CN" altLang="en-US"/>
            </a:p>
          </p:txBody>
        </p:sp>
        <p:sp>
          <p:nvSpPr>
            <p:cNvPr id="37" name="Line 25"/>
            <p:cNvSpPr>
              <a:spLocks noChangeShapeType="1"/>
            </p:cNvSpPr>
            <p:nvPr/>
          </p:nvSpPr>
          <p:spPr bwMode="auto">
            <a:xfrm>
              <a:off x="6700" y="9287"/>
              <a:ext cx="2017" cy="0"/>
            </a:xfrm>
            <a:prstGeom prst="line">
              <a:avLst/>
            </a:prstGeom>
            <a:noFill/>
            <a:ln w="28575" cmpd="sng">
              <a:solidFill>
                <a:schemeClr val="accent1">
                  <a:shade val="50000"/>
                </a:schemeClr>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p>
              <a:endParaRPr lang="zh-CN" altLang="en-US"/>
            </a:p>
          </p:txBody>
        </p:sp>
        <p:sp>
          <p:nvSpPr>
            <p:cNvPr id="38" name="Line 26"/>
            <p:cNvSpPr>
              <a:spLocks noChangeShapeType="1"/>
            </p:cNvSpPr>
            <p:nvPr/>
          </p:nvSpPr>
          <p:spPr bwMode="auto">
            <a:xfrm>
              <a:off x="6700" y="7795"/>
              <a:ext cx="2042" cy="0"/>
            </a:xfrm>
            <a:prstGeom prst="line">
              <a:avLst/>
            </a:prstGeom>
            <a:noFill/>
            <a:ln w="28575" cmpd="sng">
              <a:solidFill>
                <a:schemeClr val="accent1">
                  <a:shade val="50000"/>
                </a:schemeClr>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p>
              <a:endParaRPr lang="zh-CN" altLang="en-US"/>
            </a:p>
          </p:txBody>
        </p:sp>
        <p:sp>
          <p:nvSpPr>
            <p:cNvPr id="39" name="Line 27"/>
            <p:cNvSpPr>
              <a:spLocks noChangeShapeType="1"/>
            </p:cNvSpPr>
            <p:nvPr/>
          </p:nvSpPr>
          <p:spPr bwMode="auto">
            <a:xfrm>
              <a:off x="6700" y="6340"/>
              <a:ext cx="2042" cy="0"/>
            </a:xfrm>
            <a:prstGeom prst="line">
              <a:avLst/>
            </a:prstGeom>
            <a:noFill/>
            <a:ln w="28575" cmpd="sng">
              <a:solidFill>
                <a:schemeClr val="accent1">
                  <a:shade val="50000"/>
                </a:schemeClr>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p>
              <a:endParaRPr lang="zh-CN" altLang="en-US"/>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2"/>
          <p:cNvSpPr>
            <a:spLocks noGrp="1" noChangeArrowheads="1"/>
          </p:cNvSpPr>
          <p:nvPr>
            <p:ph type="title"/>
          </p:nvPr>
        </p:nvSpPr>
        <p:spPr/>
        <p:txBody>
          <a:bodyPr>
            <a:scene3d>
              <a:camera prst="orthographicFront"/>
              <a:lightRig rig="threePt" dir="t"/>
            </a:scene3d>
          </a:bodyPr>
          <a:lstStyle/>
          <a:p>
            <a:r>
              <a:rPr lang="zh-CN" altLang="en-US">
                <a:solidFill>
                  <a:schemeClr val="bg1"/>
                </a:solidFill>
                <a:effectLst>
                  <a:outerShdw blurRad="38100" dist="25400" dir="5400000" algn="ctr" rotWithShape="0">
                    <a:srgbClr val="6E747A">
                      <a:alpha val="43000"/>
                    </a:srgbClr>
                  </a:outerShdw>
                </a:effectLst>
              </a:rPr>
              <a:t>问题：将扑克牌按照从小到大排序</a:t>
            </a:r>
            <a:endParaRPr lang="zh-CN" altLang="en-US">
              <a:solidFill>
                <a:schemeClr val="bg1"/>
              </a:solidFill>
              <a:effectLst>
                <a:outerShdw blurRad="38100" dist="25400" dir="5400000" algn="ctr" rotWithShape="0">
                  <a:srgbClr val="6E747A">
                    <a:alpha val="43000"/>
                  </a:srgbClr>
                </a:outerShdw>
              </a:effectLst>
            </a:endParaRPr>
          </a:p>
        </p:txBody>
      </p:sp>
      <p:grpSp>
        <p:nvGrpSpPr>
          <p:cNvPr id="30" name="组合 29"/>
          <p:cNvGrpSpPr/>
          <p:nvPr/>
        </p:nvGrpSpPr>
        <p:grpSpPr>
          <a:xfrm>
            <a:off x="665480" y="948055"/>
            <a:ext cx="7621270" cy="5500370"/>
            <a:chOff x="2351" y="1766"/>
            <a:chExt cx="8386" cy="6269"/>
          </a:xfrm>
        </p:grpSpPr>
        <p:grpSp>
          <p:nvGrpSpPr>
            <p:cNvPr id="250929" name="Group 49"/>
            <p:cNvGrpSpPr/>
            <p:nvPr/>
          </p:nvGrpSpPr>
          <p:grpSpPr bwMode="auto">
            <a:xfrm>
              <a:off x="3603" y="7029"/>
              <a:ext cx="6656" cy="1007"/>
              <a:chOff x="1054" y="3664"/>
              <a:chExt cx="3550" cy="537"/>
            </a:xfrm>
          </p:grpSpPr>
          <p:pic>
            <p:nvPicPr>
              <p:cNvPr id="250894" name="Picture 14" descr="D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33" y="3664"/>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0895" name="Picture 15" descr="D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6" y="3664"/>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0888" name="Picture 8" descr="C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4" y="3664"/>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0889" name="Picture 9" descr="C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8" y="3664"/>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0884" name="Picture 4" descr="CJ"/>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51" y="3664"/>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0885" name="Picture 5" descr="CQ"/>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30" y="3664"/>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0886" name="Picture 6" descr="CK"/>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21" y="3664"/>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0887" name="Picture 7" descr="CA"/>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12" y="3664"/>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0890" name="Picture 10" descr="DJ"/>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30" y="3664"/>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0891" name="Picture 11" descr="DQ"/>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21" y="3664"/>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0892" name="Picture 12" descr="DK"/>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12" y="3664"/>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0893" name="Picture 13" descr="DA"/>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48" y="3664"/>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0898" name="Picture 18" descr="H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164" y="3664"/>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0896" name="Picture 16" descr="HK"/>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390" y="3664"/>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0897" name="Picture 17" descr="HA"/>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481" y="3664"/>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0900" name="Picture 20" descr="S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708" y="3664"/>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0901" name="Picture 21" descr="SK"/>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071" y="3664"/>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0899" name="Picture 19" descr="SA"/>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207" y="3664"/>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grpSp>
        <p:sp>
          <p:nvSpPr>
            <p:cNvPr id="250926" name="AutoShape 46"/>
            <p:cNvSpPr>
              <a:spLocks noChangeArrowheads="1"/>
            </p:cNvSpPr>
            <p:nvPr/>
          </p:nvSpPr>
          <p:spPr bwMode="auto">
            <a:xfrm>
              <a:off x="6688" y="6340"/>
              <a:ext cx="805" cy="502"/>
            </a:xfrm>
            <a:prstGeom prst="downArrow">
              <a:avLst>
                <a:gd name="adj1" fmla="val 50000"/>
                <a:gd name="adj2" fmla="val 2500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7500" tIns="35100" rIns="67500" bIns="35100" anchor="ctr">
              <a:spAutoFit/>
            </a:bodyPr>
            <a:lstStyle/>
            <a:p>
              <a:endParaRPr lang="zh-CN" altLang="en-US" sz="1350"/>
            </a:p>
          </p:txBody>
        </p:sp>
        <p:grpSp>
          <p:nvGrpSpPr>
            <p:cNvPr id="2" name="Group 48"/>
            <p:cNvGrpSpPr/>
            <p:nvPr/>
          </p:nvGrpSpPr>
          <p:grpSpPr bwMode="auto">
            <a:xfrm>
              <a:off x="2552" y="1918"/>
              <a:ext cx="7802" cy="4153"/>
              <a:chOff x="533" y="890"/>
              <a:chExt cx="4161" cy="2215"/>
            </a:xfrm>
          </p:grpSpPr>
          <p:pic>
            <p:nvPicPr>
              <p:cNvPr id="3" name="Picture 22" descr="SJ"/>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655" y="1661"/>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4" name="Picture 23" descr="CJ"/>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26" y="1344"/>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5" name="Picture 24" descr="HJ"/>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243" y="1979"/>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6" name="Picture 25" descr="DJ"/>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18" y="1253"/>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7" name="Picture 26" descr="CQ"/>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09" y="1797"/>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8" name="Picture 27" descr="DQ"/>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38" y="2115"/>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9" name="Picture 28" descr="HQ"/>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923" y="1434"/>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10" name="Picture 29" descr="SQ"/>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746" y="2523"/>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11" name="Picture 30" descr="CK"/>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65" y="1850"/>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12" name="Picture 31" descr="HK"/>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86" y="1207"/>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13" name="Picture 32" descr="DK"/>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865" y="2441"/>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14" name="Picture 33" descr="SK"/>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971" y="1525"/>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15" name="Picture 34" descr="SA"/>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470" y="1616"/>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16" name="Picture 35" descr="DA"/>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296" y="2440"/>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17" name="Picture 36" descr="CA"/>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97" y="1850"/>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18" name="Picture 37" descr="HA"/>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107" y="2568"/>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19" name="Picture 38" descr="S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744" y="1933"/>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0" name="Picture 39" descr="D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0" y="1661"/>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1" name="Picture 40" descr="H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154" y="2341"/>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2" name="Picture 41" descr="C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 y="1850"/>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3" name="Picture 42" descr="C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9" y="1071"/>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4" name="Picture 43" descr="H3"/>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884" y="1207"/>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 name="Picture 44" descr="S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789" y="890"/>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6" name="Picture 45" descr="D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0" y="1162"/>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grpSp>
        <p:sp>
          <p:nvSpPr>
            <p:cNvPr id="29" name="矩形 28"/>
            <p:cNvSpPr/>
            <p:nvPr/>
          </p:nvSpPr>
          <p:spPr>
            <a:xfrm>
              <a:off x="2351" y="1766"/>
              <a:ext cx="8387" cy="4577"/>
            </a:xfrm>
            <a:prstGeom prst="rect">
              <a:avLst/>
            </a:prstGeom>
            <a:noFill/>
            <a:ln w="12700"/>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2"/>
          <p:cNvSpPr>
            <a:spLocks noGrp="1" noChangeArrowheads="1"/>
          </p:cNvSpPr>
          <p:nvPr>
            <p:ph type="title"/>
          </p:nvPr>
        </p:nvSpPr>
        <p:spPr/>
        <p:txBody>
          <a:bodyPr/>
          <a:lstStyle/>
          <a:p>
            <a:r>
              <a:rPr lang="zh-CN" altLang="en-US">
                <a:solidFill>
                  <a:schemeClr val="bg1"/>
                </a:solidFill>
                <a:effectLst>
                  <a:outerShdw blurRad="38100" dist="25400" dir="5400000" algn="ctr" rotWithShape="0">
                    <a:srgbClr val="6E747A">
                      <a:alpha val="43000"/>
                    </a:srgbClr>
                  </a:outerShdw>
                </a:effectLst>
              </a:rPr>
              <a:t>高位优先排序法</a:t>
            </a:r>
            <a:endParaRPr lang="zh-CN" altLang="en-US">
              <a:solidFill>
                <a:schemeClr val="bg1"/>
              </a:solidFill>
              <a:effectLst>
                <a:outerShdw blurRad="38100" dist="25400" dir="5400000" algn="ctr" rotWithShape="0">
                  <a:srgbClr val="6E747A">
                    <a:alpha val="43000"/>
                  </a:srgbClr>
                </a:outerShdw>
              </a:effectLst>
            </a:endParaRPr>
          </a:p>
        </p:txBody>
      </p:sp>
      <p:grpSp>
        <p:nvGrpSpPr>
          <p:cNvPr id="8" name="组合 7"/>
          <p:cNvGrpSpPr/>
          <p:nvPr/>
        </p:nvGrpSpPr>
        <p:grpSpPr>
          <a:xfrm>
            <a:off x="864235" y="996950"/>
            <a:ext cx="7115175" cy="5537200"/>
            <a:chOff x="1899" y="1942"/>
            <a:chExt cx="10459" cy="7909"/>
          </a:xfrm>
        </p:grpSpPr>
        <p:grpSp>
          <p:nvGrpSpPr>
            <p:cNvPr id="253956" name="Group 4"/>
            <p:cNvGrpSpPr/>
            <p:nvPr/>
          </p:nvGrpSpPr>
          <p:grpSpPr bwMode="auto">
            <a:xfrm>
              <a:off x="4276" y="2059"/>
              <a:ext cx="6202" cy="3069"/>
              <a:chOff x="533" y="890"/>
              <a:chExt cx="4161" cy="2215"/>
            </a:xfrm>
          </p:grpSpPr>
          <p:pic>
            <p:nvPicPr>
              <p:cNvPr id="253957" name="Picture 5" descr="SJ"/>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55" y="1661"/>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3958" name="Picture 6" descr="CJ"/>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6" y="1344"/>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3959" name="Picture 7" descr="HJ"/>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43" y="1979"/>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3960" name="Picture 8" descr="DJ"/>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18" y="1253"/>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3961" name="Picture 9" descr="CQ"/>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09" y="1797"/>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3962" name="Picture 10" descr="DQ"/>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8" y="2115"/>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3963" name="Picture 11" descr="HQ"/>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23" y="1434"/>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3964" name="Picture 12" descr="SQ"/>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46" y="2523"/>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3965" name="Picture 13" descr="CK"/>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65" y="1850"/>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3966" name="Picture 14" descr="HK"/>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86" y="1207"/>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3967" name="Picture 15" descr="DK"/>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865" y="2441"/>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3968" name="Picture 16" descr="SK"/>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71" y="1525"/>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3969" name="Picture 17" descr="SA"/>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470" y="1616"/>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3970" name="Picture 18" descr="DA"/>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96" y="2440"/>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3971" name="Picture 19" descr="CA"/>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297" y="1850"/>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3972" name="Picture 20" descr="HA"/>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107" y="2568"/>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3973" name="Picture 21" descr="S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744" y="1933"/>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3974" name="Picture 22" descr="D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20" y="1661"/>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3975" name="Picture 23" descr="H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154" y="2341"/>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3976" name="Picture 24" descr="C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33" y="1850"/>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3977" name="Picture 25" descr="C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429" y="1071"/>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3978" name="Picture 26" descr="H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884" y="1207"/>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3979" name="Picture 27" descr="S3"/>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789" y="890"/>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3980" name="Picture 28" descr="D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470" y="1162"/>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grpSp>
        <p:grpSp>
          <p:nvGrpSpPr>
            <p:cNvPr id="253989" name="Group 37"/>
            <p:cNvGrpSpPr/>
            <p:nvPr/>
          </p:nvGrpSpPr>
          <p:grpSpPr bwMode="auto">
            <a:xfrm>
              <a:off x="7395" y="5826"/>
              <a:ext cx="2361" cy="2113"/>
              <a:chOff x="476" y="2568"/>
              <a:chExt cx="1259" cy="1127"/>
            </a:xfrm>
          </p:grpSpPr>
          <p:pic>
            <p:nvPicPr>
              <p:cNvPr id="253982" name="Picture 30" descr="HJ"/>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9" y="2659"/>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3983" name="Picture 31" descr="HQ"/>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66" y="2840"/>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3984" name="Picture 32" descr="HK"/>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02" y="3158"/>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3985" name="Picture 33" descr="HA"/>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338" y="2568"/>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3986" name="Picture 34" descr="H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76" y="2750"/>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3987" name="Picture 35" descr="H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12" y="3067"/>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grpSp>
        <p:grpSp>
          <p:nvGrpSpPr>
            <p:cNvPr id="254058" name="Group 106"/>
            <p:cNvGrpSpPr/>
            <p:nvPr/>
          </p:nvGrpSpPr>
          <p:grpSpPr bwMode="auto">
            <a:xfrm>
              <a:off x="4019" y="8845"/>
              <a:ext cx="6656" cy="1007"/>
              <a:chOff x="1054" y="3702"/>
              <a:chExt cx="3550" cy="537"/>
            </a:xfrm>
          </p:grpSpPr>
          <p:pic>
            <p:nvPicPr>
              <p:cNvPr id="253990" name="Picture 38" descr="D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133" y="3702"/>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3991" name="Picture 39" descr="D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256" y="3702"/>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3992" name="Picture 40" descr="C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054" y="3702"/>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3993" name="Picture 41" descr="C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178" y="3702"/>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3994" name="Picture 42" descr="CJ"/>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1" y="3702"/>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3995" name="Picture 43" descr="CQ"/>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30" y="3702"/>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3996" name="Picture 44" descr="CK"/>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21" y="3702"/>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3997" name="Picture 45" descr="CA"/>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712" y="3702"/>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3998" name="Picture 46" descr="DJ"/>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30" y="3702"/>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3999" name="Picture 47" descr="DQ"/>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21" y="3702"/>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4000" name="Picture 48" descr="DK"/>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12" y="3702"/>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4001" name="Picture 49" descr="DA"/>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948" y="3702"/>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4002" name="Picture 50" descr="H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164" y="3702"/>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4003" name="Picture 51" descr="HK"/>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90" y="3702"/>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4004" name="Picture 52" descr="HA"/>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481" y="3702"/>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4005" name="Picture 53" descr="S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708" y="3702"/>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4006" name="Picture 54" descr="SK"/>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071" y="3702"/>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4007" name="Picture 55" descr="SA"/>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207" y="3702"/>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grpSp>
        <p:grpSp>
          <p:nvGrpSpPr>
            <p:cNvPr id="254050" name="Group 98"/>
            <p:cNvGrpSpPr/>
            <p:nvPr/>
          </p:nvGrpSpPr>
          <p:grpSpPr bwMode="auto">
            <a:xfrm>
              <a:off x="2012" y="5914"/>
              <a:ext cx="2445" cy="2111"/>
              <a:chOff x="113" y="2478"/>
              <a:chExt cx="1304" cy="1126"/>
            </a:xfrm>
          </p:grpSpPr>
          <p:pic>
            <p:nvPicPr>
              <p:cNvPr id="254032" name="Picture 80" descr="CJ"/>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 y="2931"/>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4033" name="Picture 81" descr="CQ"/>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2" y="2976"/>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4034" name="Picture 82" descr="CK"/>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5" y="2478"/>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4035" name="Picture 83" descr="CA"/>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39" y="2478"/>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4036" name="Picture 84" descr="C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13" y="2478"/>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4037" name="Picture 85" descr="C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020" y="3067"/>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grpSp>
        <p:grpSp>
          <p:nvGrpSpPr>
            <p:cNvPr id="254051" name="Group 99"/>
            <p:cNvGrpSpPr/>
            <p:nvPr/>
          </p:nvGrpSpPr>
          <p:grpSpPr bwMode="auto">
            <a:xfrm>
              <a:off x="4648" y="5828"/>
              <a:ext cx="2361" cy="2113"/>
              <a:chOff x="1519" y="2432"/>
              <a:chExt cx="1259" cy="1127"/>
            </a:xfrm>
          </p:grpSpPr>
          <p:pic>
            <p:nvPicPr>
              <p:cNvPr id="254038" name="Picture 86" descr="DJ"/>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55" y="2976"/>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4039" name="Picture 87" descr="DQ"/>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82" y="2478"/>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4040" name="Picture 88" descr="DK"/>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81" y="2523"/>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4041" name="Picture 89" descr="DA"/>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81" y="2976"/>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4042" name="Picture 90" descr="D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519" y="2432"/>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4043" name="Picture 91" descr="D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018" y="3022"/>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grpSp>
        <p:grpSp>
          <p:nvGrpSpPr>
            <p:cNvPr id="254052" name="Group 100"/>
            <p:cNvGrpSpPr/>
            <p:nvPr/>
          </p:nvGrpSpPr>
          <p:grpSpPr bwMode="auto">
            <a:xfrm>
              <a:off x="10091" y="5809"/>
              <a:ext cx="2106" cy="2198"/>
              <a:chOff x="4422" y="2387"/>
              <a:chExt cx="1123" cy="1172"/>
            </a:xfrm>
          </p:grpSpPr>
          <p:pic>
            <p:nvPicPr>
              <p:cNvPr id="254044" name="Picture 92" descr="SJ"/>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876" y="3022"/>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4045" name="Picture 93" descr="SQ"/>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22" y="2886"/>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4046" name="Picture 94" descr="SK"/>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58" y="2387"/>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4047" name="Picture 95" descr="SA"/>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830" y="2523"/>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4048" name="Picture 96" descr="S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103" y="2387"/>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4049" name="Picture 97" descr="S3"/>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148" y="2931"/>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grpSp>
        <p:sp>
          <p:nvSpPr>
            <p:cNvPr id="254054" name="AutoShape 102"/>
            <p:cNvSpPr>
              <a:spLocks noChangeArrowheads="1"/>
            </p:cNvSpPr>
            <p:nvPr/>
          </p:nvSpPr>
          <p:spPr bwMode="auto">
            <a:xfrm>
              <a:off x="3756" y="5244"/>
              <a:ext cx="740" cy="499"/>
            </a:xfrm>
            <a:prstGeom prst="downArrow">
              <a:avLst>
                <a:gd name="adj1" fmla="val 50000"/>
                <a:gd name="adj2" fmla="val 2500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7500" tIns="35100" rIns="67500" bIns="35100" anchor="ctr">
              <a:spAutoFit/>
            </a:bodyPr>
            <a:lstStyle/>
            <a:p>
              <a:endParaRPr lang="zh-CN" altLang="en-US" sz="1350"/>
            </a:p>
          </p:txBody>
        </p:sp>
        <p:sp>
          <p:nvSpPr>
            <p:cNvPr id="254055" name="AutoShape 103"/>
            <p:cNvSpPr>
              <a:spLocks noChangeArrowheads="1"/>
            </p:cNvSpPr>
            <p:nvPr/>
          </p:nvSpPr>
          <p:spPr bwMode="auto">
            <a:xfrm>
              <a:off x="5966" y="5244"/>
              <a:ext cx="740" cy="499"/>
            </a:xfrm>
            <a:prstGeom prst="downArrow">
              <a:avLst>
                <a:gd name="adj1" fmla="val 50000"/>
                <a:gd name="adj2" fmla="val 2500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7500" tIns="35100" rIns="67500" bIns="35100" anchor="ctr">
              <a:spAutoFit/>
            </a:bodyPr>
            <a:lstStyle/>
            <a:p>
              <a:endParaRPr lang="zh-CN" altLang="en-US" sz="1350"/>
            </a:p>
          </p:txBody>
        </p:sp>
        <p:sp>
          <p:nvSpPr>
            <p:cNvPr id="254056" name="AutoShape 104"/>
            <p:cNvSpPr>
              <a:spLocks noChangeArrowheads="1"/>
            </p:cNvSpPr>
            <p:nvPr/>
          </p:nvSpPr>
          <p:spPr bwMode="auto">
            <a:xfrm>
              <a:off x="8177" y="5244"/>
              <a:ext cx="740" cy="499"/>
            </a:xfrm>
            <a:prstGeom prst="downArrow">
              <a:avLst>
                <a:gd name="adj1" fmla="val 50000"/>
                <a:gd name="adj2" fmla="val 2500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7500" tIns="35100" rIns="67500" bIns="35100" anchor="ctr">
              <a:spAutoFit/>
            </a:bodyPr>
            <a:lstStyle/>
            <a:p>
              <a:endParaRPr lang="zh-CN" altLang="en-US" sz="1350"/>
            </a:p>
          </p:txBody>
        </p:sp>
        <p:sp>
          <p:nvSpPr>
            <p:cNvPr id="254057" name="AutoShape 105"/>
            <p:cNvSpPr>
              <a:spLocks noChangeArrowheads="1"/>
            </p:cNvSpPr>
            <p:nvPr/>
          </p:nvSpPr>
          <p:spPr bwMode="auto">
            <a:xfrm>
              <a:off x="10389" y="5244"/>
              <a:ext cx="740" cy="499"/>
            </a:xfrm>
            <a:prstGeom prst="downArrow">
              <a:avLst>
                <a:gd name="adj1" fmla="val 50000"/>
                <a:gd name="adj2" fmla="val 2500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7500" tIns="35100" rIns="67500" bIns="35100" anchor="ctr">
              <a:spAutoFit/>
            </a:bodyPr>
            <a:lstStyle/>
            <a:p>
              <a:endParaRPr lang="zh-CN" altLang="en-US" sz="1350"/>
            </a:p>
          </p:txBody>
        </p:sp>
        <p:sp>
          <p:nvSpPr>
            <p:cNvPr id="2" name="矩形 1"/>
            <p:cNvSpPr/>
            <p:nvPr/>
          </p:nvSpPr>
          <p:spPr>
            <a:xfrm>
              <a:off x="3756" y="1942"/>
              <a:ext cx="7450" cy="3302"/>
            </a:xfrm>
            <a:prstGeom prst="rect">
              <a:avLst/>
            </a:prstGeom>
            <a:noFill/>
            <a:ln w="12700" cmpd="sng">
              <a:solidFill>
                <a:schemeClr val="accent1">
                  <a:shade val="50000"/>
                </a:scheme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AutoShape 102"/>
            <p:cNvSpPr>
              <a:spLocks noChangeArrowheads="1"/>
            </p:cNvSpPr>
            <p:nvPr/>
          </p:nvSpPr>
          <p:spPr bwMode="auto">
            <a:xfrm>
              <a:off x="7081" y="8266"/>
              <a:ext cx="740" cy="499"/>
            </a:xfrm>
            <a:prstGeom prst="downArrow">
              <a:avLst>
                <a:gd name="adj1" fmla="val 50000"/>
                <a:gd name="adj2" fmla="val 2500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7500" tIns="35100" rIns="67500" bIns="35100" anchor="ctr">
              <a:spAutoFit/>
            </a:bodyPr>
            <a:p>
              <a:endParaRPr lang="zh-CN" altLang="en-US" sz="1350"/>
            </a:p>
          </p:txBody>
        </p:sp>
        <p:sp>
          <p:nvSpPr>
            <p:cNvPr id="4" name="矩形 3"/>
            <p:cNvSpPr/>
            <p:nvPr/>
          </p:nvSpPr>
          <p:spPr>
            <a:xfrm>
              <a:off x="1899" y="5810"/>
              <a:ext cx="2630" cy="2348"/>
            </a:xfrm>
            <a:prstGeom prst="rect">
              <a:avLst/>
            </a:prstGeom>
            <a:noFill/>
            <a:ln w="12700" cmpd="sng">
              <a:solidFill>
                <a:schemeClr val="accent1">
                  <a:shade val="50000"/>
                </a:scheme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矩形 4"/>
            <p:cNvSpPr/>
            <p:nvPr/>
          </p:nvSpPr>
          <p:spPr>
            <a:xfrm>
              <a:off x="4587" y="5809"/>
              <a:ext cx="2630" cy="2348"/>
            </a:xfrm>
            <a:prstGeom prst="rect">
              <a:avLst/>
            </a:prstGeom>
            <a:noFill/>
            <a:ln w="12700" cmpd="sng">
              <a:solidFill>
                <a:schemeClr val="accent1">
                  <a:shade val="50000"/>
                </a:scheme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矩形 5"/>
            <p:cNvSpPr/>
            <p:nvPr/>
          </p:nvSpPr>
          <p:spPr>
            <a:xfrm>
              <a:off x="7284" y="5809"/>
              <a:ext cx="2630" cy="2348"/>
            </a:xfrm>
            <a:prstGeom prst="rect">
              <a:avLst/>
            </a:prstGeom>
            <a:noFill/>
            <a:ln w="12700" cmpd="sng">
              <a:solidFill>
                <a:schemeClr val="accent1">
                  <a:shade val="50000"/>
                </a:scheme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矩形 6"/>
            <p:cNvSpPr/>
            <p:nvPr/>
          </p:nvSpPr>
          <p:spPr>
            <a:xfrm>
              <a:off x="10000" y="5809"/>
              <a:ext cx="2358" cy="2348"/>
            </a:xfrm>
            <a:prstGeom prst="rect">
              <a:avLst/>
            </a:prstGeom>
            <a:noFill/>
            <a:ln w="12700" cmpd="sng">
              <a:solidFill>
                <a:schemeClr val="accent1">
                  <a:shade val="50000"/>
                </a:scheme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9" name="文本框 8"/>
          <p:cNvSpPr txBox="1"/>
          <p:nvPr/>
        </p:nvSpPr>
        <p:spPr>
          <a:xfrm>
            <a:off x="53975" y="3308985"/>
            <a:ext cx="3048000" cy="368300"/>
          </a:xfrm>
          <a:prstGeom prst="rect">
            <a:avLst/>
          </a:prstGeom>
          <a:noFill/>
        </p:spPr>
        <p:txBody>
          <a:bodyPr wrap="square" rtlCol="0">
            <a:spAutoFit/>
          </a:bodyPr>
          <a:p>
            <a:r>
              <a:rPr lang="zh-CN" altLang="en-US">
                <a:solidFill>
                  <a:srgbClr val="FF0000"/>
                </a:solidFill>
              </a:rPr>
              <a:t>先按照花色分成四类</a:t>
            </a:r>
            <a:endParaRPr lang="zh-CN" altLang="en-US">
              <a:solidFill>
                <a:srgbClr val="FF0000"/>
              </a:solidFill>
            </a:endParaRPr>
          </a:p>
        </p:txBody>
      </p:sp>
      <p:sp>
        <p:nvSpPr>
          <p:cNvPr id="10" name="文本框 9"/>
          <p:cNvSpPr txBox="1"/>
          <p:nvPr/>
        </p:nvSpPr>
        <p:spPr>
          <a:xfrm>
            <a:off x="53975" y="5405755"/>
            <a:ext cx="3740785" cy="368300"/>
          </a:xfrm>
          <a:prstGeom prst="rect">
            <a:avLst/>
          </a:prstGeom>
          <a:noFill/>
        </p:spPr>
        <p:txBody>
          <a:bodyPr wrap="square" rtlCol="0">
            <a:spAutoFit/>
          </a:bodyPr>
          <a:p>
            <a:r>
              <a:rPr lang="zh-CN" altLang="en-US">
                <a:solidFill>
                  <a:srgbClr val="FF0000"/>
                </a:solidFill>
              </a:rPr>
              <a:t>再按照面值对每一类从小到大排序</a:t>
            </a:r>
            <a:r>
              <a:rPr lang="en-US" altLang="zh-CN">
                <a:solidFill>
                  <a:srgbClr val="FF0000"/>
                </a:solidFill>
              </a:rPr>
              <a:t> </a:t>
            </a:r>
            <a:endParaRPr lang="en-US" altLang="zh-CN">
              <a:solidFill>
                <a:srgbClr val="FF0000"/>
              </a:solidFill>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5007" name="Rectangle 31"/>
          <p:cNvSpPr>
            <a:spLocks noGrp="1" noChangeArrowheads="1"/>
          </p:cNvSpPr>
          <p:nvPr>
            <p:ph type="title"/>
          </p:nvPr>
        </p:nvSpPr>
        <p:spPr>
          <a:noFill/>
        </p:spPr>
        <p:txBody>
          <a:bodyPr/>
          <a:lstStyle/>
          <a:p>
            <a:r>
              <a:rPr lang="zh-CN" altLang="en-US">
                <a:solidFill>
                  <a:schemeClr val="bg1"/>
                </a:solidFill>
                <a:effectLst>
                  <a:outerShdw blurRad="38100" dist="25400" dir="5400000" algn="ctr" rotWithShape="0">
                    <a:srgbClr val="6E747A">
                      <a:alpha val="43000"/>
                    </a:srgbClr>
                  </a:outerShdw>
                </a:effectLst>
              </a:rPr>
              <a:t>低位优先排序法</a:t>
            </a:r>
            <a:endParaRPr lang="zh-CN" altLang="en-US">
              <a:solidFill>
                <a:schemeClr val="bg1"/>
              </a:solidFill>
              <a:effectLst>
                <a:outerShdw blurRad="38100" dist="25400" dir="5400000" algn="ctr" rotWithShape="0">
                  <a:srgbClr val="6E747A">
                    <a:alpha val="43000"/>
                  </a:srgbClr>
                </a:outerShdw>
              </a:effectLst>
            </a:endParaRPr>
          </a:p>
        </p:txBody>
      </p:sp>
      <p:grpSp>
        <p:nvGrpSpPr>
          <p:cNvPr id="3" name="组合 2"/>
          <p:cNvGrpSpPr/>
          <p:nvPr/>
        </p:nvGrpSpPr>
        <p:grpSpPr>
          <a:xfrm>
            <a:off x="798382" y="1007110"/>
            <a:ext cx="7402008" cy="5542415"/>
            <a:chOff x="1995" y="2026"/>
            <a:chExt cx="10052" cy="7201"/>
          </a:xfrm>
        </p:grpSpPr>
        <p:grpSp>
          <p:nvGrpSpPr>
            <p:cNvPr id="254980" name="Group 4"/>
            <p:cNvGrpSpPr/>
            <p:nvPr/>
          </p:nvGrpSpPr>
          <p:grpSpPr bwMode="auto">
            <a:xfrm>
              <a:off x="3794" y="2352"/>
              <a:ext cx="5869" cy="2849"/>
              <a:chOff x="533" y="890"/>
              <a:chExt cx="4161" cy="2215"/>
            </a:xfrm>
          </p:grpSpPr>
          <p:pic>
            <p:nvPicPr>
              <p:cNvPr id="254981" name="Picture 5" descr="SJ"/>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55" y="1661"/>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4982" name="Picture 6" descr="CJ"/>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6" y="1344"/>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4983" name="Picture 7" descr="HJ"/>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43" y="1979"/>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4984" name="Picture 8" descr="DJ"/>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18" y="1253"/>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4985" name="Picture 9" descr="CQ"/>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09" y="1797"/>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4986" name="Picture 10" descr="DQ"/>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8" y="2115"/>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4987" name="Picture 11" descr="HQ"/>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23" y="1434"/>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4988" name="Picture 12" descr="SQ"/>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46" y="2523"/>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4989" name="Picture 13" descr="CK"/>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65" y="1850"/>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4990" name="Picture 14" descr="HK"/>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86" y="1207"/>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4991" name="Picture 15" descr="DK"/>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865" y="2441"/>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4992" name="Picture 16" descr="SK"/>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71" y="1525"/>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4993" name="Picture 17" descr="SA"/>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470" y="1616"/>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4994" name="Picture 18" descr="DA"/>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96" y="2440"/>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4995" name="Picture 19" descr="CA"/>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297" y="1850"/>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4996" name="Picture 20" descr="HA"/>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107" y="2568"/>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4997" name="Picture 21" descr="S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744" y="1933"/>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4998" name="Picture 22" descr="D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20" y="1661"/>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4999" name="Picture 23" descr="H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154" y="2341"/>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5000" name="Picture 24" descr="C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33" y="1850"/>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5001" name="Picture 25" descr="C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429" y="1071"/>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5002" name="Picture 26" descr="H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884" y="1207"/>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5003" name="Picture 27" descr="S3"/>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789" y="890"/>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5004" name="Picture 28" descr="D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470" y="1162"/>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grpSp>
        <p:grpSp>
          <p:nvGrpSpPr>
            <p:cNvPr id="255052" name="Group 76"/>
            <p:cNvGrpSpPr/>
            <p:nvPr/>
          </p:nvGrpSpPr>
          <p:grpSpPr bwMode="auto">
            <a:xfrm>
              <a:off x="1995" y="6336"/>
              <a:ext cx="10052" cy="1007"/>
              <a:chOff x="104" y="2757"/>
              <a:chExt cx="5361" cy="537"/>
            </a:xfrm>
          </p:grpSpPr>
          <p:pic>
            <p:nvPicPr>
              <p:cNvPr id="255009" name="Picture 33" descr="D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4" y="2757"/>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5011" name="Picture 35" descr="C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54" y="2757"/>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5021" name="Picture 45" descr="H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03" y="2757"/>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5024" name="Picture 48" descr="S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52" y="2757"/>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5010" name="Picture 34" descr="D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118" y="2757"/>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5028" name="Picture 52" descr="S3"/>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267" y="2757"/>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5027" name="Picture 51" descr="H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416" y="2757"/>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5012" name="Picture 36" descr="C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565" y="2757"/>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5032" name="Picture 56" descr="HJ"/>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3" y="2757"/>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5013" name="Picture 37" descr="CJ"/>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8" y="2757"/>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5017" name="Picture 41" descr="DJ"/>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12" y="2757"/>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5031" name="Picture 55" descr="SJ"/>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866" y="2757"/>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5018" name="Picture 42" descr="DQ"/>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72" y="2757"/>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5014" name="Picture 38" descr="CQ"/>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26" y="2757"/>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5029" name="Picture 53" descr="HQ"/>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80" y="2757"/>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5030" name="Picture 54" descr="SQ"/>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34" y="2757"/>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5019" name="Picture 43" descr="DK"/>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89" y="2757"/>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5022" name="Picture 46" descr="HK"/>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43" y="2757"/>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5015" name="Picture 39" descr="CK"/>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97" y="2757"/>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5025" name="Picture 49" descr="SK"/>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451" y="2757"/>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5026" name="Picture 50" descr="SA"/>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606" y="2757"/>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5020" name="Picture 44" descr="DA"/>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760" y="2757"/>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5023" name="Picture 47" descr="HA"/>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914" y="2757"/>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5016" name="Picture 40" descr="CA"/>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068" y="2757"/>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grpSp>
        <p:grpSp>
          <p:nvGrpSpPr>
            <p:cNvPr id="255033" name="Group 57"/>
            <p:cNvGrpSpPr/>
            <p:nvPr/>
          </p:nvGrpSpPr>
          <p:grpSpPr bwMode="auto">
            <a:xfrm>
              <a:off x="3776" y="8220"/>
              <a:ext cx="6656" cy="1007"/>
              <a:chOff x="1054" y="3664"/>
              <a:chExt cx="3550" cy="537"/>
            </a:xfrm>
          </p:grpSpPr>
          <p:pic>
            <p:nvPicPr>
              <p:cNvPr id="255034" name="Picture 58" descr="D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133" y="3664"/>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5035" name="Picture 59" descr="D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256" y="3664"/>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5036" name="Picture 60" descr="C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054" y="3664"/>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5037" name="Picture 61" descr="C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178" y="3664"/>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5038" name="Picture 62" descr="CJ"/>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1" y="3664"/>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5039" name="Picture 63" descr="CQ"/>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30" y="3664"/>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5040" name="Picture 64" descr="CK"/>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21" y="3664"/>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5041" name="Picture 65" descr="CA"/>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712" y="3664"/>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5042" name="Picture 66" descr="DJ"/>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30" y="3664"/>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5043" name="Picture 67" descr="DQ"/>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21" y="3664"/>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5044" name="Picture 68" descr="DK"/>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12" y="3664"/>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5045" name="Picture 69" descr="DA"/>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948" y="3664"/>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5046" name="Picture 70" descr="H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164" y="3664"/>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5047" name="Picture 71" descr="HK"/>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90" y="3664"/>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5048" name="Picture 72" descr="HA"/>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481" y="3664"/>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5049" name="Picture 73" descr="S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708" y="3664"/>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5050" name="Picture 74" descr="SK"/>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071" y="3664"/>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pic>
            <p:nvPicPr>
              <p:cNvPr id="255051" name="Picture 75" descr="SA"/>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207" y="3664"/>
                <a:ext cx="397" cy="537"/>
              </a:xfrm>
              <a:prstGeom prst="rect">
                <a:avLst/>
              </a:prstGeom>
              <a:noFill/>
              <a:ln w="12700" cmpd="sng">
                <a:solidFill>
                  <a:schemeClr val="accent1">
                    <a:shade val="50000"/>
                  </a:schemeClr>
                </a:solidFill>
                <a:prstDash val="solid"/>
              </a:ln>
              <a:extLst>
                <a:ext uri="{909E8E84-426E-40DD-AFC4-6F175D3DCCD1}">
                  <a14:hiddenFill xmlns:a14="http://schemas.microsoft.com/office/drawing/2010/main">
                    <a:solidFill>
                      <a:srgbClr val="FFFFFF"/>
                    </a:solidFill>
                  </a14:hiddenFill>
                </a:ext>
              </a:extLst>
            </p:spPr>
          </p:pic>
        </p:grpSp>
        <p:sp>
          <p:nvSpPr>
            <p:cNvPr id="255053" name="AutoShape 77"/>
            <p:cNvSpPr>
              <a:spLocks noChangeArrowheads="1"/>
            </p:cNvSpPr>
            <p:nvPr/>
          </p:nvSpPr>
          <p:spPr bwMode="auto">
            <a:xfrm>
              <a:off x="6861" y="5575"/>
              <a:ext cx="815" cy="500"/>
            </a:xfrm>
            <a:prstGeom prst="downArrow">
              <a:avLst>
                <a:gd name="adj1" fmla="val 50000"/>
                <a:gd name="adj2" fmla="val 2500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7500" tIns="35100" rIns="67500" bIns="35100" anchor="ctr">
              <a:spAutoFit/>
            </a:bodyPr>
            <a:lstStyle/>
            <a:p>
              <a:endParaRPr lang="zh-CN" altLang="en-US" sz="1350"/>
            </a:p>
          </p:txBody>
        </p:sp>
        <p:sp>
          <p:nvSpPr>
            <p:cNvPr id="255054" name="AutoShape 78"/>
            <p:cNvSpPr>
              <a:spLocks noChangeArrowheads="1"/>
            </p:cNvSpPr>
            <p:nvPr/>
          </p:nvSpPr>
          <p:spPr bwMode="auto">
            <a:xfrm>
              <a:off x="6861" y="7532"/>
              <a:ext cx="815" cy="500"/>
            </a:xfrm>
            <a:prstGeom prst="downArrow">
              <a:avLst>
                <a:gd name="adj1" fmla="val 50000"/>
                <a:gd name="adj2" fmla="val 2500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7500" tIns="35100" rIns="67500" bIns="35100" anchor="ctr">
              <a:spAutoFit/>
            </a:bodyPr>
            <a:lstStyle/>
            <a:p>
              <a:endParaRPr lang="zh-CN" altLang="en-US" sz="1350"/>
            </a:p>
          </p:txBody>
        </p:sp>
        <p:sp>
          <p:nvSpPr>
            <p:cNvPr id="2" name="矩形 1"/>
            <p:cNvSpPr/>
            <p:nvPr/>
          </p:nvSpPr>
          <p:spPr>
            <a:xfrm>
              <a:off x="3522" y="2026"/>
              <a:ext cx="6334" cy="3374"/>
            </a:xfrm>
            <a:prstGeom prst="rect">
              <a:avLst/>
            </a:prstGeom>
            <a:noFill/>
            <a:ln w="12700" cmpd="sng">
              <a:solidFill>
                <a:schemeClr val="accent1">
                  <a:shade val="50000"/>
                </a:scheme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4" name="文本框 3"/>
          <p:cNvSpPr txBox="1"/>
          <p:nvPr/>
        </p:nvSpPr>
        <p:spPr>
          <a:xfrm>
            <a:off x="315595" y="3604260"/>
            <a:ext cx="8319770" cy="645160"/>
          </a:xfrm>
          <a:prstGeom prst="rect">
            <a:avLst/>
          </a:prstGeom>
          <a:noFill/>
        </p:spPr>
        <p:txBody>
          <a:bodyPr wrap="square" rtlCol="0">
            <a:spAutoFit/>
          </a:bodyPr>
          <a:p>
            <a:r>
              <a:rPr lang="zh-CN" altLang="en-US"/>
              <a:t>分配与收集交替进行：</a:t>
            </a:r>
            <a:endParaRPr lang="zh-CN" altLang="en-US"/>
          </a:p>
          <a:p>
            <a:r>
              <a:rPr lang="zh-CN" altLang="en-US"/>
              <a:t>按照面值从小到大摆成</a:t>
            </a:r>
            <a:r>
              <a:rPr lang="en-US" altLang="zh-CN"/>
              <a:t>13</a:t>
            </a:r>
            <a:r>
              <a:rPr lang="zh-CN" altLang="en-US"/>
              <a:t>叠，每一叠</a:t>
            </a:r>
            <a:r>
              <a:rPr lang="en-US" altLang="zh-CN"/>
              <a:t>4</a:t>
            </a:r>
            <a:r>
              <a:rPr lang="zh-CN" altLang="en-US"/>
              <a:t>张牌，</a:t>
            </a:r>
            <a:r>
              <a:rPr lang="en-US" altLang="zh-CN"/>
              <a:t>   </a:t>
            </a:r>
            <a:r>
              <a:rPr lang="zh-CN" altLang="en-US"/>
              <a:t>再对这些牌按照花色排序</a:t>
            </a:r>
            <a:endParaRPr lang="zh-CN" alt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2"/>
          <p:cNvSpPr>
            <a:spLocks noGrp="1" noChangeArrowheads="1"/>
          </p:cNvSpPr>
          <p:nvPr>
            <p:ph type="title"/>
          </p:nvPr>
        </p:nvSpPr>
        <p:spPr/>
        <p:txBody>
          <a:bodyPr/>
          <a:lstStyle/>
          <a:p>
            <a:r>
              <a:rPr lang="en-US" altLang="zh-CN">
                <a:effectLst>
                  <a:outerShdw blurRad="38100" dist="25400" dir="5400000" algn="ctr" rotWithShape="0">
                    <a:srgbClr val="6E747A">
                      <a:alpha val="43000"/>
                    </a:srgbClr>
                  </a:outerShdw>
                </a:effectLst>
                <a:sym typeface="+mn-ea"/>
              </a:rPr>
              <a:t>9.6.1 </a:t>
            </a:r>
            <a:r>
              <a:rPr lang="zh-CN" altLang="en-US">
                <a:effectLst>
                  <a:outerShdw blurRad="38100" dist="25400" dir="5400000" algn="ctr" rotWithShape="0">
                    <a:srgbClr val="6E747A">
                      <a:alpha val="43000"/>
                    </a:srgbClr>
                  </a:outerShdw>
                </a:effectLst>
                <a:sym typeface="+mn-ea"/>
              </a:rPr>
              <a:t>多关键字排序</a:t>
            </a:r>
            <a:endParaRPr lang="zh-CN" altLang="en-US">
              <a:solidFill>
                <a:schemeClr val="bg1"/>
              </a:solidFill>
              <a:effectLst>
                <a:outerShdw blurRad="38100" dist="25400" dir="5400000" algn="ctr" rotWithShape="0">
                  <a:srgbClr val="6E747A">
                    <a:alpha val="43000"/>
                  </a:srgbClr>
                </a:outerShdw>
              </a:effectLst>
            </a:endParaRPr>
          </a:p>
        </p:txBody>
      </p:sp>
      <p:sp>
        <p:nvSpPr>
          <p:cNvPr id="222211" name="Rectangle 3"/>
          <p:cNvSpPr>
            <a:spLocks noGrp="1" noChangeArrowheads="1"/>
          </p:cNvSpPr>
          <p:nvPr>
            <p:ph type="body" idx="1"/>
          </p:nvPr>
        </p:nvSpPr>
        <p:spPr>
          <a:xfrm>
            <a:off x="624205" y="1145540"/>
            <a:ext cx="8062595" cy="4385310"/>
          </a:xfrm>
        </p:spPr>
        <p:txBody>
          <a:bodyPr/>
          <a:lstStyle/>
          <a:p>
            <a:pPr>
              <a:lnSpc>
                <a:spcPct val="140000"/>
              </a:lnSpc>
              <a:spcBef>
                <a:spcPct val="50000"/>
              </a:spcBef>
              <a:buClr>
                <a:srgbClr val="00B0F0"/>
              </a:buClr>
              <a:buSzTx/>
              <a:buFont typeface="Wingdings" panose="05000000000000000000" charset="0"/>
              <a:buChar char="l"/>
            </a:pPr>
            <a:r>
              <a:rPr kumimoji="1" lang="zh-CN" altLang="en-US" sz="2400" dirty="0">
                <a:effectLst/>
                <a:latin typeface="Times New Roman" panose="02020603050405020304" pitchFamily="18" charset="0"/>
              </a:rPr>
              <a:t>假设有</a:t>
            </a:r>
            <a:r>
              <a:rPr kumimoji="1" lang="en-US" altLang="zh-CN" sz="2400" i="1" dirty="0">
                <a:effectLst/>
                <a:latin typeface="Times New Roman" panose="02020603050405020304" pitchFamily="18" charset="0"/>
              </a:rPr>
              <a:t>n</a:t>
            </a:r>
            <a:r>
              <a:rPr kumimoji="1" lang="zh-CN" altLang="en-US" sz="2400" dirty="0">
                <a:effectLst/>
                <a:latin typeface="Times New Roman" panose="02020603050405020304" pitchFamily="18" charset="0"/>
              </a:rPr>
              <a:t>个记录的序列</a:t>
            </a:r>
            <a:r>
              <a:rPr kumimoji="1" lang="en-US" altLang="zh-CN" sz="2400" dirty="0">
                <a:effectLst/>
                <a:latin typeface="Times New Roman" panose="02020603050405020304" pitchFamily="18" charset="0"/>
              </a:rPr>
              <a:t>{</a:t>
            </a:r>
            <a:r>
              <a:rPr kumimoji="1" lang="en-US" altLang="zh-CN" sz="2400" i="1" dirty="0" err="1">
                <a:effectLst/>
                <a:latin typeface="Times New Roman" panose="02020603050405020304" pitchFamily="18" charset="0"/>
              </a:rPr>
              <a:t>R</a:t>
            </a:r>
            <a:r>
              <a:rPr kumimoji="1" lang="en-US" altLang="zh-CN" sz="2400" baseline="-25000" dirty="0" err="1">
                <a:effectLst/>
                <a:latin typeface="Times New Roman" panose="02020603050405020304" pitchFamily="18" charset="0"/>
              </a:rPr>
              <a:t>1</a:t>
            </a:r>
            <a:r>
              <a:rPr kumimoji="1" lang="en-US" altLang="zh-CN" sz="2400" dirty="0">
                <a:effectLst/>
                <a:latin typeface="Times New Roman" panose="02020603050405020304" pitchFamily="18" charset="0"/>
              </a:rPr>
              <a:t>, </a:t>
            </a:r>
            <a:r>
              <a:rPr kumimoji="1" lang="en-US" altLang="zh-CN" sz="2400" i="1" dirty="0" err="1">
                <a:effectLst/>
                <a:latin typeface="Times New Roman" panose="02020603050405020304" pitchFamily="18" charset="0"/>
              </a:rPr>
              <a:t>R</a:t>
            </a:r>
            <a:r>
              <a:rPr kumimoji="1" lang="en-US" altLang="zh-CN" sz="2400" baseline="-25000" dirty="0" err="1">
                <a:effectLst/>
                <a:latin typeface="Times New Roman" panose="02020603050405020304" pitchFamily="18" charset="0"/>
              </a:rPr>
              <a:t>2</a:t>
            </a:r>
            <a:r>
              <a:rPr kumimoji="1" lang="en-US" altLang="zh-CN" sz="2400" dirty="0">
                <a:effectLst/>
                <a:latin typeface="Times New Roman" panose="02020603050405020304" pitchFamily="18" charset="0"/>
              </a:rPr>
              <a:t>, …, </a:t>
            </a:r>
            <a:r>
              <a:rPr kumimoji="1" lang="en-US" altLang="zh-CN" sz="2400" i="1" dirty="0">
                <a:effectLst/>
                <a:latin typeface="Times New Roman" panose="02020603050405020304" pitchFamily="18" charset="0"/>
              </a:rPr>
              <a:t>R</a:t>
            </a:r>
            <a:r>
              <a:rPr kumimoji="1" lang="en-US" altLang="zh-CN" sz="2400" i="1" baseline="-25000" dirty="0">
                <a:effectLst/>
                <a:latin typeface="Times New Roman" panose="02020603050405020304" pitchFamily="18" charset="0"/>
              </a:rPr>
              <a:t>n</a:t>
            </a:r>
            <a:r>
              <a:rPr kumimoji="1" lang="en-US" altLang="zh-CN" sz="2400" dirty="0">
                <a:effectLst/>
                <a:latin typeface="Times New Roman" panose="02020603050405020304" pitchFamily="18" charset="0"/>
              </a:rPr>
              <a:t>}</a:t>
            </a:r>
            <a:r>
              <a:rPr kumimoji="1" lang="zh-CN" altLang="en-US" sz="2400" dirty="0">
                <a:effectLst/>
                <a:latin typeface="Times New Roman" panose="02020603050405020304" pitchFamily="18" charset="0"/>
              </a:rPr>
              <a:t>，且每个记录</a:t>
            </a:r>
            <a:r>
              <a:rPr kumimoji="1" lang="en-US" altLang="zh-CN" sz="2400" i="1" dirty="0" err="1">
                <a:effectLst/>
                <a:latin typeface="Times New Roman" panose="02020603050405020304" pitchFamily="18" charset="0"/>
              </a:rPr>
              <a:t>R</a:t>
            </a:r>
            <a:r>
              <a:rPr kumimoji="1" lang="en-US" altLang="zh-CN" sz="2400" baseline="-25000" dirty="0" err="1">
                <a:effectLst/>
                <a:latin typeface="Times New Roman" panose="02020603050405020304" pitchFamily="18" charset="0"/>
              </a:rPr>
              <a:t>i</a:t>
            </a:r>
            <a:r>
              <a:rPr kumimoji="1" lang="zh-CN" altLang="en-US" sz="2400" dirty="0">
                <a:effectLst/>
                <a:latin typeface="Times New Roman" panose="02020603050405020304" pitchFamily="18" charset="0"/>
              </a:rPr>
              <a:t>中含有</a:t>
            </a:r>
            <a:r>
              <a:rPr kumimoji="1" lang="en-US" altLang="zh-CN" sz="2400" i="1" dirty="0">
                <a:effectLst/>
                <a:latin typeface="Times New Roman" panose="02020603050405020304" pitchFamily="18" charset="0"/>
              </a:rPr>
              <a:t>d</a:t>
            </a:r>
            <a:r>
              <a:rPr kumimoji="1" lang="zh-CN" altLang="en-US" sz="2400" dirty="0">
                <a:effectLst/>
                <a:latin typeface="Times New Roman" panose="02020603050405020304" pitchFamily="18" charset="0"/>
              </a:rPr>
              <a:t>个关键字</a:t>
            </a:r>
            <a:r>
              <a:rPr kumimoji="1" lang="en-US" altLang="zh-CN" sz="2400" dirty="0">
                <a:effectLst/>
                <a:latin typeface="Times New Roman" panose="02020603050405020304" pitchFamily="18" charset="0"/>
              </a:rPr>
              <a:t>( </a:t>
            </a:r>
            <a:r>
              <a:rPr kumimoji="1" lang="en-US" altLang="zh-CN" sz="2400" i="1" dirty="0" err="1">
                <a:effectLst/>
                <a:latin typeface="Times New Roman" panose="02020603050405020304" pitchFamily="18" charset="0"/>
              </a:rPr>
              <a:t>K</a:t>
            </a:r>
            <a:r>
              <a:rPr kumimoji="1" lang="en-US" altLang="zh-CN" sz="2400" i="1" baseline="-25000" dirty="0" err="1">
                <a:effectLst/>
                <a:latin typeface="Times New Roman" panose="02020603050405020304" pitchFamily="18" charset="0"/>
              </a:rPr>
              <a:t>i</a:t>
            </a:r>
            <a:r>
              <a:rPr kumimoji="1" lang="en-US" altLang="zh-CN" sz="2400" baseline="30000" dirty="0" err="1">
                <a:effectLst/>
                <a:latin typeface="Times New Roman" panose="02020603050405020304" pitchFamily="18" charset="0"/>
              </a:rPr>
              <a:t>1</a:t>
            </a:r>
            <a:r>
              <a:rPr kumimoji="1" lang="en-US" altLang="zh-CN" sz="2400" dirty="0">
                <a:effectLst/>
                <a:latin typeface="Times New Roman" panose="02020603050405020304" pitchFamily="18" charset="0"/>
              </a:rPr>
              <a:t>, …, </a:t>
            </a:r>
            <a:r>
              <a:rPr kumimoji="1" lang="en-US" altLang="zh-CN" sz="2400" i="1" dirty="0">
                <a:effectLst/>
                <a:latin typeface="Times New Roman" panose="02020603050405020304" pitchFamily="18" charset="0"/>
              </a:rPr>
              <a:t>K</a:t>
            </a:r>
            <a:r>
              <a:rPr kumimoji="1" lang="en-US" altLang="zh-CN" sz="2400" i="1" baseline="-25000" dirty="0">
                <a:effectLst/>
                <a:latin typeface="Times New Roman" panose="02020603050405020304" pitchFamily="18" charset="0"/>
              </a:rPr>
              <a:t>i</a:t>
            </a:r>
            <a:r>
              <a:rPr kumimoji="1" lang="en-US" altLang="zh-CN" sz="2400" i="1" baseline="30000" dirty="0">
                <a:effectLst/>
                <a:latin typeface="Times New Roman" panose="02020603050405020304" pitchFamily="18" charset="0"/>
              </a:rPr>
              <a:t>d</a:t>
            </a:r>
            <a:r>
              <a:rPr kumimoji="1" lang="en-US" altLang="zh-CN" sz="2400" dirty="0">
                <a:effectLst/>
                <a:latin typeface="Times New Roman" panose="02020603050405020304" pitchFamily="18" charset="0"/>
              </a:rPr>
              <a:t>)</a:t>
            </a:r>
            <a:r>
              <a:rPr kumimoji="1" lang="zh-CN" altLang="en-US" sz="2400" dirty="0">
                <a:effectLst/>
                <a:latin typeface="Times New Roman" panose="02020603050405020304" pitchFamily="18" charset="0"/>
              </a:rPr>
              <a:t>；</a:t>
            </a:r>
            <a:endParaRPr kumimoji="1" lang="zh-CN" altLang="en-US" sz="2400" dirty="0">
              <a:effectLst/>
              <a:latin typeface="Times New Roman" panose="02020603050405020304" pitchFamily="18" charset="0"/>
            </a:endParaRPr>
          </a:p>
          <a:p>
            <a:pPr>
              <a:lnSpc>
                <a:spcPct val="140000"/>
              </a:lnSpc>
              <a:spcBef>
                <a:spcPct val="50000"/>
              </a:spcBef>
              <a:buClr>
                <a:srgbClr val="00B0F0"/>
              </a:buClr>
              <a:buSzTx/>
              <a:buFont typeface="Wingdings" panose="05000000000000000000" charset="0"/>
              <a:buChar char="l"/>
            </a:pPr>
            <a:r>
              <a:rPr kumimoji="1" lang="zh-CN" altLang="en-US" sz="2400" dirty="0">
                <a:effectLst/>
                <a:latin typeface="Times New Roman" panose="02020603050405020304" pitchFamily="18" charset="0"/>
              </a:rPr>
              <a:t>在该序列</a:t>
            </a:r>
            <a:r>
              <a:rPr kumimoji="1" lang="zh-CN" altLang="en-US" sz="2400" dirty="0">
                <a:solidFill>
                  <a:srgbClr val="FF0000"/>
                </a:solidFill>
                <a:effectLst/>
                <a:latin typeface="Times New Roman" panose="02020603050405020304" pitchFamily="18" charset="0"/>
              </a:rPr>
              <a:t>对关键字有序</a:t>
            </a:r>
            <a:r>
              <a:rPr kumimoji="1" lang="zh-CN" altLang="en-US" sz="2400" dirty="0">
                <a:effectLst/>
                <a:latin typeface="Times New Roman" panose="02020603050405020304" pitchFamily="18" charset="0"/>
              </a:rPr>
              <a:t>是指：对应序列中任意两个记录</a:t>
            </a:r>
            <a:r>
              <a:rPr kumimoji="1" lang="en-US" altLang="zh-CN" sz="2400" i="1" dirty="0" err="1">
                <a:effectLst/>
                <a:latin typeface="Times New Roman" panose="02020603050405020304" pitchFamily="18" charset="0"/>
              </a:rPr>
              <a:t>R</a:t>
            </a:r>
            <a:r>
              <a:rPr kumimoji="1" lang="en-US" altLang="zh-CN" sz="2400" i="1" baseline="-25000" dirty="0" err="1">
                <a:effectLst/>
                <a:latin typeface="Times New Roman" panose="02020603050405020304" pitchFamily="18" charset="0"/>
              </a:rPr>
              <a:t>i</a:t>
            </a:r>
            <a:r>
              <a:rPr kumimoji="1" lang="zh-CN" altLang="en-US" sz="2400" dirty="0">
                <a:effectLst/>
                <a:latin typeface="Times New Roman" panose="02020603050405020304" pitchFamily="18" charset="0"/>
              </a:rPr>
              <a:t>和</a:t>
            </a:r>
            <a:r>
              <a:rPr kumimoji="1" lang="en-US" altLang="zh-CN" sz="2400" i="1" dirty="0" err="1">
                <a:effectLst/>
                <a:latin typeface="Times New Roman" panose="02020603050405020304" pitchFamily="18" charset="0"/>
              </a:rPr>
              <a:t>R</a:t>
            </a:r>
            <a:r>
              <a:rPr kumimoji="1" lang="en-US" altLang="zh-CN" sz="2400" i="1" baseline="-25000" dirty="0" err="1">
                <a:effectLst/>
                <a:latin typeface="Times New Roman" panose="02020603050405020304" pitchFamily="18" charset="0"/>
              </a:rPr>
              <a:t>j</a:t>
            </a:r>
            <a:r>
              <a:rPr kumimoji="1" lang="zh-CN" altLang="en-US" sz="2400" dirty="0">
                <a:effectLst/>
                <a:latin typeface="Times New Roman" panose="02020603050405020304" pitchFamily="18" charset="0"/>
              </a:rPr>
              <a:t>（</a:t>
            </a:r>
            <a:r>
              <a:rPr kumimoji="1" lang="en-US" altLang="zh-CN" sz="2400" dirty="0">
                <a:effectLst/>
                <a:latin typeface="Times New Roman" panose="02020603050405020304" pitchFamily="18" charset="0"/>
              </a:rPr>
              <a:t>1 </a:t>
            </a:r>
            <a:r>
              <a:rPr kumimoji="1" lang="en-US" altLang="en-US" sz="2400" dirty="0">
                <a:effectLst/>
              </a:rPr>
              <a:t>≤</a:t>
            </a:r>
            <a:r>
              <a:rPr kumimoji="1" lang="en-US" altLang="zh-CN" sz="2400" dirty="0">
                <a:effectLst/>
                <a:latin typeface="Times New Roman" panose="02020603050405020304" pitchFamily="18" charset="0"/>
              </a:rPr>
              <a:t> </a:t>
            </a:r>
            <a:r>
              <a:rPr kumimoji="1" lang="en-US" altLang="zh-CN" sz="2400" i="1" dirty="0" err="1">
                <a:effectLst/>
                <a:latin typeface="Times New Roman" panose="02020603050405020304" pitchFamily="18" charset="0"/>
              </a:rPr>
              <a:t>i</a:t>
            </a:r>
            <a:r>
              <a:rPr kumimoji="1" lang="en-US" altLang="zh-CN" sz="2400" dirty="0">
                <a:effectLst/>
                <a:latin typeface="Times New Roman" panose="02020603050405020304" pitchFamily="18" charset="0"/>
              </a:rPr>
              <a:t> &lt; </a:t>
            </a:r>
            <a:r>
              <a:rPr kumimoji="1" lang="en-US" altLang="zh-CN" sz="2400" i="1" dirty="0">
                <a:effectLst/>
                <a:latin typeface="Times New Roman" panose="02020603050405020304" pitchFamily="18" charset="0"/>
              </a:rPr>
              <a:t>j</a:t>
            </a:r>
            <a:r>
              <a:rPr kumimoji="1" lang="en-US" altLang="zh-CN" sz="2400" dirty="0">
                <a:effectLst/>
                <a:latin typeface="Times New Roman" panose="02020603050405020304" pitchFamily="18" charset="0"/>
              </a:rPr>
              <a:t> </a:t>
            </a:r>
            <a:r>
              <a:rPr kumimoji="1" lang="en-US" altLang="en-US" sz="2400" dirty="0">
                <a:effectLst/>
              </a:rPr>
              <a:t>≤</a:t>
            </a:r>
            <a:r>
              <a:rPr kumimoji="1" lang="en-US" altLang="zh-CN" sz="2400" dirty="0">
                <a:effectLst/>
                <a:latin typeface="Times New Roman" panose="02020603050405020304" pitchFamily="18" charset="0"/>
              </a:rPr>
              <a:t> </a:t>
            </a:r>
            <a:r>
              <a:rPr kumimoji="1" lang="en-US" altLang="zh-CN" sz="2400" i="1" dirty="0">
                <a:effectLst/>
                <a:latin typeface="Times New Roman" panose="02020603050405020304" pitchFamily="18" charset="0"/>
              </a:rPr>
              <a:t>n</a:t>
            </a:r>
            <a:r>
              <a:rPr kumimoji="1" lang="en-US" altLang="zh-CN" sz="2400" dirty="0">
                <a:effectLst/>
                <a:latin typeface="Times New Roman" panose="02020603050405020304" pitchFamily="18" charset="0"/>
              </a:rPr>
              <a:t>)</a:t>
            </a:r>
            <a:r>
              <a:rPr kumimoji="1" lang="zh-CN" altLang="en-US" sz="2400" dirty="0">
                <a:effectLst/>
                <a:latin typeface="Times New Roman" panose="02020603050405020304" pitchFamily="18" charset="0"/>
              </a:rPr>
              <a:t>都满足下列关系：</a:t>
            </a:r>
            <a:endParaRPr kumimoji="1" lang="zh-CN" altLang="en-US" sz="2400" dirty="0">
              <a:effectLst/>
              <a:latin typeface="Times New Roman" panose="02020603050405020304" pitchFamily="18" charset="0"/>
            </a:endParaRPr>
          </a:p>
          <a:p>
            <a:pPr marL="0" indent="0">
              <a:lnSpc>
                <a:spcPct val="140000"/>
              </a:lnSpc>
              <a:spcBef>
                <a:spcPct val="50000"/>
              </a:spcBef>
              <a:spcAft>
                <a:spcPct val="20000"/>
              </a:spcAft>
              <a:buClrTx/>
              <a:buSzTx/>
              <a:buFontTx/>
              <a:buNone/>
            </a:pPr>
            <a:r>
              <a:rPr kumimoji="1" lang="zh-CN" altLang="en-US" sz="2400" dirty="0">
                <a:effectLst/>
                <a:latin typeface="Times New Roman" panose="02020603050405020304" pitchFamily="18" charset="0"/>
              </a:rPr>
              <a:t>	</a:t>
            </a:r>
            <a:r>
              <a:rPr kumimoji="1" lang="en-US" altLang="zh-CN" sz="2400" dirty="0">
                <a:solidFill>
                  <a:srgbClr val="FF0000"/>
                </a:solidFill>
                <a:effectLst/>
                <a:latin typeface="Times New Roman" panose="02020603050405020304" pitchFamily="18" charset="0"/>
              </a:rPr>
              <a:t>( </a:t>
            </a:r>
            <a:r>
              <a:rPr kumimoji="1" lang="en-US" altLang="zh-CN" sz="2400" i="1" dirty="0" err="1">
                <a:solidFill>
                  <a:srgbClr val="FF0000"/>
                </a:solidFill>
                <a:effectLst/>
                <a:latin typeface="Times New Roman" panose="02020603050405020304" pitchFamily="18" charset="0"/>
              </a:rPr>
              <a:t>K</a:t>
            </a:r>
            <a:r>
              <a:rPr kumimoji="1" lang="en-US" altLang="zh-CN" sz="2400" i="1" baseline="-25000" dirty="0" err="1">
                <a:solidFill>
                  <a:srgbClr val="FF0000"/>
                </a:solidFill>
                <a:effectLst/>
                <a:latin typeface="Times New Roman" panose="02020603050405020304" pitchFamily="18" charset="0"/>
              </a:rPr>
              <a:t>i</a:t>
            </a:r>
            <a:r>
              <a:rPr kumimoji="1" lang="en-US" altLang="zh-CN" sz="2400" baseline="30000" dirty="0" err="1">
                <a:solidFill>
                  <a:srgbClr val="FF0000"/>
                </a:solidFill>
                <a:effectLst/>
                <a:latin typeface="Times New Roman" panose="02020603050405020304" pitchFamily="18" charset="0"/>
              </a:rPr>
              <a:t>1</a:t>
            </a:r>
            <a:r>
              <a:rPr kumimoji="1" lang="en-US" altLang="zh-CN" sz="2400" dirty="0">
                <a:solidFill>
                  <a:srgbClr val="FF0000"/>
                </a:solidFill>
                <a:effectLst/>
                <a:latin typeface="Times New Roman" panose="02020603050405020304" pitchFamily="18" charset="0"/>
              </a:rPr>
              <a:t>, …, </a:t>
            </a:r>
            <a:r>
              <a:rPr kumimoji="1" lang="en-US" altLang="zh-CN" sz="2400" i="1" dirty="0">
                <a:solidFill>
                  <a:srgbClr val="FF0000"/>
                </a:solidFill>
                <a:effectLst/>
                <a:latin typeface="Times New Roman" panose="02020603050405020304" pitchFamily="18" charset="0"/>
              </a:rPr>
              <a:t>K</a:t>
            </a:r>
            <a:r>
              <a:rPr kumimoji="1" lang="en-US" altLang="zh-CN" sz="2400" i="1" baseline="-25000" dirty="0">
                <a:solidFill>
                  <a:srgbClr val="FF0000"/>
                </a:solidFill>
                <a:effectLst/>
                <a:latin typeface="Times New Roman" panose="02020603050405020304" pitchFamily="18" charset="0"/>
              </a:rPr>
              <a:t>i</a:t>
            </a:r>
            <a:r>
              <a:rPr kumimoji="1" lang="en-US" altLang="zh-CN" sz="2400" i="1" baseline="30000" dirty="0">
                <a:solidFill>
                  <a:srgbClr val="FF0000"/>
                </a:solidFill>
                <a:effectLst/>
                <a:latin typeface="Times New Roman" panose="02020603050405020304" pitchFamily="18" charset="0"/>
              </a:rPr>
              <a:t>d</a:t>
            </a:r>
            <a:r>
              <a:rPr kumimoji="1" lang="en-US" altLang="zh-CN" sz="2400" dirty="0">
                <a:solidFill>
                  <a:srgbClr val="FF0000"/>
                </a:solidFill>
                <a:effectLst/>
                <a:latin typeface="Times New Roman" panose="02020603050405020304" pitchFamily="18" charset="0"/>
              </a:rPr>
              <a:t>) &lt; (</a:t>
            </a:r>
            <a:r>
              <a:rPr kumimoji="1" lang="en-US" altLang="zh-CN" sz="2400" i="1" dirty="0" err="1">
                <a:solidFill>
                  <a:srgbClr val="FF0000"/>
                </a:solidFill>
                <a:effectLst/>
                <a:latin typeface="Times New Roman" panose="02020603050405020304" pitchFamily="18" charset="0"/>
              </a:rPr>
              <a:t>K</a:t>
            </a:r>
            <a:r>
              <a:rPr kumimoji="1" lang="en-US" altLang="zh-CN" sz="2400" i="1" baseline="-25000" dirty="0" err="1">
                <a:solidFill>
                  <a:srgbClr val="FF0000"/>
                </a:solidFill>
                <a:effectLst/>
                <a:latin typeface="Times New Roman" panose="02020603050405020304" pitchFamily="18" charset="0"/>
              </a:rPr>
              <a:t>j</a:t>
            </a:r>
            <a:r>
              <a:rPr kumimoji="1" lang="en-US" altLang="zh-CN" sz="2400" baseline="30000" dirty="0" err="1">
                <a:solidFill>
                  <a:srgbClr val="FF0000"/>
                </a:solidFill>
                <a:effectLst/>
                <a:latin typeface="Times New Roman" panose="02020603050405020304" pitchFamily="18" charset="0"/>
              </a:rPr>
              <a:t>1</a:t>
            </a:r>
            <a:r>
              <a:rPr kumimoji="1" lang="en-US" altLang="zh-CN" sz="2400" dirty="0">
                <a:solidFill>
                  <a:srgbClr val="FF0000"/>
                </a:solidFill>
                <a:effectLst/>
                <a:latin typeface="Times New Roman" panose="02020603050405020304" pitchFamily="18" charset="0"/>
              </a:rPr>
              <a:t>, …, </a:t>
            </a:r>
            <a:r>
              <a:rPr kumimoji="1" lang="en-US" altLang="zh-CN" sz="2400" i="1" dirty="0" err="1">
                <a:solidFill>
                  <a:srgbClr val="FF0000"/>
                </a:solidFill>
                <a:effectLst/>
                <a:latin typeface="Times New Roman" panose="02020603050405020304" pitchFamily="18" charset="0"/>
              </a:rPr>
              <a:t>K</a:t>
            </a:r>
            <a:r>
              <a:rPr kumimoji="1" lang="en-US" altLang="zh-CN" sz="2400" i="1" baseline="-25000" dirty="0" err="1">
                <a:solidFill>
                  <a:srgbClr val="FF0000"/>
                </a:solidFill>
                <a:effectLst/>
                <a:latin typeface="Times New Roman" panose="02020603050405020304" pitchFamily="18" charset="0"/>
              </a:rPr>
              <a:t>j</a:t>
            </a:r>
            <a:r>
              <a:rPr kumimoji="1" lang="en-US" altLang="zh-CN" sz="2400" i="1" baseline="30000" dirty="0" err="1">
                <a:solidFill>
                  <a:srgbClr val="FF0000"/>
                </a:solidFill>
                <a:effectLst/>
                <a:latin typeface="Times New Roman" panose="02020603050405020304" pitchFamily="18" charset="0"/>
              </a:rPr>
              <a:t>d</a:t>
            </a:r>
            <a:r>
              <a:rPr kumimoji="1" lang="en-US" altLang="zh-CN" sz="2400" dirty="0">
                <a:solidFill>
                  <a:srgbClr val="FF0000"/>
                </a:solidFill>
                <a:effectLst/>
                <a:latin typeface="Times New Roman" panose="02020603050405020304" pitchFamily="18" charset="0"/>
              </a:rPr>
              <a:t>)</a:t>
            </a:r>
            <a:endParaRPr kumimoji="1" lang="en-US" altLang="zh-CN" sz="2400" dirty="0">
              <a:solidFill>
                <a:srgbClr val="FF0000"/>
              </a:solidFill>
              <a:effectLst/>
              <a:latin typeface="Times New Roman" panose="02020603050405020304" pitchFamily="18" charset="0"/>
            </a:endParaRPr>
          </a:p>
          <a:p>
            <a:pPr>
              <a:lnSpc>
                <a:spcPct val="140000"/>
              </a:lnSpc>
              <a:spcBef>
                <a:spcPct val="50000"/>
              </a:spcBef>
              <a:buClr>
                <a:srgbClr val="00B0F0"/>
              </a:buClr>
              <a:buSzTx/>
              <a:buFont typeface="Wingdings" panose="05000000000000000000" charset="0"/>
              <a:buChar char="l"/>
            </a:pPr>
            <a:r>
              <a:rPr kumimoji="1" lang="zh-CN" altLang="en-US" sz="2400" dirty="0">
                <a:effectLst/>
                <a:latin typeface="Times New Roman" panose="02020603050405020304" pitchFamily="18" charset="0"/>
              </a:rPr>
              <a:t>其中</a:t>
            </a:r>
            <a:r>
              <a:rPr kumimoji="1" lang="en-US" altLang="zh-CN" sz="2400" i="1" dirty="0" err="1">
                <a:effectLst/>
                <a:latin typeface="Times New Roman" panose="02020603050405020304" pitchFamily="18" charset="0"/>
              </a:rPr>
              <a:t>K</a:t>
            </a:r>
            <a:r>
              <a:rPr kumimoji="1" lang="en-US" altLang="zh-CN" sz="2400" baseline="30000" dirty="0" err="1">
                <a:effectLst/>
                <a:latin typeface="Times New Roman" panose="02020603050405020304" pitchFamily="18" charset="0"/>
              </a:rPr>
              <a:t>1</a:t>
            </a:r>
            <a:r>
              <a:rPr kumimoji="1" lang="zh-CN" altLang="en-US" sz="2400" dirty="0">
                <a:effectLst/>
                <a:latin typeface="Times New Roman" panose="02020603050405020304" pitchFamily="18" charset="0"/>
              </a:rPr>
              <a:t>称为</a:t>
            </a:r>
            <a:r>
              <a:rPr kumimoji="1" lang="zh-CN" altLang="en-US" sz="2400" dirty="0">
                <a:solidFill>
                  <a:srgbClr val="FF0000"/>
                </a:solidFill>
                <a:effectLst/>
                <a:latin typeface="Times New Roman" panose="02020603050405020304" pitchFamily="18" charset="0"/>
              </a:rPr>
              <a:t>最主位关键字</a:t>
            </a:r>
            <a:r>
              <a:rPr kumimoji="1" lang="zh-CN" altLang="en-US" sz="2400" dirty="0">
                <a:effectLst/>
                <a:latin typeface="Times New Roman" panose="02020603050405020304" pitchFamily="18" charset="0"/>
              </a:rPr>
              <a:t>，</a:t>
            </a:r>
            <a:r>
              <a:rPr kumimoji="1" lang="en-US" altLang="zh-CN" sz="2400" i="1" dirty="0" err="1">
                <a:effectLst/>
                <a:latin typeface="Times New Roman" panose="02020603050405020304" pitchFamily="18" charset="0"/>
              </a:rPr>
              <a:t>K</a:t>
            </a:r>
            <a:r>
              <a:rPr kumimoji="1" lang="en-US" altLang="zh-CN" sz="2400" i="1" baseline="30000" dirty="0" err="1">
                <a:effectLst/>
                <a:latin typeface="Times New Roman" panose="02020603050405020304" pitchFamily="18" charset="0"/>
              </a:rPr>
              <a:t>d</a:t>
            </a:r>
            <a:r>
              <a:rPr kumimoji="1" lang="zh-CN" altLang="en-US" sz="2400" dirty="0">
                <a:effectLst/>
                <a:latin typeface="Times New Roman" panose="02020603050405020304" pitchFamily="18" charset="0"/>
              </a:rPr>
              <a:t>称为</a:t>
            </a:r>
            <a:r>
              <a:rPr kumimoji="1" lang="zh-CN" altLang="en-US" sz="2400" dirty="0">
                <a:solidFill>
                  <a:srgbClr val="FF0000"/>
                </a:solidFill>
                <a:effectLst/>
                <a:latin typeface="Times New Roman" panose="02020603050405020304" pitchFamily="18" charset="0"/>
              </a:rPr>
              <a:t>最次位关键字</a:t>
            </a:r>
            <a:r>
              <a:rPr kumimoji="1" lang="zh-CN" altLang="en-US" sz="2400" dirty="0">
                <a:effectLst/>
                <a:latin typeface="Times New Roman" panose="02020603050405020304" pitchFamily="18" charset="0"/>
              </a:rPr>
              <a:t>。</a:t>
            </a:r>
            <a:endParaRPr kumimoji="1" lang="zh-CN" altLang="en-US" sz="2400" dirty="0">
              <a:effectLst/>
              <a:latin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a:effectLst>
                  <a:outerShdw blurRad="38100" dist="25400" dir="5400000" algn="ctr" rotWithShape="0">
                    <a:srgbClr val="6E747A">
                      <a:alpha val="43000"/>
                    </a:srgbClr>
                  </a:outerShdw>
                </a:effectLst>
                <a:sym typeface="+mn-ea"/>
              </a:rPr>
              <a:t>9.6.1 </a:t>
            </a:r>
            <a:r>
              <a:rPr lang="zh-CN" altLang="en-US">
                <a:effectLst>
                  <a:outerShdw blurRad="38100" dist="25400" dir="5400000" algn="ctr" rotWithShape="0">
                    <a:srgbClr val="6E747A">
                      <a:alpha val="43000"/>
                    </a:srgbClr>
                  </a:outerShdw>
                </a:effectLst>
                <a:sym typeface="+mn-ea"/>
              </a:rPr>
              <a:t>多关键字排序</a:t>
            </a:r>
            <a:endParaRPr lang="zh-CN" altLang="en-US"/>
          </a:p>
        </p:txBody>
      </p:sp>
      <p:sp>
        <p:nvSpPr>
          <p:cNvPr id="87045" name="Rectangle 5"/>
          <p:cNvSpPr>
            <a:spLocks noChangeArrowheads="1"/>
          </p:cNvSpPr>
          <p:nvPr/>
        </p:nvSpPr>
        <p:spPr bwMode="auto">
          <a:xfrm>
            <a:off x="464185" y="1000760"/>
            <a:ext cx="8223250" cy="52762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oAutofit/>
          </a:bodyPr>
          <a:lstStyle/>
          <a:p>
            <a:pPr marL="342900" indent="-342900">
              <a:lnSpc>
                <a:spcPct val="160000"/>
              </a:lnSpc>
              <a:buClr>
                <a:srgbClr val="00B0F0"/>
              </a:buClr>
              <a:buFont typeface="Wingdings" panose="05000000000000000000" charset="0"/>
              <a:buChar char="l"/>
            </a:pPr>
            <a:r>
              <a:rPr kumimoji="1" lang="zh-CN" altLang="en-US" sz="2100" dirty="0">
                <a:latin typeface="Times New Roman" panose="02020603050405020304" pitchFamily="18" charset="0"/>
                <a:cs typeface="Times New Roman" panose="02020603050405020304" pitchFamily="18" charset="0"/>
              </a:rPr>
              <a:t>通常有两种方法：</a:t>
            </a:r>
            <a:endParaRPr kumimoji="1" lang="zh-CN" altLang="en-US" sz="2100" dirty="0">
              <a:latin typeface="Times New Roman" panose="02020603050405020304" pitchFamily="18" charset="0"/>
              <a:cs typeface="Times New Roman" panose="02020603050405020304" pitchFamily="18" charset="0"/>
            </a:endParaRPr>
          </a:p>
          <a:p>
            <a:pPr marL="914400" lvl="1" indent="-457200">
              <a:lnSpc>
                <a:spcPct val="160000"/>
              </a:lnSpc>
              <a:buClr>
                <a:srgbClr val="00B0F0"/>
              </a:buClr>
              <a:buFont typeface="+mj-ea"/>
              <a:buAutoNum type="circleNumDbPlain"/>
            </a:pPr>
            <a:r>
              <a:rPr kumimoji="1" lang="zh-CN" altLang="en-US" sz="2100" dirty="0">
                <a:latin typeface="Times New Roman" panose="02020603050405020304" pitchFamily="18" charset="0"/>
                <a:cs typeface="Times New Roman" panose="02020603050405020304" pitchFamily="18" charset="0"/>
              </a:rPr>
              <a:t>先对最主位关键字</a:t>
            </a:r>
            <a:r>
              <a:rPr kumimoji="1" lang="en-US" altLang="zh-CN" sz="2100" i="1" dirty="0" err="1">
                <a:solidFill>
                  <a:srgbClr val="FF0000"/>
                </a:solidFill>
                <a:latin typeface="Times New Roman" panose="02020603050405020304" pitchFamily="18" charset="0"/>
                <a:cs typeface="Times New Roman" panose="02020603050405020304" pitchFamily="18" charset="0"/>
              </a:rPr>
              <a:t>K</a:t>
            </a:r>
            <a:r>
              <a:rPr kumimoji="1" lang="en-US" altLang="zh-CN" sz="2100" baseline="30000" dirty="0" err="1">
                <a:solidFill>
                  <a:srgbClr val="FF0000"/>
                </a:solidFill>
                <a:latin typeface="Times New Roman" panose="02020603050405020304" pitchFamily="18" charset="0"/>
                <a:cs typeface="Times New Roman" panose="02020603050405020304" pitchFamily="18" charset="0"/>
              </a:rPr>
              <a:t>1</a:t>
            </a:r>
            <a:r>
              <a:rPr kumimoji="1" lang="zh-CN" altLang="en-US" sz="2100" dirty="0">
                <a:latin typeface="Times New Roman" panose="02020603050405020304" pitchFamily="18" charset="0"/>
                <a:cs typeface="Times New Roman" panose="02020603050405020304" pitchFamily="18" charset="0"/>
              </a:rPr>
              <a:t>进行排序，然后分别就每个子序列对关键字</a:t>
            </a:r>
            <a:r>
              <a:rPr kumimoji="1" lang="en-US" altLang="zh-CN" sz="2100" i="1" dirty="0" err="1">
                <a:solidFill>
                  <a:srgbClr val="FF0000"/>
                </a:solidFill>
                <a:latin typeface="Times New Roman" panose="02020603050405020304" pitchFamily="18" charset="0"/>
                <a:cs typeface="Times New Roman" panose="02020603050405020304" pitchFamily="18" charset="0"/>
              </a:rPr>
              <a:t>K</a:t>
            </a:r>
            <a:r>
              <a:rPr kumimoji="1" lang="en-US" altLang="zh-CN" sz="2100" baseline="30000" dirty="0" err="1">
                <a:solidFill>
                  <a:srgbClr val="FF0000"/>
                </a:solidFill>
                <a:latin typeface="Times New Roman" panose="02020603050405020304" pitchFamily="18" charset="0"/>
                <a:cs typeface="Times New Roman" panose="02020603050405020304" pitchFamily="18" charset="0"/>
              </a:rPr>
              <a:t>2</a:t>
            </a:r>
            <a:r>
              <a:rPr kumimoji="1" lang="zh-CN" altLang="en-US" sz="2100" dirty="0">
                <a:latin typeface="Times New Roman" panose="02020603050405020304" pitchFamily="18" charset="0"/>
                <a:cs typeface="Times New Roman" panose="02020603050405020304" pitchFamily="18" charset="0"/>
              </a:rPr>
              <a:t>进行排序，直到最后分别就每个子序列对</a:t>
            </a:r>
            <a:r>
              <a:rPr kumimoji="1" lang="en-US" altLang="zh-CN" sz="2100" i="1" dirty="0" err="1">
                <a:solidFill>
                  <a:srgbClr val="FF0000"/>
                </a:solidFill>
                <a:latin typeface="Times New Roman" panose="02020603050405020304" pitchFamily="18" charset="0"/>
                <a:cs typeface="Times New Roman" panose="02020603050405020304" pitchFamily="18" charset="0"/>
              </a:rPr>
              <a:t>K</a:t>
            </a:r>
            <a:r>
              <a:rPr kumimoji="1" lang="en-US" altLang="zh-CN" sz="2100" i="1" baseline="30000" dirty="0" err="1">
                <a:solidFill>
                  <a:srgbClr val="FF0000"/>
                </a:solidFill>
                <a:latin typeface="Times New Roman" panose="02020603050405020304" pitchFamily="18" charset="0"/>
                <a:cs typeface="Times New Roman" panose="02020603050405020304" pitchFamily="18" charset="0"/>
              </a:rPr>
              <a:t>d</a:t>
            </a:r>
            <a:r>
              <a:rPr kumimoji="1" lang="zh-CN" altLang="en-US" sz="2100" dirty="0">
                <a:latin typeface="Times New Roman" panose="02020603050405020304" pitchFamily="18" charset="0"/>
                <a:cs typeface="Times New Roman" panose="02020603050405020304" pitchFamily="18" charset="0"/>
              </a:rPr>
              <a:t>进行排序，最后将所有子序列一次联接在一起成为一个有序序列。这种方法称为</a:t>
            </a:r>
            <a:r>
              <a:rPr kumimoji="1" lang="zh-CN" altLang="en-US" sz="2100" b="1" dirty="0">
                <a:solidFill>
                  <a:srgbClr val="FF0000"/>
                </a:solidFill>
                <a:latin typeface="Times New Roman" panose="02020603050405020304" pitchFamily="18" charset="0"/>
                <a:cs typeface="Times New Roman" panose="02020603050405020304" pitchFamily="18" charset="0"/>
              </a:rPr>
              <a:t>最高位优先法</a:t>
            </a:r>
            <a:r>
              <a:rPr kumimoji="1" lang="en-US" altLang="zh-CN" sz="2100" dirty="0">
                <a:latin typeface="Times New Roman" panose="02020603050405020304" pitchFamily="18" charset="0"/>
                <a:cs typeface="Times New Roman" panose="02020603050405020304" pitchFamily="18" charset="0"/>
              </a:rPr>
              <a:t>(</a:t>
            </a:r>
            <a:r>
              <a:rPr kumimoji="1" lang="en-US" altLang="zh-CN" sz="2100" b="1" dirty="0">
                <a:solidFill>
                  <a:srgbClr val="FF0000"/>
                </a:solidFill>
                <a:latin typeface="Times New Roman" panose="02020603050405020304" pitchFamily="18" charset="0"/>
                <a:cs typeface="Times New Roman" panose="02020603050405020304" pitchFamily="18" charset="0"/>
              </a:rPr>
              <a:t>M</a:t>
            </a:r>
            <a:r>
              <a:rPr kumimoji="1" lang="en-US" altLang="zh-CN" sz="2100" dirty="0">
                <a:latin typeface="Times New Roman" panose="02020603050405020304" pitchFamily="18" charset="0"/>
                <a:cs typeface="Times New Roman" panose="02020603050405020304" pitchFamily="18" charset="0"/>
              </a:rPr>
              <a:t>ost </a:t>
            </a:r>
            <a:r>
              <a:rPr kumimoji="1" lang="en-US" altLang="zh-CN" sz="2100" b="1" dirty="0">
                <a:solidFill>
                  <a:srgbClr val="FF0000"/>
                </a:solidFill>
                <a:latin typeface="Times New Roman" panose="02020603050405020304" pitchFamily="18" charset="0"/>
                <a:cs typeface="Times New Roman" panose="02020603050405020304" pitchFamily="18" charset="0"/>
              </a:rPr>
              <a:t>S</a:t>
            </a:r>
            <a:r>
              <a:rPr kumimoji="1" lang="en-US" altLang="zh-CN" sz="2100" dirty="0">
                <a:latin typeface="Times New Roman" panose="02020603050405020304" pitchFamily="18" charset="0"/>
                <a:cs typeface="Times New Roman" panose="02020603050405020304" pitchFamily="18" charset="0"/>
              </a:rPr>
              <a:t>ignificant </a:t>
            </a:r>
            <a:r>
              <a:rPr kumimoji="1" lang="en-US" altLang="zh-CN" sz="2100" b="1" dirty="0">
                <a:solidFill>
                  <a:srgbClr val="FF0000"/>
                </a:solidFill>
                <a:latin typeface="Times New Roman" panose="02020603050405020304" pitchFamily="18" charset="0"/>
                <a:cs typeface="Times New Roman" panose="02020603050405020304" pitchFamily="18" charset="0"/>
              </a:rPr>
              <a:t>D</a:t>
            </a:r>
            <a:r>
              <a:rPr kumimoji="1" lang="en-US" altLang="zh-CN" sz="2100" dirty="0">
                <a:latin typeface="Times New Roman" panose="02020603050405020304" pitchFamily="18" charset="0"/>
                <a:cs typeface="Times New Roman" panose="02020603050405020304" pitchFamily="18" charset="0"/>
              </a:rPr>
              <a:t>igit First)</a:t>
            </a:r>
            <a:r>
              <a:rPr kumimoji="1" lang="zh-CN" altLang="en-US" sz="2100" dirty="0">
                <a:latin typeface="Times New Roman" panose="02020603050405020304" pitchFamily="18" charset="0"/>
                <a:cs typeface="Times New Roman" panose="02020603050405020304" pitchFamily="18" charset="0"/>
              </a:rPr>
              <a:t>；</a:t>
            </a:r>
            <a:endParaRPr kumimoji="1" lang="zh-CN" altLang="en-US" sz="2100" dirty="0">
              <a:latin typeface="Times New Roman" panose="02020603050405020304" pitchFamily="18" charset="0"/>
              <a:cs typeface="Times New Roman" panose="02020603050405020304" pitchFamily="18" charset="0"/>
            </a:endParaRPr>
          </a:p>
          <a:p>
            <a:pPr marL="914400" lvl="1" indent="-457200">
              <a:lnSpc>
                <a:spcPct val="160000"/>
              </a:lnSpc>
              <a:buClr>
                <a:srgbClr val="00B0F0"/>
              </a:buClr>
              <a:buFont typeface="+mj-ea"/>
              <a:buAutoNum type="circleNumDbPlain"/>
            </a:pPr>
            <a:r>
              <a:rPr kumimoji="1" lang="zh-CN" altLang="en-US" sz="2100" dirty="0">
                <a:latin typeface="Times New Roman" panose="02020603050405020304" pitchFamily="18" charset="0"/>
                <a:cs typeface="Times New Roman" panose="02020603050405020304" pitchFamily="18" charset="0"/>
              </a:rPr>
              <a:t>从最次位关键字</a:t>
            </a:r>
            <a:r>
              <a:rPr kumimoji="1" lang="en-US" altLang="zh-CN" sz="2100" i="1" dirty="0" err="1">
                <a:solidFill>
                  <a:srgbClr val="FF0000"/>
                </a:solidFill>
                <a:latin typeface="Times New Roman" panose="02020603050405020304" pitchFamily="18" charset="0"/>
                <a:cs typeface="Times New Roman" panose="02020603050405020304" pitchFamily="18" charset="0"/>
              </a:rPr>
              <a:t>K</a:t>
            </a:r>
            <a:r>
              <a:rPr kumimoji="1" lang="en-US" altLang="zh-CN" sz="2100" i="1" baseline="30000" dirty="0" err="1">
                <a:solidFill>
                  <a:srgbClr val="FF0000"/>
                </a:solidFill>
                <a:latin typeface="Times New Roman" panose="02020603050405020304" pitchFamily="18" charset="0"/>
                <a:cs typeface="Times New Roman" panose="02020603050405020304" pitchFamily="18" charset="0"/>
              </a:rPr>
              <a:t>d</a:t>
            </a:r>
            <a:r>
              <a:rPr kumimoji="1" lang="zh-CN" altLang="en-US" sz="2100" dirty="0">
                <a:latin typeface="Times New Roman" panose="02020603050405020304" pitchFamily="18" charset="0"/>
                <a:cs typeface="Times New Roman" panose="02020603050405020304" pitchFamily="18" charset="0"/>
              </a:rPr>
              <a:t>开始进行排序，称为</a:t>
            </a:r>
            <a:r>
              <a:rPr kumimoji="1" lang="zh-CN" altLang="en-US" sz="2100" b="1" dirty="0">
                <a:solidFill>
                  <a:srgbClr val="FF0000"/>
                </a:solidFill>
                <a:latin typeface="Times New Roman" panose="02020603050405020304" pitchFamily="18" charset="0"/>
                <a:cs typeface="Times New Roman" panose="02020603050405020304" pitchFamily="18" charset="0"/>
              </a:rPr>
              <a:t>最低位优先</a:t>
            </a:r>
            <a:r>
              <a:rPr kumimoji="1" lang="en-US" altLang="en-US" sz="2100" b="1" dirty="0">
                <a:solidFill>
                  <a:srgbClr val="FF0000"/>
                </a:solidFill>
                <a:latin typeface="Times New Roman" panose="02020603050405020304" pitchFamily="18" charset="0"/>
                <a:cs typeface="Times New Roman" panose="02020603050405020304" pitchFamily="18" charset="0"/>
              </a:rPr>
              <a:t>法</a:t>
            </a:r>
            <a:r>
              <a:rPr kumimoji="1" lang="zh-CN" altLang="en-US" sz="2100" b="1" dirty="0">
                <a:solidFill>
                  <a:srgbClr val="FFFF00"/>
                </a:solidFill>
                <a:latin typeface="Times New Roman" panose="02020603050405020304" pitchFamily="18" charset="0"/>
                <a:cs typeface="Times New Roman" panose="02020603050405020304" pitchFamily="18" charset="0"/>
              </a:rPr>
              <a:t> </a:t>
            </a:r>
            <a:r>
              <a:rPr kumimoji="1" lang="en-US" altLang="zh-CN" sz="2100" dirty="0">
                <a:latin typeface="Times New Roman" panose="02020603050405020304" pitchFamily="18" charset="0"/>
                <a:cs typeface="Times New Roman" panose="02020603050405020304" pitchFamily="18" charset="0"/>
              </a:rPr>
              <a:t>(</a:t>
            </a:r>
            <a:r>
              <a:rPr kumimoji="1" lang="en-US" altLang="zh-CN" sz="2100" b="1" dirty="0">
                <a:solidFill>
                  <a:srgbClr val="FF0000"/>
                </a:solidFill>
                <a:latin typeface="Times New Roman" panose="02020603050405020304" pitchFamily="18" charset="0"/>
                <a:cs typeface="Times New Roman" panose="02020603050405020304" pitchFamily="18" charset="0"/>
              </a:rPr>
              <a:t>L</a:t>
            </a:r>
            <a:r>
              <a:rPr kumimoji="1" lang="en-US" altLang="zh-CN" sz="2100" dirty="0">
                <a:latin typeface="Times New Roman" panose="02020603050405020304" pitchFamily="18" charset="0"/>
                <a:cs typeface="Times New Roman" panose="02020603050405020304" pitchFamily="18" charset="0"/>
              </a:rPr>
              <a:t>east </a:t>
            </a:r>
            <a:r>
              <a:rPr kumimoji="1" lang="en-US" altLang="zh-CN" sz="2100" b="1" dirty="0">
                <a:solidFill>
                  <a:srgbClr val="FF0000"/>
                </a:solidFill>
                <a:latin typeface="Times New Roman" panose="02020603050405020304" pitchFamily="18" charset="0"/>
                <a:cs typeface="Times New Roman" panose="02020603050405020304" pitchFamily="18" charset="0"/>
              </a:rPr>
              <a:t>S</a:t>
            </a:r>
            <a:r>
              <a:rPr kumimoji="1" lang="en-US" altLang="zh-CN" sz="2100" dirty="0">
                <a:latin typeface="Times New Roman" panose="02020603050405020304" pitchFamily="18" charset="0"/>
                <a:cs typeface="Times New Roman" panose="02020603050405020304" pitchFamily="18" charset="0"/>
              </a:rPr>
              <a:t>ignificant </a:t>
            </a:r>
            <a:r>
              <a:rPr kumimoji="1" lang="en-US" altLang="zh-CN" sz="2100" b="1" dirty="0">
                <a:solidFill>
                  <a:srgbClr val="FF0000"/>
                </a:solidFill>
                <a:latin typeface="Times New Roman" panose="02020603050405020304" pitchFamily="18" charset="0"/>
                <a:cs typeface="Times New Roman" panose="02020603050405020304" pitchFamily="18" charset="0"/>
              </a:rPr>
              <a:t>D</a:t>
            </a:r>
            <a:r>
              <a:rPr kumimoji="1" lang="en-US" altLang="zh-CN" sz="2100" dirty="0">
                <a:latin typeface="Times New Roman" panose="02020603050405020304" pitchFamily="18" charset="0"/>
                <a:cs typeface="Times New Roman" panose="02020603050405020304" pitchFamily="18" charset="0"/>
              </a:rPr>
              <a:t>igit First)</a:t>
            </a:r>
            <a:r>
              <a:rPr kumimoji="1" lang="zh-CN" altLang="en-US" sz="2100" dirty="0">
                <a:latin typeface="Times New Roman" panose="02020603050405020304" pitchFamily="18" charset="0"/>
                <a:cs typeface="Times New Roman" panose="02020603050405020304" pitchFamily="18" charset="0"/>
              </a:rPr>
              <a:t>。</a:t>
            </a:r>
            <a:endParaRPr kumimoji="1" lang="zh-CN" altLang="en-US" sz="2100" dirty="0">
              <a:latin typeface="Times New Roman" panose="02020603050405020304" pitchFamily="18" charset="0"/>
              <a:cs typeface="Times New Roman" panose="02020603050405020304" pitchFamily="18" charset="0"/>
            </a:endParaRPr>
          </a:p>
          <a:p>
            <a:pPr marL="342900" indent="-342900">
              <a:lnSpc>
                <a:spcPct val="160000"/>
              </a:lnSpc>
              <a:buClr>
                <a:srgbClr val="00B0F0"/>
              </a:buClr>
              <a:buFont typeface="Wingdings" panose="05000000000000000000" charset="0"/>
              <a:buChar char="l"/>
            </a:pPr>
            <a:r>
              <a:rPr kumimoji="1" lang="zh-CN" altLang="en-US" sz="2100" dirty="0">
                <a:latin typeface="Times New Roman" panose="02020603050405020304" pitchFamily="18" charset="0"/>
                <a:cs typeface="Times New Roman" panose="02020603050405020304" pitchFamily="18" charset="0"/>
              </a:rPr>
              <a:t>两种方法的特点：</a:t>
            </a:r>
            <a:r>
              <a:rPr kumimoji="1" lang="en-US" altLang="zh-CN" sz="2100" dirty="0">
                <a:latin typeface="Times New Roman" panose="02020603050405020304" pitchFamily="18" charset="0"/>
                <a:cs typeface="Times New Roman" panose="02020603050405020304" pitchFamily="18" charset="0"/>
              </a:rPr>
              <a:t>MSD</a:t>
            </a:r>
            <a:r>
              <a:rPr kumimoji="1" lang="zh-CN" altLang="en-US" sz="2100" dirty="0">
                <a:latin typeface="Times New Roman" panose="02020603050405020304" pitchFamily="18" charset="0"/>
                <a:cs typeface="Times New Roman" panose="02020603050405020304" pitchFamily="18" charset="0"/>
              </a:rPr>
              <a:t>算法需要逐层分成若干个子序列，而</a:t>
            </a:r>
            <a:r>
              <a:rPr kumimoji="1" lang="en-US" altLang="zh-CN" sz="2100" dirty="0">
                <a:latin typeface="Times New Roman" panose="02020603050405020304" pitchFamily="18" charset="0"/>
                <a:cs typeface="Times New Roman" panose="02020603050405020304" pitchFamily="18" charset="0"/>
              </a:rPr>
              <a:t>LSD</a:t>
            </a:r>
            <a:r>
              <a:rPr kumimoji="1" lang="zh-CN" altLang="en-US" sz="2100" dirty="0">
                <a:latin typeface="Times New Roman" panose="02020603050405020304" pitchFamily="18" charset="0"/>
                <a:cs typeface="Times New Roman" panose="02020603050405020304" pitchFamily="18" charset="0"/>
              </a:rPr>
              <a:t>算法进行排序时，不必分成子序列，但对</a:t>
            </a:r>
            <a:r>
              <a:rPr kumimoji="1" lang="en-US" altLang="zh-CN" sz="2100" i="1" dirty="0">
                <a:latin typeface="Times New Roman" panose="02020603050405020304" pitchFamily="18" charset="0"/>
                <a:cs typeface="Times New Roman" panose="02020603050405020304" pitchFamily="18" charset="0"/>
              </a:rPr>
              <a:t>K</a:t>
            </a:r>
            <a:r>
              <a:rPr kumimoji="1" lang="en-US" altLang="zh-CN" sz="2100" i="1" baseline="30000" dirty="0">
                <a:latin typeface="Times New Roman" panose="02020603050405020304" pitchFamily="18" charset="0"/>
                <a:cs typeface="Times New Roman" panose="02020603050405020304" pitchFamily="18" charset="0"/>
              </a:rPr>
              <a:t>i</a:t>
            </a:r>
            <a:r>
              <a:rPr kumimoji="1" lang="en-US" altLang="zh-CN" sz="2100" dirty="0">
                <a:latin typeface="Times New Roman" panose="02020603050405020304" pitchFamily="18" charset="0"/>
                <a:cs typeface="Times New Roman" panose="02020603050405020304" pitchFamily="18" charset="0"/>
              </a:rPr>
              <a:t>(1 </a:t>
            </a:r>
            <a:r>
              <a:rPr kumimoji="1" lang="en-US" altLang="en-US" sz="2100" dirty="0">
                <a:cs typeface="Times New Roman" panose="02020603050405020304" pitchFamily="18" charset="0"/>
              </a:rPr>
              <a:t>≤</a:t>
            </a:r>
            <a:r>
              <a:rPr kumimoji="1" lang="en-US" altLang="zh-CN" sz="2100" dirty="0">
                <a:latin typeface="Times New Roman" panose="02020603050405020304" pitchFamily="18" charset="0"/>
                <a:cs typeface="Times New Roman" panose="02020603050405020304" pitchFamily="18" charset="0"/>
              </a:rPr>
              <a:t> </a:t>
            </a:r>
            <a:r>
              <a:rPr kumimoji="1" lang="en-US" altLang="zh-CN" sz="2100" i="1" dirty="0" err="1">
                <a:latin typeface="Times New Roman" panose="02020603050405020304" pitchFamily="18" charset="0"/>
                <a:cs typeface="Times New Roman" panose="02020603050405020304" pitchFamily="18" charset="0"/>
              </a:rPr>
              <a:t>i</a:t>
            </a:r>
            <a:r>
              <a:rPr kumimoji="1" lang="en-US" altLang="zh-CN" sz="2100" dirty="0">
                <a:latin typeface="Times New Roman" panose="02020603050405020304" pitchFamily="18" charset="0"/>
                <a:cs typeface="Times New Roman" panose="02020603050405020304" pitchFamily="18" charset="0"/>
              </a:rPr>
              <a:t> </a:t>
            </a:r>
            <a:r>
              <a:rPr kumimoji="1" lang="en-US" altLang="en-US" sz="2100" dirty="0">
                <a:cs typeface="Times New Roman" panose="02020603050405020304" pitchFamily="18" charset="0"/>
              </a:rPr>
              <a:t>≤</a:t>
            </a:r>
            <a:r>
              <a:rPr kumimoji="1" lang="en-US" altLang="zh-CN" sz="2100" dirty="0">
                <a:latin typeface="Times New Roman" panose="02020603050405020304" pitchFamily="18" charset="0"/>
                <a:cs typeface="Times New Roman" panose="02020603050405020304" pitchFamily="18" charset="0"/>
              </a:rPr>
              <a:t> </a:t>
            </a:r>
            <a:r>
              <a:rPr kumimoji="1" lang="en-US" altLang="zh-CN" sz="2100" i="1" dirty="0">
                <a:latin typeface="Times New Roman" panose="02020603050405020304" pitchFamily="18" charset="0"/>
                <a:cs typeface="Times New Roman" panose="02020603050405020304" pitchFamily="18" charset="0"/>
              </a:rPr>
              <a:t>d</a:t>
            </a:r>
            <a:r>
              <a:rPr kumimoji="1" lang="en-US" altLang="zh-CN" sz="2100" dirty="0">
                <a:latin typeface="Times New Roman" panose="02020603050405020304" pitchFamily="18" charset="0"/>
                <a:cs typeface="Times New Roman" panose="02020603050405020304" pitchFamily="18" charset="0"/>
              </a:rPr>
              <a:t>)</a:t>
            </a:r>
            <a:r>
              <a:rPr kumimoji="1" lang="zh-CN" altLang="en-US" sz="2100" dirty="0">
                <a:latin typeface="Times New Roman" panose="02020603050405020304" pitchFamily="18" charset="0"/>
                <a:cs typeface="Times New Roman" panose="02020603050405020304" pitchFamily="18" charset="0"/>
              </a:rPr>
              <a:t>进行排序时，</a:t>
            </a:r>
            <a:r>
              <a:rPr kumimoji="1" lang="zh-CN" altLang="en-US" sz="2100" dirty="0">
                <a:solidFill>
                  <a:srgbClr val="FF0000"/>
                </a:solidFill>
                <a:latin typeface="Times New Roman" panose="02020603050405020304" pitchFamily="18" charset="0"/>
                <a:cs typeface="Times New Roman" panose="02020603050405020304" pitchFamily="18" charset="0"/>
              </a:rPr>
              <a:t>只能用稳定的排序方法</a:t>
            </a:r>
            <a:r>
              <a:rPr kumimoji="1" lang="zh-CN" altLang="en-US" sz="2100" dirty="0">
                <a:latin typeface="Times New Roman" panose="02020603050405020304" pitchFamily="18" charset="0"/>
                <a:cs typeface="Times New Roman" panose="02020603050405020304" pitchFamily="18" charset="0"/>
              </a:rPr>
              <a:t>。</a:t>
            </a:r>
            <a:endParaRPr kumimoji="1" lang="zh-CN" altLang="en-US" sz="21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kumimoji="1" lang="en-US" altLang="zh-CN">
                <a:latin typeface="Times New Roman" panose="02020603050405020304" pitchFamily="18" charset="0"/>
                <a:cs typeface="Times New Roman" panose="02020603050405020304" pitchFamily="18" charset="0"/>
                <a:sym typeface="+mn-ea"/>
              </a:rPr>
              <a:t>9.6.2 </a:t>
            </a:r>
            <a:r>
              <a:rPr kumimoji="1" lang="zh-CN" altLang="en-US">
                <a:latin typeface="Times New Roman" panose="02020603050405020304" pitchFamily="18" charset="0"/>
                <a:cs typeface="Times New Roman" panose="02020603050405020304" pitchFamily="18" charset="0"/>
                <a:sym typeface="+mn-ea"/>
              </a:rPr>
              <a:t>链式基数排序</a:t>
            </a:r>
            <a:endParaRPr lang="zh-CN" altLang="en-US"/>
          </a:p>
        </p:txBody>
      </p:sp>
      <p:sp>
        <p:nvSpPr>
          <p:cNvPr id="88069" name="Rectangle 5"/>
          <p:cNvSpPr>
            <a:spLocks noChangeArrowheads="1"/>
          </p:cNvSpPr>
          <p:nvPr/>
        </p:nvSpPr>
        <p:spPr bwMode="auto">
          <a:xfrm>
            <a:off x="443865" y="1014730"/>
            <a:ext cx="8242935" cy="53638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oAutofit/>
          </a:bodyPr>
          <a:lstStyle/>
          <a:p>
            <a:pPr marL="285750" indent="-285750">
              <a:lnSpc>
                <a:spcPct val="150000"/>
              </a:lnSpc>
              <a:buClr>
                <a:srgbClr val="00B0F0"/>
              </a:buClr>
              <a:buFont typeface="Wingdings" panose="05000000000000000000" charset="0"/>
              <a:buChar char="l"/>
            </a:pPr>
            <a:r>
              <a:rPr kumimoji="1" lang="zh-CN" altLang="en-US" sz="2000">
                <a:solidFill>
                  <a:srgbClr val="FF0000"/>
                </a:solidFill>
                <a:latin typeface="Times New Roman" panose="02020603050405020304" pitchFamily="18" charset="0"/>
                <a:cs typeface="Times New Roman" panose="02020603050405020304" pitchFamily="18" charset="0"/>
              </a:rPr>
              <a:t>基数排序</a:t>
            </a:r>
            <a:r>
              <a:rPr kumimoji="1" lang="zh-CN" altLang="en-US" sz="2000">
                <a:latin typeface="Times New Roman" panose="02020603050405020304" pitchFamily="18" charset="0"/>
                <a:cs typeface="Times New Roman" panose="02020603050405020304" pitchFamily="18" charset="0"/>
              </a:rPr>
              <a:t>是借助“</a:t>
            </a:r>
            <a:r>
              <a:rPr kumimoji="1" lang="zh-CN" altLang="en-US" sz="2000">
                <a:solidFill>
                  <a:srgbClr val="FF0000"/>
                </a:solidFill>
                <a:latin typeface="Times New Roman" panose="02020603050405020304" pitchFamily="18" charset="0"/>
                <a:cs typeface="Times New Roman" panose="02020603050405020304" pitchFamily="18" charset="0"/>
              </a:rPr>
              <a:t>分配</a:t>
            </a:r>
            <a:r>
              <a:rPr kumimoji="1" lang="zh-CN" altLang="en-US" sz="2000">
                <a:latin typeface="Times New Roman" panose="02020603050405020304" pitchFamily="18" charset="0"/>
                <a:cs typeface="Times New Roman" panose="02020603050405020304" pitchFamily="18" charset="0"/>
              </a:rPr>
              <a:t>”和“</a:t>
            </a:r>
            <a:r>
              <a:rPr kumimoji="1" lang="zh-CN" altLang="en-US" sz="2000">
                <a:solidFill>
                  <a:srgbClr val="FF0000"/>
                </a:solidFill>
                <a:latin typeface="Times New Roman" panose="02020603050405020304" pitchFamily="18" charset="0"/>
                <a:cs typeface="Times New Roman" panose="02020603050405020304" pitchFamily="18" charset="0"/>
              </a:rPr>
              <a:t>收集</a:t>
            </a:r>
            <a:r>
              <a:rPr kumimoji="1" lang="zh-CN" altLang="en-US" sz="2000">
                <a:latin typeface="Times New Roman" panose="02020603050405020304" pitchFamily="18" charset="0"/>
                <a:cs typeface="Times New Roman" panose="02020603050405020304" pitchFamily="18" charset="0"/>
              </a:rPr>
              <a:t>”两种基本操作对单逻辑关键字进行排序的一种内部排序方法。</a:t>
            </a:r>
            <a:endParaRPr kumimoji="1" lang="zh-CN" altLang="en-US" sz="2000">
              <a:latin typeface="Times New Roman" panose="02020603050405020304" pitchFamily="18" charset="0"/>
              <a:cs typeface="Times New Roman" panose="02020603050405020304" pitchFamily="18" charset="0"/>
            </a:endParaRPr>
          </a:p>
          <a:p>
            <a:pPr marL="285750" indent="-285750">
              <a:lnSpc>
                <a:spcPct val="150000"/>
              </a:lnSpc>
              <a:buClr>
                <a:srgbClr val="00B0F0"/>
              </a:buClr>
              <a:buFont typeface="Wingdings" panose="05000000000000000000" charset="0"/>
              <a:buChar char="l"/>
            </a:pPr>
            <a:r>
              <a:rPr kumimoji="1" lang="zh-CN" altLang="en-US" sz="2000">
                <a:latin typeface="Times New Roman" panose="02020603050405020304" pitchFamily="18" charset="0"/>
                <a:cs typeface="Times New Roman" panose="02020603050405020304" pitchFamily="18" charset="0"/>
              </a:rPr>
              <a:t>有的逻辑关键字可以看成是</a:t>
            </a:r>
            <a:r>
              <a:rPr kumimoji="1" lang="zh-CN" altLang="en-US" sz="2000">
                <a:solidFill>
                  <a:srgbClr val="FF0000"/>
                </a:solidFill>
                <a:latin typeface="Times New Roman" panose="02020603050405020304" pitchFamily="18" charset="0"/>
                <a:cs typeface="Times New Roman" panose="02020603050405020304" pitchFamily="18" charset="0"/>
              </a:rPr>
              <a:t>若干个关键字复合</a:t>
            </a:r>
            <a:r>
              <a:rPr kumimoji="1" lang="zh-CN" altLang="en-US" sz="2000">
                <a:latin typeface="Times New Roman" panose="02020603050405020304" pitchFamily="18" charset="0"/>
                <a:cs typeface="Times New Roman" panose="02020603050405020304" pitchFamily="18" charset="0"/>
              </a:rPr>
              <a:t>而成，如数值和字符串。</a:t>
            </a:r>
            <a:endParaRPr kumimoji="1" lang="zh-CN" altLang="en-US" sz="2000">
              <a:latin typeface="Times New Roman" panose="02020603050405020304" pitchFamily="18" charset="0"/>
              <a:cs typeface="Times New Roman" panose="02020603050405020304" pitchFamily="18" charset="0"/>
            </a:endParaRPr>
          </a:p>
          <a:p>
            <a:pPr marL="457200" indent="-457200">
              <a:lnSpc>
                <a:spcPct val="150000"/>
              </a:lnSpc>
              <a:buClr>
                <a:srgbClr val="00B0F0"/>
              </a:buClr>
              <a:buFont typeface="+mj-ea"/>
              <a:buAutoNum type="circleNumDbPlain"/>
            </a:pPr>
            <a:r>
              <a:rPr kumimoji="1" lang="zh-CN" altLang="en-US" sz="2000">
                <a:latin typeface="Times New Roman" panose="02020603050405020304" pitchFamily="18" charset="0"/>
                <a:cs typeface="Times New Roman" panose="02020603050405020304" pitchFamily="18" charset="0"/>
              </a:rPr>
              <a:t>首先以</a:t>
            </a:r>
            <a:r>
              <a:rPr kumimoji="1" lang="zh-CN" altLang="en-US" sz="2000">
                <a:solidFill>
                  <a:srgbClr val="FF0000"/>
                </a:solidFill>
                <a:latin typeface="Times New Roman" panose="02020603050405020304" pitchFamily="18" charset="0"/>
                <a:cs typeface="Times New Roman" panose="02020603050405020304" pitchFamily="18" charset="0"/>
              </a:rPr>
              <a:t>静态链表</a:t>
            </a:r>
            <a:r>
              <a:rPr kumimoji="1" lang="zh-CN" altLang="en-US" sz="2000">
                <a:latin typeface="Times New Roman" panose="02020603050405020304" pitchFamily="18" charset="0"/>
                <a:cs typeface="Times New Roman" panose="02020603050405020304" pitchFamily="18" charset="0"/>
              </a:rPr>
              <a:t>存储</a:t>
            </a:r>
            <a:r>
              <a:rPr kumimoji="1" lang="en-US" altLang="zh-CN" sz="2000" i="1">
                <a:latin typeface="Times New Roman" panose="02020603050405020304" pitchFamily="18" charset="0"/>
                <a:cs typeface="Times New Roman" panose="02020603050405020304" pitchFamily="18" charset="0"/>
              </a:rPr>
              <a:t>n</a:t>
            </a:r>
            <a:r>
              <a:rPr kumimoji="1" lang="zh-CN" altLang="en-US" sz="2000">
                <a:latin typeface="Times New Roman" panose="02020603050405020304" pitchFamily="18" charset="0"/>
                <a:cs typeface="Times New Roman" panose="02020603050405020304" pitchFamily="18" charset="0"/>
              </a:rPr>
              <a:t>个待排记录，并令表头指针指向第一个记录。</a:t>
            </a:r>
            <a:endParaRPr kumimoji="1" lang="zh-CN" altLang="en-US" sz="2000">
              <a:latin typeface="Times New Roman" panose="02020603050405020304" pitchFamily="18" charset="0"/>
              <a:cs typeface="Times New Roman" panose="02020603050405020304" pitchFamily="18" charset="0"/>
            </a:endParaRPr>
          </a:p>
          <a:p>
            <a:pPr>
              <a:lnSpc>
                <a:spcPct val="150000"/>
              </a:lnSpc>
            </a:pPr>
            <a:r>
              <a:rPr kumimoji="1" lang="zh-CN" altLang="en-US" sz="2000">
                <a:solidFill>
                  <a:srgbClr val="FFFF00"/>
                </a:solidFill>
                <a:latin typeface="Times New Roman" panose="02020603050405020304" pitchFamily="18" charset="0"/>
                <a:cs typeface="Times New Roman" panose="02020603050405020304" pitchFamily="18" charset="0"/>
              </a:rPr>
              <a:t> </a:t>
            </a:r>
            <a:r>
              <a:rPr kumimoji="1" lang="en-US" altLang="zh-CN" sz="2000">
                <a:solidFill>
                  <a:srgbClr val="FFFF00"/>
                </a:solidFill>
                <a:latin typeface="Times New Roman" panose="02020603050405020304" pitchFamily="18" charset="0"/>
                <a:cs typeface="Times New Roman" panose="02020603050405020304" pitchFamily="18" charset="0"/>
              </a:rPr>
              <a:t>	</a:t>
            </a:r>
            <a:r>
              <a:rPr kumimoji="1" lang="en-US" altLang="zh-CN" sz="2000">
                <a:solidFill>
                  <a:srgbClr val="FF0000"/>
                </a:solidFill>
                <a:latin typeface="Times New Roman" panose="02020603050405020304" pitchFamily="18" charset="0"/>
                <a:cs typeface="Times New Roman" panose="02020603050405020304" pitchFamily="18" charset="0"/>
              </a:rPr>
              <a:t>p</a:t>
            </a:r>
            <a:r>
              <a:rPr kumimoji="1" lang="en-US" altLang="zh-CN" sz="2000">
                <a:solidFill>
                  <a:srgbClr val="FF0000"/>
                </a:solidFill>
                <a:cs typeface="Times New Roman" panose="02020603050405020304" pitchFamily="18" charset="0"/>
              </a:rPr>
              <a:t>→</a:t>
            </a:r>
            <a:r>
              <a:rPr kumimoji="1" lang="en-US" altLang="zh-CN" sz="2000">
                <a:solidFill>
                  <a:srgbClr val="FF0000"/>
                </a:solidFill>
                <a:latin typeface="Times New Roman" panose="02020603050405020304" pitchFamily="18" charset="0"/>
                <a:cs typeface="Times New Roman" panose="02020603050405020304" pitchFamily="18" charset="0"/>
              </a:rPr>
              <a:t>614→738→921→485→637→101→215→530→790→306</a:t>
            </a:r>
            <a:endParaRPr kumimoji="1" lang="en-US" altLang="zh-CN" sz="2000">
              <a:solidFill>
                <a:srgbClr val="FF0000"/>
              </a:solidFill>
              <a:latin typeface="Times New Roman" panose="02020603050405020304" pitchFamily="18" charset="0"/>
              <a:cs typeface="Times New Roman" panose="02020603050405020304" pitchFamily="18" charset="0"/>
            </a:endParaRPr>
          </a:p>
          <a:p>
            <a:pPr marL="457200" indent="-457200">
              <a:lnSpc>
                <a:spcPct val="150000"/>
              </a:lnSpc>
              <a:buClr>
                <a:srgbClr val="00B0F0"/>
              </a:buClr>
              <a:buFont typeface="+mj-ea"/>
              <a:buAutoNum type="circleNumDbPlain" startAt="2"/>
            </a:pPr>
            <a:r>
              <a:rPr kumimoji="1" lang="zh-CN" altLang="en-US" sz="2000">
                <a:latin typeface="Times New Roman" panose="02020603050405020304" pitchFamily="18" charset="0"/>
                <a:cs typeface="Times New Roman" panose="02020603050405020304" pitchFamily="18" charset="0"/>
              </a:rPr>
              <a:t>第一趟分配对最低数位关键字进行，改变记录指针值将链表中的记录分配至</a:t>
            </a:r>
            <a:r>
              <a:rPr kumimoji="1" lang="en-US" altLang="zh-CN" sz="2000">
                <a:latin typeface="Times New Roman" panose="02020603050405020304" pitchFamily="18" charset="0"/>
                <a:cs typeface="Times New Roman" panose="02020603050405020304" pitchFamily="18" charset="0"/>
              </a:rPr>
              <a:t>10</a:t>
            </a:r>
            <a:r>
              <a:rPr kumimoji="1" lang="zh-CN" altLang="en-US" sz="2000">
                <a:latin typeface="Times New Roman" panose="02020603050405020304" pitchFamily="18" charset="0"/>
                <a:cs typeface="Times New Roman" panose="02020603050405020304" pitchFamily="18" charset="0"/>
              </a:rPr>
              <a:t>个链队列中去，每个队列中的记录关键字的个位数相等；</a:t>
            </a:r>
            <a:endParaRPr kumimoji="1" lang="zh-CN" altLang="en-US" sz="2000">
              <a:latin typeface="Times New Roman" panose="02020603050405020304" pitchFamily="18" charset="0"/>
              <a:cs typeface="Times New Roman" panose="02020603050405020304" pitchFamily="18" charset="0"/>
            </a:endParaRPr>
          </a:p>
          <a:p>
            <a:pPr marL="457200" indent="-457200">
              <a:lnSpc>
                <a:spcPct val="150000"/>
              </a:lnSpc>
              <a:buClr>
                <a:srgbClr val="00B0F0"/>
              </a:buClr>
              <a:buFont typeface="+mj-ea"/>
              <a:buAutoNum type="circleNumDbPlain" startAt="2"/>
            </a:pPr>
            <a:r>
              <a:rPr kumimoji="1" lang="zh-CN" altLang="en-US" sz="2000">
                <a:latin typeface="Times New Roman" panose="02020603050405020304" pitchFamily="18" charset="0"/>
                <a:cs typeface="Times New Roman" panose="02020603050405020304" pitchFamily="18" charset="0"/>
              </a:rPr>
              <a:t>第一趟收集是改变所有非空队列的队尾的指针域，令其指向下一个非空队列的队头记录，重新将</a:t>
            </a:r>
            <a:r>
              <a:rPr kumimoji="1" lang="en-US" altLang="zh-CN" sz="2000">
                <a:latin typeface="Times New Roman" panose="02020603050405020304" pitchFamily="18" charset="0"/>
                <a:cs typeface="Times New Roman" panose="02020603050405020304" pitchFamily="18" charset="0"/>
              </a:rPr>
              <a:t>10</a:t>
            </a:r>
            <a:r>
              <a:rPr kumimoji="1" lang="zh-CN" altLang="en-US" sz="2000">
                <a:latin typeface="Times New Roman" panose="02020603050405020304" pitchFamily="18" charset="0"/>
                <a:cs typeface="Times New Roman" panose="02020603050405020304" pitchFamily="18" charset="0"/>
              </a:rPr>
              <a:t>个队列中的记录链成一个链表；</a:t>
            </a:r>
            <a:endParaRPr kumimoji="1" lang="zh-CN" altLang="en-US" sz="2000">
              <a:latin typeface="Times New Roman" panose="02020603050405020304" pitchFamily="18" charset="0"/>
              <a:cs typeface="Times New Roman" panose="02020603050405020304" pitchFamily="18" charset="0"/>
            </a:endParaRPr>
          </a:p>
          <a:p>
            <a:pPr marL="457200" indent="-457200">
              <a:lnSpc>
                <a:spcPct val="150000"/>
              </a:lnSpc>
              <a:buClr>
                <a:srgbClr val="00B0F0"/>
              </a:buClr>
              <a:buFont typeface="+mj-ea"/>
              <a:buAutoNum type="circleNumDbPlain" startAt="2"/>
            </a:pPr>
            <a:r>
              <a:rPr kumimoji="1" lang="zh-CN" altLang="en-US" sz="2000">
                <a:latin typeface="Times New Roman" panose="02020603050405020304" pitchFamily="18" charset="0"/>
                <a:cs typeface="Times New Roman" panose="02020603050405020304" pitchFamily="18" charset="0"/>
              </a:rPr>
              <a:t>第二趟分配和收集是针对十位数位进行的，过程和个位数位相同。</a:t>
            </a:r>
            <a:endParaRPr kumimoji="1" lang="zh-CN" altLang="en-US" sz="2000">
              <a:latin typeface="Times New Roman" panose="02020603050405020304" pitchFamily="18" charset="0"/>
              <a:cs typeface="Times New Roman" panose="02020603050405020304" pitchFamily="18" charset="0"/>
            </a:endParaRPr>
          </a:p>
          <a:p>
            <a:pPr marL="457200" indent="-457200">
              <a:lnSpc>
                <a:spcPct val="150000"/>
              </a:lnSpc>
              <a:buClr>
                <a:srgbClr val="00B0F0"/>
              </a:buClr>
              <a:buFont typeface="+mj-ea"/>
              <a:buAutoNum type="circleNumDbPlain" startAt="2"/>
            </a:pPr>
            <a:r>
              <a:rPr kumimoji="1" lang="zh-CN" altLang="en-US" sz="2000">
                <a:latin typeface="Times New Roman" panose="02020603050405020304" pitchFamily="18" charset="0"/>
                <a:cs typeface="Times New Roman" panose="02020603050405020304" pitchFamily="18" charset="0"/>
              </a:rPr>
              <a:t>其他位数一样。</a:t>
            </a:r>
            <a:endParaRPr kumimoji="1" lang="zh-CN" altLang="en-US" sz="200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8069">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8069">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8069">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8069">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806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kumimoji="1" lang="zh-CN" altLang="en-US">
                <a:latin typeface="Times New Roman" panose="02020603050405020304" pitchFamily="18" charset="0"/>
                <a:cs typeface="Times New Roman" panose="02020603050405020304" pitchFamily="18" charset="0"/>
                <a:sym typeface="+mn-ea"/>
              </a:rPr>
              <a:t>链式基数排序</a:t>
            </a:r>
            <a:endParaRPr lang="zh-CN" altLang="en-US"/>
          </a:p>
        </p:txBody>
      </p:sp>
      <p:sp>
        <p:nvSpPr>
          <p:cNvPr id="219203" name="Text Box 67"/>
          <p:cNvSpPr txBox="1">
            <a:spLocks noChangeArrowheads="1"/>
          </p:cNvSpPr>
          <p:nvPr/>
        </p:nvSpPr>
        <p:spPr bwMode="auto">
          <a:xfrm>
            <a:off x="486728" y="994410"/>
            <a:ext cx="5327333" cy="4140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scene3d>
              <a:camera prst="orthographicFront"/>
              <a:lightRig rig="threePt" dir="t"/>
            </a:scene3d>
          </a:bodyPr>
          <a:lstStyle/>
          <a:p>
            <a:r>
              <a:rPr kumimoji="1" lang="zh-CN" altLang="en-US" sz="2100" b="1">
                <a:solidFill>
                  <a:schemeClr val="accent1"/>
                </a:solidFill>
                <a:effectLst>
                  <a:outerShdw blurRad="38100" dist="25400" dir="5400000" algn="ctr" rotWithShape="0">
                    <a:srgbClr val="6E747A">
                      <a:alpha val="43000"/>
                    </a:srgbClr>
                  </a:outerShdw>
                </a:effectLst>
                <a:latin typeface="幼圆" panose="02010509060101010101" pitchFamily="49" charset="-122"/>
                <a:ea typeface="幼圆" panose="02010509060101010101" pitchFamily="49" charset="-122"/>
                <a:cs typeface="幼圆" panose="02010509060101010101" pitchFamily="49" charset="-122"/>
              </a:rPr>
              <a:t>基数排序的“分配”与“收集”过程</a:t>
            </a:r>
            <a:endParaRPr kumimoji="1" lang="zh-CN" altLang="en-US" sz="2100" b="1">
              <a:solidFill>
                <a:schemeClr val="accent1"/>
              </a:solidFill>
              <a:effectLst>
                <a:outerShdw blurRad="38100" dist="25400" dir="5400000" algn="ctr" rotWithShape="0">
                  <a:srgbClr val="6E747A">
                    <a:alpha val="43000"/>
                  </a:srgbClr>
                </a:outerShdw>
              </a:effectLst>
              <a:latin typeface="幼圆" panose="02010509060101010101" pitchFamily="49" charset="-122"/>
              <a:ea typeface="幼圆" panose="02010509060101010101" pitchFamily="49" charset="-122"/>
              <a:cs typeface="幼圆" panose="02010509060101010101" pitchFamily="49" charset="-122"/>
            </a:endParaRPr>
          </a:p>
        </p:txBody>
      </p:sp>
      <p:sp>
        <p:nvSpPr>
          <p:cNvPr id="219204" name="Rectangle 68" descr="白色大理石"/>
          <p:cNvSpPr>
            <a:spLocks noChangeArrowheads="1"/>
          </p:cNvSpPr>
          <p:nvPr/>
        </p:nvSpPr>
        <p:spPr bwMode="auto">
          <a:xfrm>
            <a:off x="1257300" y="1600200"/>
            <a:ext cx="457200" cy="342900"/>
          </a:xfrm>
          <a:prstGeom prst="rect">
            <a:avLst/>
          </a:prstGeom>
          <a:blipFill dpi="0" rotWithShape="0">
            <a:blip r:embed="rId1"/>
            <a:srcRect/>
            <a:tile tx="0" ty="0" sx="100000" sy="100000" flip="none" algn="tl"/>
          </a:blipFill>
          <a:ln w="38100">
            <a:solidFill>
              <a:schemeClr val="tx2"/>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61</a:t>
            </a:r>
            <a:r>
              <a:rPr kumimoji="1" lang="en-US" altLang="zh-CN" sz="2100" b="1">
                <a:solidFill>
                  <a:srgbClr val="FF3300"/>
                </a:solidFill>
                <a:latin typeface="Times New Roman" panose="02020603050405020304" pitchFamily="18" charset="0"/>
                <a:ea typeface="宋体" panose="02010600030101010101" pitchFamily="2" charset="-122"/>
              </a:rPr>
              <a:t>4</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19205" name="Line 69"/>
          <p:cNvSpPr>
            <a:spLocks noChangeShapeType="1"/>
          </p:cNvSpPr>
          <p:nvPr/>
        </p:nvSpPr>
        <p:spPr bwMode="auto">
          <a:xfrm>
            <a:off x="1714500" y="177165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9206" name="Line 70"/>
          <p:cNvSpPr>
            <a:spLocks noChangeShapeType="1"/>
          </p:cNvSpPr>
          <p:nvPr/>
        </p:nvSpPr>
        <p:spPr bwMode="auto">
          <a:xfrm>
            <a:off x="2400300" y="177165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9207" name="Rectangle 71" descr="白色大理石"/>
          <p:cNvSpPr>
            <a:spLocks noChangeArrowheads="1"/>
          </p:cNvSpPr>
          <p:nvPr/>
        </p:nvSpPr>
        <p:spPr bwMode="auto">
          <a:xfrm>
            <a:off x="2628900" y="1600200"/>
            <a:ext cx="457200" cy="342900"/>
          </a:xfrm>
          <a:prstGeom prst="rect">
            <a:avLst/>
          </a:prstGeom>
          <a:blipFill dpi="0" rotWithShape="0">
            <a:blip r:embed="rId1"/>
            <a:srcRect/>
            <a:tile tx="0" ty="0" sx="100000" sy="100000" flip="none" algn="tl"/>
          </a:blipFill>
          <a:ln w="28575">
            <a:solidFill>
              <a:schemeClr val="tx2"/>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92</a:t>
            </a:r>
            <a:r>
              <a:rPr kumimoji="1" lang="en-US" altLang="zh-CN" sz="2100" b="1">
                <a:solidFill>
                  <a:srgbClr val="FF3300"/>
                </a:solidFill>
                <a:latin typeface="Times New Roman" panose="02020603050405020304" pitchFamily="18" charset="0"/>
                <a:ea typeface="宋体" panose="02010600030101010101" pitchFamily="2" charset="-122"/>
              </a:rPr>
              <a:t>1</a:t>
            </a:r>
            <a:endParaRPr kumimoji="1" lang="en-US" altLang="zh-CN" sz="2100" b="1">
              <a:solidFill>
                <a:srgbClr val="FF3300"/>
              </a:solidFill>
              <a:latin typeface="Times New Roman" panose="02020603050405020304" pitchFamily="18" charset="0"/>
              <a:ea typeface="宋体" panose="02010600030101010101" pitchFamily="2" charset="-122"/>
            </a:endParaRPr>
          </a:p>
        </p:txBody>
      </p:sp>
      <p:sp>
        <p:nvSpPr>
          <p:cNvPr id="219208" name="Line 72"/>
          <p:cNvSpPr>
            <a:spLocks noChangeShapeType="1"/>
          </p:cNvSpPr>
          <p:nvPr/>
        </p:nvSpPr>
        <p:spPr bwMode="auto">
          <a:xfrm>
            <a:off x="3086100" y="177165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9209" name="Rectangle 73" descr="白色大理石"/>
          <p:cNvSpPr>
            <a:spLocks noChangeArrowheads="1"/>
          </p:cNvSpPr>
          <p:nvPr/>
        </p:nvSpPr>
        <p:spPr bwMode="auto">
          <a:xfrm>
            <a:off x="3314700" y="1600200"/>
            <a:ext cx="457200" cy="342900"/>
          </a:xfrm>
          <a:prstGeom prst="rect">
            <a:avLst/>
          </a:prstGeom>
          <a:blipFill dpi="0" rotWithShape="0">
            <a:blip r:embed="rId1"/>
            <a:srcRect/>
            <a:tile tx="0" ty="0" sx="100000" sy="100000" flip="none" algn="tl"/>
          </a:blipFill>
          <a:ln w="28575">
            <a:solidFill>
              <a:schemeClr val="tx2"/>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48</a:t>
            </a:r>
            <a:r>
              <a:rPr kumimoji="1" lang="en-US" altLang="zh-CN" sz="2100" b="1">
                <a:solidFill>
                  <a:srgbClr val="FF3300"/>
                </a:solidFill>
                <a:latin typeface="Times New Roman" panose="02020603050405020304" pitchFamily="18" charset="0"/>
                <a:ea typeface="宋体" panose="02010600030101010101" pitchFamily="2" charset="-122"/>
              </a:rPr>
              <a:t>5</a:t>
            </a:r>
            <a:endParaRPr kumimoji="1" lang="en-US" altLang="zh-CN" sz="2100" b="1">
              <a:solidFill>
                <a:srgbClr val="FF3300"/>
              </a:solidFill>
              <a:latin typeface="Times New Roman" panose="02020603050405020304" pitchFamily="18" charset="0"/>
              <a:ea typeface="宋体" panose="02010600030101010101" pitchFamily="2" charset="-122"/>
            </a:endParaRPr>
          </a:p>
        </p:txBody>
      </p:sp>
      <p:sp>
        <p:nvSpPr>
          <p:cNvPr id="219210" name="Line 74"/>
          <p:cNvSpPr>
            <a:spLocks noChangeShapeType="1"/>
          </p:cNvSpPr>
          <p:nvPr/>
        </p:nvSpPr>
        <p:spPr bwMode="auto">
          <a:xfrm>
            <a:off x="3771900" y="177165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9211" name="Rectangle 75" descr="白色大理石"/>
          <p:cNvSpPr>
            <a:spLocks noChangeArrowheads="1"/>
          </p:cNvSpPr>
          <p:nvPr/>
        </p:nvSpPr>
        <p:spPr bwMode="auto">
          <a:xfrm>
            <a:off x="4000500" y="1600200"/>
            <a:ext cx="457200" cy="342900"/>
          </a:xfrm>
          <a:prstGeom prst="rect">
            <a:avLst/>
          </a:prstGeom>
          <a:blipFill dpi="0" rotWithShape="0">
            <a:blip r:embed="rId1"/>
            <a:srcRect/>
            <a:tile tx="0" ty="0" sx="100000" sy="100000" flip="none" algn="tl"/>
          </a:blipFill>
          <a:ln w="28575">
            <a:solidFill>
              <a:schemeClr val="tx2"/>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63</a:t>
            </a:r>
            <a:r>
              <a:rPr kumimoji="1" lang="en-US" altLang="zh-CN" sz="2100" b="1">
                <a:solidFill>
                  <a:srgbClr val="FF3300"/>
                </a:solidFill>
                <a:latin typeface="Times New Roman" panose="02020603050405020304" pitchFamily="18" charset="0"/>
                <a:ea typeface="宋体" panose="02010600030101010101" pitchFamily="2" charset="-122"/>
              </a:rPr>
              <a:t>7</a:t>
            </a:r>
            <a:endParaRPr kumimoji="1" lang="en-US" altLang="zh-CN" sz="2100" b="1">
              <a:solidFill>
                <a:srgbClr val="FF3300"/>
              </a:solidFill>
              <a:latin typeface="Times New Roman" panose="02020603050405020304" pitchFamily="18" charset="0"/>
              <a:ea typeface="宋体" panose="02010600030101010101" pitchFamily="2" charset="-122"/>
            </a:endParaRPr>
          </a:p>
        </p:txBody>
      </p:sp>
      <p:sp>
        <p:nvSpPr>
          <p:cNvPr id="219212" name="Rectangle 76" descr="白色大理石"/>
          <p:cNvSpPr>
            <a:spLocks noChangeArrowheads="1"/>
          </p:cNvSpPr>
          <p:nvPr/>
        </p:nvSpPr>
        <p:spPr bwMode="auto">
          <a:xfrm>
            <a:off x="1943100" y="1600200"/>
            <a:ext cx="457200" cy="342900"/>
          </a:xfrm>
          <a:prstGeom prst="rect">
            <a:avLst/>
          </a:prstGeom>
          <a:blipFill dpi="0" rotWithShape="0">
            <a:blip r:embed="rId1"/>
            <a:srcRect/>
            <a:tile tx="0" ty="0" sx="100000" sy="100000" flip="none" algn="tl"/>
          </a:blipFill>
          <a:ln w="28575">
            <a:solidFill>
              <a:schemeClr val="tx2"/>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73</a:t>
            </a:r>
            <a:r>
              <a:rPr kumimoji="1" lang="en-US" altLang="zh-CN" sz="2100" b="1">
                <a:solidFill>
                  <a:srgbClr val="FF3300"/>
                </a:solidFill>
                <a:latin typeface="Times New Roman" panose="02020603050405020304" pitchFamily="18" charset="0"/>
                <a:ea typeface="宋体" panose="02010600030101010101" pitchFamily="2" charset="-122"/>
              </a:rPr>
              <a:t>8</a:t>
            </a:r>
            <a:endParaRPr kumimoji="1" lang="en-US" altLang="zh-CN" sz="2100" b="1">
              <a:solidFill>
                <a:srgbClr val="FF3300"/>
              </a:solidFill>
              <a:latin typeface="Times New Roman" panose="02020603050405020304" pitchFamily="18" charset="0"/>
              <a:ea typeface="宋体" panose="02010600030101010101" pitchFamily="2" charset="-122"/>
            </a:endParaRPr>
          </a:p>
        </p:txBody>
      </p:sp>
      <p:sp>
        <p:nvSpPr>
          <p:cNvPr id="219213" name="Line 77"/>
          <p:cNvSpPr>
            <a:spLocks noChangeShapeType="1"/>
          </p:cNvSpPr>
          <p:nvPr/>
        </p:nvSpPr>
        <p:spPr bwMode="auto">
          <a:xfrm>
            <a:off x="4457700" y="177165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9214" name="Rectangle 78" descr="白色大理石"/>
          <p:cNvSpPr>
            <a:spLocks noChangeArrowheads="1"/>
          </p:cNvSpPr>
          <p:nvPr/>
        </p:nvSpPr>
        <p:spPr bwMode="auto">
          <a:xfrm>
            <a:off x="4686300" y="1600200"/>
            <a:ext cx="457200" cy="342900"/>
          </a:xfrm>
          <a:prstGeom prst="rect">
            <a:avLst/>
          </a:prstGeom>
          <a:blipFill dpi="0" rotWithShape="0">
            <a:blip r:embed="rId1"/>
            <a:srcRect/>
            <a:tile tx="0" ty="0" sx="100000" sy="100000" flip="none" algn="tl"/>
          </a:blipFill>
          <a:ln w="28575">
            <a:solidFill>
              <a:schemeClr val="tx2"/>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10</a:t>
            </a:r>
            <a:r>
              <a:rPr kumimoji="1" lang="en-US" altLang="zh-CN" sz="2100" b="1">
                <a:solidFill>
                  <a:srgbClr val="FF3300"/>
                </a:solidFill>
                <a:latin typeface="Times New Roman" panose="02020603050405020304" pitchFamily="18" charset="0"/>
                <a:ea typeface="宋体" panose="02010600030101010101" pitchFamily="2" charset="-122"/>
              </a:rPr>
              <a:t>1</a:t>
            </a:r>
            <a:endParaRPr kumimoji="1" lang="en-US" altLang="zh-CN" sz="2100" b="1">
              <a:solidFill>
                <a:srgbClr val="FF3300"/>
              </a:solidFill>
              <a:latin typeface="Times New Roman" panose="02020603050405020304" pitchFamily="18" charset="0"/>
              <a:ea typeface="宋体" panose="02010600030101010101" pitchFamily="2" charset="-122"/>
            </a:endParaRPr>
          </a:p>
        </p:txBody>
      </p:sp>
      <p:sp>
        <p:nvSpPr>
          <p:cNvPr id="219215" name="Line 79"/>
          <p:cNvSpPr>
            <a:spLocks noChangeShapeType="1"/>
          </p:cNvSpPr>
          <p:nvPr/>
        </p:nvSpPr>
        <p:spPr bwMode="auto">
          <a:xfrm>
            <a:off x="5143500" y="177165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9216" name="Rectangle 80" descr="白色大理石"/>
          <p:cNvSpPr>
            <a:spLocks noChangeArrowheads="1"/>
          </p:cNvSpPr>
          <p:nvPr/>
        </p:nvSpPr>
        <p:spPr bwMode="auto">
          <a:xfrm>
            <a:off x="5372100" y="1600200"/>
            <a:ext cx="457200" cy="342900"/>
          </a:xfrm>
          <a:prstGeom prst="rect">
            <a:avLst/>
          </a:prstGeom>
          <a:blipFill dpi="0" rotWithShape="0">
            <a:blip r:embed="rId1"/>
            <a:srcRect/>
            <a:tile tx="0" ty="0" sx="100000" sy="100000" flip="none" algn="tl"/>
          </a:blipFill>
          <a:ln w="28575">
            <a:solidFill>
              <a:schemeClr val="tx2"/>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21</a:t>
            </a:r>
            <a:r>
              <a:rPr kumimoji="1" lang="en-US" altLang="zh-CN" sz="2100" b="1">
                <a:solidFill>
                  <a:srgbClr val="FF3300"/>
                </a:solidFill>
                <a:latin typeface="Times New Roman" panose="02020603050405020304" pitchFamily="18" charset="0"/>
                <a:ea typeface="宋体" panose="02010600030101010101" pitchFamily="2" charset="-122"/>
              </a:rPr>
              <a:t>5</a:t>
            </a:r>
            <a:endParaRPr kumimoji="1" lang="en-US" altLang="zh-CN" sz="2100" b="1">
              <a:solidFill>
                <a:srgbClr val="FF3300"/>
              </a:solidFill>
              <a:latin typeface="Times New Roman" panose="02020603050405020304" pitchFamily="18" charset="0"/>
              <a:ea typeface="宋体" panose="02010600030101010101" pitchFamily="2" charset="-122"/>
            </a:endParaRPr>
          </a:p>
        </p:txBody>
      </p:sp>
      <p:sp>
        <p:nvSpPr>
          <p:cNvPr id="219217" name="Line 81"/>
          <p:cNvSpPr>
            <a:spLocks noChangeShapeType="1"/>
          </p:cNvSpPr>
          <p:nvPr/>
        </p:nvSpPr>
        <p:spPr bwMode="auto">
          <a:xfrm>
            <a:off x="5829300" y="177165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9218" name="Rectangle 82" descr="白色大理石"/>
          <p:cNvSpPr>
            <a:spLocks noChangeArrowheads="1"/>
          </p:cNvSpPr>
          <p:nvPr/>
        </p:nvSpPr>
        <p:spPr bwMode="auto">
          <a:xfrm>
            <a:off x="6057900" y="1600200"/>
            <a:ext cx="457200" cy="342900"/>
          </a:xfrm>
          <a:prstGeom prst="rect">
            <a:avLst/>
          </a:prstGeom>
          <a:blipFill dpi="0" rotWithShape="0">
            <a:blip r:embed="rId1"/>
            <a:srcRect/>
            <a:tile tx="0" ty="0" sx="100000" sy="100000" flip="none" algn="tl"/>
          </a:blipFill>
          <a:ln w="28575">
            <a:solidFill>
              <a:schemeClr val="tx2"/>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53</a:t>
            </a:r>
            <a:r>
              <a:rPr kumimoji="1" lang="en-US" altLang="zh-CN" sz="2100" b="1">
                <a:solidFill>
                  <a:srgbClr val="FF3300"/>
                </a:solidFill>
                <a:latin typeface="Times New Roman" panose="02020603050405020304" pitchFamily="18" charset="0"/>
                <a:ea typeface="宋体" panose="02010600030101010101" pitchFamily="2" charset="-122"/>
              </a:rPr>
              <a:t>0</a:t>
            </a:r>
            <a:endParaRPr kumimoji="1" lang="en-US" altLang="zh-CN" sz="2100" b="1">
              <a:solidFill>
                <a:srgbClr val="FF3300"/>
              </a:solidFill>
              <a:latin typeface="Times New Roman" panose="02020603050405020304" pitchFamily="18" charset="0"/>
              <a:ea typeface="宋体" panose="02010600030101010101" pitchFamily="2" charset="-122"/>
            </a:endParaRPr>
          </a:p>
        </p:txBody>
      </p:sp>
      <p:sp>
        <p:nvSpPr>
          <p:cNvPr id="219219" name="Line 83"/>
          <p:cNvSpPr>
            <a:spLocks noChangeShapeType="1"/>
          </p:cNvSpPr>
          <p:nvPr/>
        </p:nvSpPr>
        <p:spPr bwMode="auto">
          <a:xfrm>
            <a:off x="6515100" y="177165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9220" name="Rectangle 84" descr="白色大理石"/>
          <p:cNvSpPr>
            <a:spLocks noChangeArrowheads="1"/>
          </p:cNvSpPr>
          <p:nvPr/>
        </p:nvSpPr>
        <p:spPr bwMode="auto">
          <a:xfrm>
            <a:off x="6743700" y="1600200"/>
            <a:ext cx="457200" cy="342900"/>
          </a:xfrm>
          <a:prstGeom prst="rect">
            <a:avLst/>
          </a:prstGeom>
          <a:blipFill dpi="0" rotWithShape="0">
            <a:blip r:embed="rId1"/>
            <a:srcRect/>
            <a:tile tx="0" ty="0" sx="100000" sy="100000" flip="none" algn="tl"/>
          </a:blipFill>
          <a:ln w="28575">
            <a:solidFill>
              <a:schemeClr val="tx2"/>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79</a:t>
            </a:r>
            <a:r>
              <a:rPr kumimoji="1" lang="en-US" altLang="zh-CN" sz="2100" b="1">
                <a:solidFill>
                  <a:srgbClr val="FF3300"/>
                </a:solidFill>
                <a:latin typeface="Times New Roman" panose="02020603050405020304" pitchFamily="18" charset="0"/>
                <a:ea typeface="宋体" panose="02010600030101010101" pitchFamily="2" charset="-122"/>
              </a:rPr>
              <a:t>0</a:t>
            </a:r>
            <a:endParaRPr kumimoji="1" lang="en-US" altLang="zh-CN" sz="2100" b="1">
              <a:solidFill>
                <a:srgbClr val="FF3300"/>
              </a:solidFill>
              <a:latin typeface="Times New Roman" panose="02020603050405020304" pitchFamily="18" charset="0"/>
              <a:ea typeface="宋体" panose="02010600030101010101" pitchFamily="2" charset="-122"/>
            </a:endParaRPr>
          </a:p>
        </p:txBody>
      </p:sp>
      <p:sp>
        <p:nvSpPr>
          <p:cNvPr id="219221" name="Line 85"/>
          <p:cNvSpPr>
            <a:spLocks noChangeShapeType="1"/>
          </p:cNvSpPr>
          <p:nvPr/>
        </p:nvSpPr>
        <p:spPr bwMode="auto">
          <a:xfrm>
            <a:off x="7200900" y="177165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9222" name="Rectangle 86" descr="白色大理石"/>
          <p:cNvSpPr>
            <a:spLocks noChangeArrowheads="1"/>
          </p:cNvSpPr>
          <p:nvPr/>
        </p:nvSpPr>
        <p:spPr bwMode="auto">
          <a:xfrm>
            <a:off x="7429500" y="1600200"/>
            <a:ext cx="457200" cy="342900"/>
          </a:xfrm>
          <a:prstGeom prst="rect">
            <a:avLst/>
          </a:prstGeom>
          <a:blipFill dpi="0" rotWithShape="0">
            <a:blip r:embed="rId1"/>
            <a:srcRect/>
            <a:tile tx="0" ty="0" sx="100000" sy="100000" flip="none" algn="tl"/>
          </a:blipFill>
          <a:ln w="28575">
            <a:solidFill>
              <a:schemeClr val="tx2"/>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30</a:t>
            </a:r>
            <a:r>
              <a:rPr kumimoji="1" lang="en-US" altLang="zh-CN" sz="2100" b="1">
                <a:solidFill>
                  <a:srgbClr val="FF3300"/>
                </a:solidFill>
                <a:latin typeface="Times New Roman" panose="02020603050405020304" pitchFamily="18" charset="0"/>
                <a:ea typeface="宋体" panose="02010600030101010101" pitchFamily="2" charset="-122"/>
              </a:rPr>
              <a:t>6</a:t>
            </a:r>
            <a:endParaRPr kumimoji="1" lang="en-US" altLang="zh-CN" sz="2100" b="1">
              <a:solidFill>
                <a:srgbClr val="FF3300"/>
              </a:solidFill>
              <a:latin typeface="Times New Roman" panose="02020603050405020304" pitchFamily="18" charset="0"/>
              <a:ea typeface="宋体" panose="02010600030101010101" pitchFamily="2" charset="-122"/>
            </a:endParaRPr>
          </a:p>
        </p:txBody>
      </p:sp>
      <p:sp>
        <p:nvSpPr>
          <p:cNvPr id="219223" name="Text Box 87"/>
          <p:cNvSpPr txBox="1">
            <a:spLocks noChangeArrowheads="1"/>
          </p:cNvSpPr>
          <p:nvPr/>
        </p:nvSpPr>
        <p:spPr bwMode="auto">
          <a:xfrm>
            <a:off x="1200150" y="2182416"/>
            <a:ext cx="4074319" cy="414020"/>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CC"/>
                </a:solidFill>
                <a:miter lim="800000"/>
                <a:headEnd/>
                <a:tailEnd/>
              </a14:hiddenLine>
            </a:ext>
          </a:extLst>
        </p:spPr>
        <p:txBody>
          <a:bodyPr>
            <a:spAutoFit/>
          </a:bodyPr>
          <a:lstStyle/>
          <a:p>
            <a:r>
              <a:rPr kumimoji="1" lang="zh-CN" altLang="en-US" sz="2100" b="1">
                <a:solidFill>
                  <a:schemeClr val="accent1"/>
                </a:solidFill>
                <a:effectLst>
                  <a:outerShdw blurRad="38100" dist="25400" dir="5400000" algn="ctr" rotWithShape="0">
                    <a:srgbClr val="6E747A">
                      <a:alpha val="43000"/>
                    </a:srgbClr>
                  </a:outerShdw>
                </a:effectLst>
                <a:latin typeface="幼圆" panose="02010509060101010101" pitchFamily="49" charset="-122"/>
                <a:ea typeface="幼圆" panose="02010509060101010101" pitchFamily="49" charset="-122"/>
                <a:cs typeface="幼圆" panose="02010509060101010101" pitchFamily="49" charset="-122"/>
              </a:rPr>
              <a:t>第一趟分配（按最低位 </a:t>
            </a:r>
            <a:r>
              <a:rPr kumimoji="1" lang="en-US" altLang="zh-CN" sz="2100" b="1" i="1">
                <a:solidFill>
                  <a:schemeClr val="accent1"/>
                </a:solidFill>
                <a:effectLst>
                  <a:outerShdw blurRad="38100" dist="25400" dir="5400000" algn="ctr" rotWithShape="0">
                    <a:srgbClr val="6E747A">
                      <a:alpha val="43000"/>
                    </a:srgbClr>
                  </a:outerShdw>
                </a:effectLst>
                <a:latin typeface="幼圆" panose="02010509060101010101" pitchFamily="49" charset="-122"/>
                <a:ea typeface="幼圆" panose="02010509060101010101" pitchFamily="49" charset="-122"/>
                <a:cs typeface="幼圆" panose="02010509060101010101" pitchFamily="49" charset="-122"/>
              </a:rPr>
              <a:t>i</a:t>
            </a:r>
            <a:r>
              <a:rPr kumimoji="1" lang="en-US" altLang="zh-CN" sz="2100" b="1">
                <a:solidFill>
                  <a:schemeClr val="accent1"/>
                </a:solidFill>
                <a:effectLst>
                  <a:outerShdw blurRad="38100" dist="25400" dir="5400000" algn="ctr" rotWithShape="0">
                    <a:srgbClr val="6E747A">
                      <a:alpha val="43000"/>
                    </a:srgbClr>
                  </a:outerShdw>
                </a:effectLst>
                <a:latin typeface="幼圆" panose="02010509060101010101" pitchFamily="49" charset="-122"/>
                <a:ea typeface="幼圆" panose="02010509060101010101" pitchFamily="49" charset="-122"/>
                <a:cs typeface="幼圆" panose="02010509060101010101" pitchFamily="49" charset="-122"/>
              </a:rPr>
              <a:t> = 3 </a:t>
            </a:r>
            <a:r>
              <a:rPr kumimoji="1" lang="zh-CN" altLang="en-US" sz="2100" b="1">
                <a:solidFill>
                  <a:schemeClr val="accent1"/>
                </a:solidFill>
                <a:effectLst>
                  <a:outerShdw blurRad="38100" dist="25400" dir="5400000" algn="ctr" rotWithShape="0">
                    <a:srgbClr val="6E747A">
                      <a:alpha val="43000"/>
                    </a:srgbClr>
                  </a:outerShdw>
                </a:effectLst>
                <a:latin typeface="幼圆" panose="02010509060101010101" pitchFamily="49" charset="-122"/>
                <a:ea typeface="幼圆" panose="02010509060101010101" pitchFamily="49" charset="-122"/>
                <a:cs typeface="幼圆" panose="02010509060101010101" pitchFamily="49" charset="-122"/>
              </a:rPr>
              <a:t>）</a:t>
            </a:r>
            <a:endParaRPr kumimoji="1" lang="zh-CN" altLang="en-US" sz="2100" b="1">
              <a:solidFill>
                <a:schemeClr val="accent1"/>
              </a:solidFill>
              <a:effectLst>
                <a:outerShdw blurRad="38100" dist="25400" dir="5400000" algn="ctr" rotWithShape="0">
                  <a:srgbClr val="6E747A">
                    <a:alpha val="43000"/>
                  </a:srgbClr>
                </a:outerShdw>
              </a:effectLst>
              <a:latin typeface="幼圆" panose="02010509060101010101" pitchFamily="49" charset="-122"/>
              <a:ea typeface="幼圆" panose="02010509060101010101" pitchFamily="49" charset="-122"/>
              <a:cs typeface="幼圆" panose="02010509060101010101" pitchFamily="49" charset="-122"/>
            </a:endParaRPr>
          </a:p>
        </p:txBody>
      </p:sp>
      <p:sp>
        <p:nvSpPr>
          <p:cNvPr id="219224" name="Text Box 88"/>
          <p:cNvSpPr txBox="1">
            <a:spLocks noChangeArrowheads="1"/>
          </p:cNvSpPr>
          <p:nvPr/>
        </p:nvSpPr>
        <p:spPr bwMode="auto">
          <a:xfrm>
            <a:off x="1271588" y="2564606"/>
            <a:ext cx="6710680" cy="414020"/>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CC"/>
                </a:solidFill>
                <a:miter lim="800000"/>
                <a:headEnd/>
                <a:tailEnd/>
              </a14:hiddenLine>
            </a:ext>
          </a:extLst>
        </p:spPr>
        <p:txBody>
          <a:bodyPr wrap="none">
            <a:spAutoFit/>
          </a:bodyPr>
          <a:lstStyle/>
          <a:p>
            <a:r>
              <a:rPr kumimoji="1" lang="en-US" altLang="zh-CN" sz="2100" b="1" i="1">
                <a:solidFill>
                  <a:srgbClr val="FF3300"/>
                </a:solidFill>
                <a:latin typeface="Times New Roman" panose="02020603050405020304" pitchFamily="18" charset="0"/>
                <a:ea typeface="仿宋_GB2312" panose="02010609030101010101" pitchFamily="49" charset="-122"/>
              </a:rPr>
              <a:t>re</a:t>
            </a:r>
            <a:r>
              <a:rPr kumimoji="1" lang="en-US" altLang="zh-CN" sz="2100" b="1">
                <a:solidFill>
                  <a:srgbClr val="FF3300"/>
                </a:solidFill>
                <a:latin typeface="Times New Roman" panose="02020603050405020304" pitchFamily="18" charset="0"/>
                <a:ea typeface="仿宋_GB2312" panose="02010609030101010101" pitchFamily="49" charset="-122"/>
              </a:rPr>
              <a:t>[0]  </a:t>
            </a:r>
            <a:r>
              <a:rPr kumimoji="1" lang="en-US" altLang="zh-CN" sz="2100" b="1" i="1">
                <a:solidFill>
                  <a:srgbClr val="FF3300"/>
                </a:solidFill>
                <a:latin typeface="Times New Roman" panose="02020603050405020304" pitchFamily="18" charset="0"/>
                <a:ea typeface="仿宋_GB2312" panose="02010609030101010101" pitchFamily="49" charset="-122"/>
              </a:rPr>
              <a:t>re</a:t>
            </a:r>
            <a:r>
              <a:rPr kumimoji="1" lang="en-US" altLang="zh-CN" sz="2100" b="1">
                <a:solidFill>
                  <a:srgbClr val="FF3300"/>
                </a:solidFill>
                <a:latin typeface="Times New Roman" panose="02020603050405020304" pitchFamily="18" charset="0"/>
                <a:ea typeface="仿宋_GB2312" panose="02010609030101010101" pitchFamily="49" charset="-122"/>
              </a:rPr>
              <a:t>[1]  </a:t>
            </a:r>
            <a:r>
              <a:rPr kumimoji="1" lang="en-US" altLang="zh-CN" sz="2100" b="1" i="1">
                <a:solidFill>
                  <a:srgbClr val="FF3300"/>
                </a:solidFill>
                <a:latin typeface="Times New Roman" panose="02020603050405020304" pitchFamily="18" charset="0"/>
                <a:ea typeface="仿宋_GB2312" panose="02010609030101010101" pitchFamily="49" charset="-122"/>
              </a:rPr>
              <a:t>re</a:t>
            </a:r>
            <a:r>
              <a:rPr kumimoji="1" lang="en-US" altLang="zh-CN" sz="2100" b="1">
                <a:solidFill>
                  <a:srgbClr val="FF3300"/>
                </a:solidFill>
                <a:latin typeface="Times New Roman" panose="02020603050405020304" pitchFamily="18" charset="0"/>
                <a:ea typeface="仿宋_GB2312" panose="02010609030101010101" pitchFamily="49" charset="-122"/>
              </a:rPr>
              <a:t>[2]  </a:t>
            </a:r>
            <a:r>
              <a:rPr kumimoji="1" lang="en-US" altLang="zh-CN" sz="2100" b="1" i="1">
                <a:solidFill>
                  <a:srgbClr val="FF3300"/>
                </a:solidFill>
                <a:latin typeface="Times New Roman" panose="02020603050405020304" pitchFamily="18" charset="0"/>
                <a:ea typeface="仿宋_GB2312" panose="02010609030101010101" pitchFamily="49" charset="-122"/>
              </a:rPr>
              <a:t>re</a:t>
            </a:r>
            <a:r>
              <a:rPr kumimoji="1" lang="en-US" altLang="zh-CN" sz="2100" b="1">
                <a:solidFill>
                  <a:srgbClr val="FF3300"/>
                </a:solidFill>
                <a:latin typeface="Times New Roman" panose="02020603050405020304" pitchFamily="18" charset="0"/>
                <a:ea typeface="仿宋_GB2312" panose="02010609030101010101" pitchFamily="49" charset="-122"/>
              </a:rPr>
              <a:t>[3]  </a:t>
            </a:r>
            <a:r>
              <a:rPr kumimoji="1" lang="en-US" altLang="zh-CN" sz="2100" b="1" i="1">
                <a:solidFill>
                  <a:srgbClr val="FF3300"/>
                </a:solidFill>
                <a:latin typeface="Times New Roman" panose="02020603050405020304" pitchFamily="18" charset="0"/>
                <a:ea typeface="仿宋_GB2312" panose="02010609030101010101" pitchFamily="49" charset="-122"/>
              </a:rPr>
              <a:t>re</a:t>
            </a:r>
            <a:r>
              <a:rPr kumimoji="1" lang="en-US" altLang="zh-CN" sz="2100" b="1">
                <a:solidFill>
                  <a:srgbClr val="FF3300"/>
                </a:solidFill>
                <a:latin typeface="Times New Roman" panose="02020603050405020304" pitchFamily="18" charset="0"/>
                <a:ea typeface="仿宋_GB2312" panose="02010609030101010101" pitchFamily="49" charset="-122"/>
              </a:rPr>
              <a:t>[4]  </a:t>
            </a:r>
            <a:r>
              <a:rPr kumimoji="1" lang="en-US" altLang="zh-CN" sz="2100" b="1" i="1">
                <a:solidFill>
                  <a:srgbClr val="FF3300"/>
                </a:solidFill>
                <a:latin typeface="Times New Roman" panose="02020603050405020304" pitchFamily="18" charset="0"/>
                <a:ea typeface="仿宋_GB2312" panose="02010609030101010101" pitchFamily="49" charset="-122"/>
              </a:rPr>
              <a:t>re</a:t>
            </a:r>
            <a:r>
              <a:rPr kumimoji="1" lang="en-US" altLang="zh-CN" sz="2100" b="1">
                <a:solidFill>
                  <a:srgbClr val="FF3300"/>
                </a:solidFill>
                <a:latin typeface="Times New Roman" panose="02020603050405020304" pitchFamily="18" charset="0"/>
                <a:ea typeface="仿宋_GB2312" panose="02010609030101010101" pitchFamily="49" charset="-122"/>
              </a:rPr>
              <a:t>[5]  </a:t>
            </a:r>
            <a:r>
              <a:rPr kumimoji="1" lang="en-US" altLang="zh-CN" sz="2100" b="1" i="1">
                <a:solidFill>
                  <a:srgbClr val="FF3300"/>
                </a:solidFill>
                <a:latin typeface="Times New Roman" panose="02020603050405020304" pitchFamily="18" charset="0"/>
                <a:ea typeface="仿宋_GB2312" panose="02010609030101010101" pitchFamily="49" charset="-122"/>
              </a:rPr>
              <a:t>re</a:t>
            </a:r>
            <a:r>
              <a:rPr kumimoji="1" lang="en-US" altLang="zh-CN" sz="2100" b="1">
                <a:solidFill>
                  <a:srgbClr val="FF3300"/>
                </a:solidFill>
                <a:latin typeface="Times New Roman" panose="02020603050405020304" pitchFamily="18" charset="0"/>
                <a:ea typeface="仿宋_GB2312" panose="02010609030101010101" pitchFamily="49" charset="-122"/>
              </a:rPr>
              <a:t>[6]  </a:t>
            </a:r>
            <a:r>
              <a:rPr kumimoji="1" lang="en-US" altLang="zh-CN" sz="2100" b="1" i="1">
                <a:solidFill>
                  <a:srgbClr val="FF3300"/>
                </a:solidFill>
                <a:latin typeface="Times New Roman" panose="02020603050405020304" pitchFamily="18" charset="0"/>
                <a:ea typeface="仿宋_GB2312" panose="02010609030101010101" pitchFamily="49" charset="-122"/>
              </a:rPr>
              <a:t>re</a:t>
            </a:r>
            <a:r>
              <a:rPr kumimoji="1" lang="en-US" altLang="zh-CN" sz="2100" b="1">
                <a:solidFill>
                  <a:srgbClr val="FF3300"/>
                </a:solidFill>
                <a:latin typeface="Times New Roman" panose="02020603050405020304" pitchFamily="18" charset="0"/>
                <a:ea typeface="仿宋_GB2312" panose="02010609030101010101" pitchFamily="49" charset="-122"/>
              </a:rPr>
              <a:t>[7]  </a:t>
            </a:r>
            <a:r>
              <a:rPr kumimoji="1" lang="en-US" altLang="zh-CN" sz="2100" b="1" i="1">
                <a:solidFill>
                  <a:srgbClr val="FF3300"/>
                </a:solidFill>
                <a:latin typeface="Times New Roman" panose="02020603050405020304" pitchFamily="18" charset="0"/>
                <a:ea typeface="仿宋_GB2312" panose="02010609030101010101" pitchFamily="49" charset="-122"/>
              </a:rPr>
              <a:t>re</a:t>
            </a:r>
            <a:r>
              <a:rPr kumimoji="1" lang="en-US" altLang="zh-CN" sz="2100" b="1">
                <a:solidFill>
                  <a:srgbClr val="FF3300"/>
                </a:solidFill>
                <a:latin typeface="Times New Roman" panose="02020603050405020304" pitchFamily="18" charset="0"/>
                <a:ea typeface="仿宋_GB2312" panose="02010609030101010101" pitchFamily="49" charset="-122"/>
              </a:rPr>
              <a:t>[8]  </a:t>
            </a:r>
            <a:r>
              <a:rPr kumimoji="1" lang="en-US" altLang="zh-CN" sz="2100" b="1" i="1">
                <a:solidFill>
                  <a:srgbClr val="FF3300"/>
                </a:solidFill>
                <a:latin typeface="Times New Roman" panose="02020603050405020304" pitchFamily="18" charset="0"/>
                <a:ea typeface="仿宋_GB2312" panose="02010609030101010101" pitchFamily="49" charset="-122"/>
              </a:rPr>
              <a:t>re</a:t>
            </a:r>
            <a:r>
              <a:rPr kumimoji="1" lang="en-US" altLang="zh-CN" sz="2100" b="1">
                <a:solidFill>
                  <a:srgbClr val="FF3300"/>
                </a:solidFill>
                <a:latin typeface="Times New Roman" panose="02020603050405020304" pitchFamily="18" charset="0"/>
                <a:ea typeface="仿宋_GB2312" panose="02010609030101010101" pitchFamily="49" charset="-122"/>
              </a:rPr>
              <a:t>[9]</a:t>
            </a:r>
            <a:endParaRPr kumimoji="1" lang="en-US" altLang="zh-CN" sz="2100" b="1">
              <a:solidFill>
                <a:srgbClr val="0000CC"/>
              </a:solidFill>
              <a:latin typeface="Times New Roman" panose="02020603050405020304" pitchFamily="18" charset="0"/>
              <a:ea typeface="仿宋_GB2312" panose="02010609030101010101" pitchFamily="49" charset="-122"/>
            </a:endParaRPr>
          </a:p>
        </p:txBody>
      </p:sp>
      <p:sp>
        <p:nvSpPr>
          <p:cNvPr id="219225" name="Line 89"/>
          <p:cNvSpPr>
            <a:spLocks noChangeShapeType="1"/>
          </p:cNvSpPr>
          <p:nvPr/>
        </p:nvSpPr>
        <p:spPr bwMode="auto">
          <a:xfrm>
            <a:off x="1543050" y="2971800"/>
            <a:ext cx="0" cy="1314450"/>
          </a:xfrm>
          <a:prstGeom prst="line">
            <a:avLst/>
          </a:prstGeom>
          <a:noFill/>
          <a:ln w="38100" cmpd="dbl">
            <a:solidFill>
              <a:srgbClr val="0000CC"/>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9226" name="Line 90"/>
          <p:cNvSpPr>
            <a:spLocks noChangeShapeType="1"/>
          </p:cNvSpPr>
          <p:nvPr/>
        </p:nvSpPr>
        <p:spPr bwMode="auto">
          <a:xfrm>
            <a:off x="2228850" y="2971800"/>
            <a:ext cx="0" cy="1314450"/>
          </a:xfrm>
          <a:prstGeom prst="line">
            <a:avLst/>
          </a:prstGeom>
          <a:noFill/>
          <a:ln w="38100" cmpd="dbl">
            <a:solidFill>
              <a:srgbClr val="0000CC"/>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9227" name="Line 91"/>
          <p:cNvSpPr>
            <a:spLocks noChangeShapeType="1"/>
          </p:cNvSpPr>
          <p:nvPr/>
        </p:nvSpPr>
        <p:spPr bwMode="auto">
          <a:xfrm>
            <a:off x="2897981" y="2971800"/>
            <a:ext cx="0" cy="1314450"/>
          </a:xfrm>
          <a:prstGeom prst="line">
            <a:avLst/>
          </a:prstGeom>
          <a:noFill/>
          <a:ln w="38100" cmpd="dbl">
            <a:solidFill>
              <a:srgbClr val="0000CC"/>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9228" name="Line 92"/>
          <p:cNvSpPr>
            <a:spLocks noChangeShapeType="1"/>
          </p:cNvSpPr>
          <p:nvPr/>
        </p:nvSpPr>
        <p:spPr bwMode="auto">
          <a:xfrm>
            <a:off x="3543300" y="2971800"/>
            <a:ext cx="0" cy="1314450"/>
          </a:xfrm>
          <a:prstGeom prst="line">
            <a:avLst/>
          </a:prstGeom>
          <a:noFill/>
          <a:ln w="38100" cmpd="dbl">
            <a:solidFill>
              <a:srgbClr val="0000CC"/>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9229" name="Line 93"/>
          <p:cNvSpPr>
            <a:spLocks noChangeShapeType="1"/>
          </p:cNvSpPr>
          <p:nvPr/>
        </p:nvSpPr>
        <p:spPr bwMode="auto">
          <a:xfrm>
            <a:off x="4229100" y="2971800"/>
            <a:ext cx="0" cy="1314450"/>
          </a:xfrm>
          <a:prstGeom prst="line">
            <a:avLst/>
          </a:prstGeom>
          <a:noFill/>
          <a:ln w="38100" cmpd="dbl">
            <a:solidFill>
              <a:srgbClr val="0000CC"/>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9230" name="Line 94"/>
          <p:cNvSpPr>
            <a:spLocks noChangeShapeType="1"/>
          </p:cNvSpPr>
          <p:nvPr/>
        </p:nvSpPr>
        <p:spPr bwMode="auto">
          <a:xfrm>
            <a:off x="4914900" y="2971800"/>
            <a:ext cx="0" cy="1314450"/>
          </a:xfrm>
          <a:prstGeom prst="line">
            <a:avLst/>
          </a:prstGeom>
          <a:noFill/>
          <a:ln w="38100" cmpd="dbl">
            <a:solidFill>
              <a:srgbClr val="0000CC"/>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9231" name="Line 95"/>
          <p:cNvSpPr>
            <a:spLocks noChangeShapeType="1"/>
          </p:cNvSpPr>
          <p:nvPr/>
        </p:nvSpPr>
        <p:spPr bwMode="auto">
          <a:xfrm>
            <a:off x="5543550" y="2971800"/>
            <a:ext cx="0" cy="1314450"/>
          </a:xfrm>
          <a:prstGeom prst="line">
            <a:avLst/>
          </a:prstGeom>
          <a:noFill/>
          <a:ln w="38100" cmpd="dbl">
            <a:solidFill>
              <a:srgbClr val="0000CC"/>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9232" name="Line 96"/>
          <p:cNvSpPr>
            <a:spLocks noChangeShapeType="1"/>
          </p:cNvSpPr>
          <p:nvPr/>
        </p:nvSpPr>
        <p:spPr bwMode="auto">
          <a:xfrm>
            <a:off x="6229350" y="2971800"/>
            <a:ext cx="0" cy="1314450"/>
          </a:xfrm>
          <a:prstGeom prst="line">
            <a:avLst/>
          </a:prstGeom>
          <a:noFill/>
          <a:ln w="38100" cmpd="dbl">
            <a:solidFill>
              <a:srgbClr val="0000CC"/>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9233" name="Line 97"/>
          <p:cNvSpPr>
            <a:spLocks noChangeShapeType="1"/>
          </p:cNvSpPr>
          <p:nvPr/>
        </p:nvSpPr>
        <p:spPr bwMode="auto">
          <a:xfrm>
            <a:off x="6915150" y="2971800"/>
            <a:ext cx="0" cy="1314450"/>
          </a:xfrm>
          <a:prstGeom prst="line">
            <a:avLst/>
          </a:prstGeom>
          <a:noFill/>
          <a:ln w="38100" cmpd="dbl">
            <a:solidFill>
              <a:srgbClr val="0000CC"/>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9234" name="Line 98"/>
          <p:cNvSpPr>
            <a:spLocks noChangeShapeType="1"/>
          </p:cNvSpPr>
          <p:nvPr/>
        </p:nvSpPr>
        <p:spPr bwMode="auto">
          <a:xfrm flipH="1">
            <a:off x="7600950" y="2971800"/>
            <a:ext cx="0" cy="1314450"/>
          </a:xfrm>
          <a:prstGeom prst="line">
            <a:avLst/>
          </a:prstGeom>
          <a:noFill/>
          <a:ln w="38100" cmpd="dbl">
            <a:solidFill>
              <a:srgbClr val="0000CC"/>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9235" name="Rectangle 99" descr="白色大理石"/>
          <p:cNvSpPr>
            <a:spLocks noChangeArrowheads="1"/>
          </p:cNvSpPr>
          <p:nvPr/>
        </p:nvSpPr>
        <p:spPr bwMode="auto">
          <a:xfrm>
            <a:off x="4000500" y="365760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61</a:t>
            </a:r>
            <a:r>
              <a:rPr kumimoji="1" lang="en-US" altLang="zh-CN" sz="2100" b="1">
                <a:solidFill>
                  <a:srgbClr val="FF3300"/>
                </a:solidFill>
                <a:latin typeface="Times New Roman" panose="02020603050405020304" pitchFamily="18" charset="0"/>
                <a:ea typeface="宋体" panose="02010600030101010101" pitchFamily="2" charset="-122"/>
              </a:rPr>
              <a:t>4</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19236" name="Rectangle 100" descr="白色大理石"/>
          <p:cNvSpPr>
            <a:spLocks noChangeArrowheads="1"/>
          </p:cNvSpPr>
          <p:nvPr/>
        </p:nvSpPr>
        <p:spPr bwMode="auto">
          <a:xfrm>
            <a:off x="6686550" y="365760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73</a:t>
            </a:r>
            <a:r>
              <a:rPr kumimoji="1" lang="en-US" altLang="zh-CN" sz="2100" b="1">
                <a:solidFill>
                  <a:srgbClr val="FF3300"/>
                </a:solidFill>
                <a:latin typeface="Times New Roman" panose="02020603050405020304" pitchFamily="18" charset="0"/>
                <a:ea typeface="宋体" panose="02010600030101010101" pitchFamily="2" charset="-122"/>
              </a:rPr>
              <a:t>8</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19237" name="Rectangle 101" descr="白色大理石"/>
          <p:cNvSpPr>
            <a:spLocks noChangeArrowheads="1"/>
          </p:cNvSpPr>
          <p:nvPr/>
        </p:nvSpPr>
        <p:spPr bwMode="auto">
          <a:xfrm>
            <a:off x="2000250" y="365760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92</a:t>
            </a:r>
            <a:r>
              <a:rPr kumimoji="1" lang="en-US" altLang="zh-CN" sz="2100" b="1">
                <a:solidFill>
                  <a:srgbClr val="FF3300"/>
                </a:solidFill>
                <a:latin typeface="Times New Roman" panose="02020603050405020304" pitchFamily="18" charset="0"/>
                <a:ea typeface="宋体" panose="02010600030101010101" pitchFamily="2" charset="-122"/>
              </a:rPr>
              <a:t>1</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19238" name="Rectangle 102" descr="白色大理石"/>
          <p:cNvSpPr>
            <a:spLocks noChangeArrowheads="1"/>
          </p:cNvSpPr>
          <p:nvPr/>
        </p:nvSpPr>
        <p:spPr bwMode="auto">
          <a:xfrm>
            <a:off x="4686300" y="365760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48</a:t>
            </a:r>
            <a:r>
              <a:rPr kumimoji="1" lang="en-US" altLang="zh-CN" sz="2100" b="1">
                <a:solidFill>
                  <a:srgbClr val="FF3300"/>
                </a:solidFill>
                <a:latin typeface="Times New Roman" panose="02020603050405020304" pitchFamily="18" charset="0"/>
                <a:ea typeface="宋体" panose="02010600030101010101" pitchFamily="2" charset="-122"/>
              </a:rPr>
              <a:t>5</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19239" name="Rectangle 103" descr="白色大理石"/>
          <p:cNvSpPr>
            <a:spLocks noChangeArrowheads="1"/>
          </p:cNvSpPr>
          <p:nvPr/>
        </p:nvSpPr>
        <p:spPr bwMode="auto">
          <a:xfrm>
            <a:off x="6000750" y="365760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63</a:t>
            </a:r>
            <a:r>
              <a:rPr kumimoji="1" lang="en-US" altLang="zh-CN" sz="2100" b="1">
                <a:solidFill>
                  <a:srgbClr val="FF3300"/>
                </a:solidFill>
                <a:latin typeface="Times New Roman" panose="02020603050405020304" pitchFamily="18" charset="0"/>
                <a:ea typeface="宋体" panose="02010600030101010101" pitchFamily="2" charset="-122"/>
              </a:rPr>
              <a:t>7</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19240" name="Rectangle 104" descr="白色大理石"/>
          <p:cNvSpPr>
            <a:spLocks noChangeArrowheads="1"/>
          </p:cNvSpPr>
          <p:nvPr/>
        </p:nvSpPr>
        <p:spPr bwMode="auto">
          <a:xfrm>
            <a:off x="2000250" y="314325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10</a:t>
            </a:r>
            <a:r>
              <a:rPr kumimoji="1" lang="en-US" altLang="zh-CN" sz="2100" b="1">
                <a:solidFill>
                  <a:srgbClr val="FF3300"/>
                </a:solidFill>
                <a:latin typeface="Times New Roman" panose="02020603050405020304" pitchFamily="18" charset="0"/>
                <a:ea typeface="宋体" panose="02010600030101010101" pitchFamily="2" charset="-122"/>
              </a:rPr>
              <a:t>1</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19241" name="Rectangle 105" descr="白色大理石"/>
          <p:cNvSpPr>
            <a:spLocks noChangeArrowheads="1"/>
          </p:cNvSpPr>
          <p:nvPr/>
        </p:nvSpPr>
        <p:spPr bwMode="auto">
          <a:xfrm>
            <a:off x="4686300" y="314325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21</a:t>
            </a:r>
            <a:r>
              <a:rPr kumimoji="1" lang="en-US" altLang="zh-CN" sz="2100" b="1">
                <a:solidFill>
                  <a:srgbClr val="FF3300"/>
                </a:solidFill>
                <a:latin typeface="Times New Roman" panose="02020603050405020304" pitchFamily="18" charset="0"/>
                <a:ea typeface="宋体" panose="02010600030101010101" pitchFamily="2" charset="-122"/>
              </a:rPr>
              <a:t>5</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19242" name="Rectangle 106" descr="白色大理石"/>
          <p:cNvSpPr>
            <a:spLocks noChangeArrowheads="1"/>
          </p:cNvSpPr>
          <p:nvPr/>
        </p:nvSpPr>
        <p:spPr bwMode="auto">
          <a:xfrm>
            <a:off x="1314450" y="365760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53</a:t>
            </a:r>
            <a:r>
              <a:rPr kumimoji="1" lang="en-US" altLang="zh-CN" sz="2100" b="1">
                <a:solidFill>
                  <a:srgbClr val="FF3300"/>
                </a:solidFill>
                <a:latin typeface="Times New Roman" panose="02020603050405020304" pitchFamily="18" charset="0"/>
                <a:ea typeface="宋体" panose="02010600030101010101" pitchFamily="2" charset="-122"/>
              </a:rPr>
              <a:t>0</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19243" name="Rectangle 107" descr="白色大理石"/>
          <p:cNvSpPr>
            <a:spLocks noChangeArrowheads="1"/>
          </p:cNvSpPr>
          <p:nvPr/>
        </p:nvSpPr>
        <p:spPr bwMode="auto">
          <a:xfrm>
            <a:off x="1314450" y="314325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79</a:t>
            </a:r>
            <a:r>
              <a:rPr kumimoji="1" lang="en-US" altLang="zh-CN" sz="2100" b="1">
                <a:solidFill>
                  <a:srgbClr val="FF3300"/>
                </a:solidFill>
                <a:latin typeface="Times New Roman" panose="02020603050405020304" pitchFamily="18" charset="0"/>
                <a:ea typeface="宋体" panose="02010600030101010101" pitchFamily="2" charset="-122"/>
              </a:rPr>
              <a:t>0</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19244" name="Rectangle 108" descr="白色大理石"/>
          <p:cNvSpPr>
            <a:spLocks noChangeArrowheads="1"/>
          </p:cNvSpPr>
          <p:nvPr/>
        </p:nvSpPr>
        <p:spPr bwMode="auto">
          <a:xfrm>
            <a:off x="5314950" y="365760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30</a:t>
            </a:r>
            <a:r>
              <a:rPr kumimoji="1" lang="en-US" altLang="zh-CN" sz="2100" b="1">
                <a:solidFill>
                  <a:srgbClr val="FF3300"/>
                </a:solidFill>
                <a:latin typeface="Times New Roman" panose="02020603050405020304" pitchFamily="18" charset="0"/>
                <a:ea typeface="宋体" panose="02010600030101010101" pitchFamily="2" charset="-122"/>
              </a:rPr>
              <a:t>6</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19245" name="Text Box 109"/>
          <p:cNvSpPr txBox="1">
            <a:spLocks noChangeArrowheads="1"/>
          </p:cNvSpPr>
          <p:nvPr/>
        </p:nvSpPr>
        <p:spPr bwMode="auto">
          <a:xfrm>
            <a:off x="1245394" y="4279106"/>
            <a:ext cx="6751955" cy="414020"/>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CC"/>
                </a:solidFill>
                <a:miter lim="800000"/>
                <a:headEnd/>
                <a:tailEnd/>
              </a14:hiddenLine>
            </a:ext>
          </a:extLst>
        </p:spPr>
        <p:txBody>
          <a:bodyPr wrap="none">
            <a:spAutoFit/>
          </a:bodyPr>
          <a:lstStyle/>
          <a:p>
            <a:r>
              <a:rPr kumimoji="1" lang="en-US" altLang="zh-CN" sz="2100" b="1" i="1">
                <a:solidFill>
                  <a:srgbClr val="FF3300"/>
                </a:solidFill>
                <a:latin typeface="Times New Roman" panose="02020603050405020304" pitchFamily="18" charset="0"/>
                <a:ea typeface="宋体" panose="02010600030101010101" pitchFamily="2" charset="-122"/>
              </a:rPr>
              <a:t>fr</a:t>
            </a:r>
            <a:r>
              <a:rPr kumimoji="1" lang="en-US" altLang="zh-CN" sz="2100" b="1">
                <a:solidFill>
                  <a:srgbClr val="FF3300"/>
                </a:solidFill>
                <a:latin typeface="Times New Roman" panose="02020603050405020304" pitchFamily="18" charset="0"/>
                <a:ea typeface="宋体" panose="02010600030101010101" pitchFamily="2" charset="-122"/>
              </a:rPr>
              <a:t>[0]   </a:t>
            </a:r>
            <a:r>
              <a:rPr kumimoji="1" lang="en-US" altLang="zh-CN" sz="2100" b="1" i="1">
                <a:solidFill>
                  <a:srgbClr val="FF3300"/>
                </a:solidFill>
                <a:latin typeface="Times New Roman" panose="02020603050405020304" pitchFamily="18" charset="0"/>
                <a:ea typeface="宋体" panose="02010600030101010101" pitchFamily="2" charset="-122"/>
              </a:rPr>
              <a:t>fr</a:t>
            </a:r>
            <a:r>
              <a:rPr kumimoji="1" lang="en-US" altLang="zh-CN" sz="2100" b="1">
                <a:solidFill>
                  <a:srgbClr val="FF3300"/>
                </a:solidFill>
                <a:latin typeface="Times New Roman" panose="02020603050405020304" pitchFamily="18" charset="0"/>
                <a:ea typeface="宋体" panose="02010600030101010101" pitchFamily="2" charset="-122"/>
              </a:rPr>
              <a:t>[1]  </a:t>
            </a:r>
            <a:r>
              <a:rPr kumimoji="1" lang="en-US" altLang="zh-CN" sz="2100" b="1" i="1">
                <a:solidFill>
                  <a:srgbClr val="FF3300"/>
                </a:solidFill>
                <a:latin typeface="Times New Roman" panose="02020603050405020304" pitchFamily="18" charset="0"/>
                <a:ea typeface="宋体" panose="02010600030101010101" pitchFamily="2" charset="-122"/>
              </a:rPr>
              <a:t>fr</a:t>
            </a:r>
            <a:r>
              <a:rPr kumimoji="1" lang="en-US" altLang="zh-CN" sz="2100" b="1">
                <a:solidFill>
                  <a:srgbClr val="FF3300"/>
                </a:solidFill>
                <a:latin typeface="Times New Roman" panose="02020603050405020304" pitchFamily="18" charset="0"/>
                <a:ea typeface="宋体" panose="02010600030101010101" pitchFamily="2" charset="-122"/>
              </a:rPr>
              <a:t>[2]  </a:t>
            </a:r>
            <a:r>
              <a:rPr kumimoji="1" lang="en-US" altLang="zh-CN" sz="2100" b="1" i="1">
                <a:solidFill>
                  <a:srgbClr val="FF3300"/>
                </a:solidFill>
                <a:latin typeface="Times New Roman" panose="02020603050405020304" pitchFamily="18" charset="0"/>
                <a:ea typeface="宋体" panose="02010600030101010101" pitchFamily="2" charset="-122"/>
              </a:rPr>
              <a:t>fr</a:t>
            </a:r>
            <a:r>
              <a:rPr kumimoji="1" lang="en-US" altLang="zh-CN" sz="2100" b="1">
                <a:solidFill>
                  <a:srgbClr val="FF3300"/>
                </a:solidFill>
                <a:latin typeface="Times New Roman" panose="02020603050405020304" pitchFamily="18" charset="0"/>
                <a:ea typeface="宋体" panose="02010600030101010101" pitchFamily="2" charset="-122"/>
              </a:rPr>
              <a:t>[3]   </a:t>
            </a:r>
            <a:r>
              <a:rPr kumimoji="1" lang="en-US" altLang="zh-CN" sz="2100" b="1" i="1">
                <a:solidFill>
                  <a:srgbClr val="FF3300"/>
                </a:solidFill>
                <a:latin typeface="Times New Roman" panose="02020603050405020304" pitchFamily="18" charset="0"/>
                <a:ea typeface="宋体" panose="02010600030101010101" pitchFamily="2" charset="-122"/>
              </a:rPr>
              <a:t>fr</a:t>
            </a:r>
            <a:r>
              <a:rPr kumimoji="1" lang="en-US" altLang="zh-CN" sz="2100" b="1">
                <a:solidFill>
                  <a:srgbClr val="FF3300"/>
                </a:solidFill>
                <a:latin typeface="Times New Roman" panose="02020603050405020304" pitchFamily="18" charset="0"/>
                <a:ea typeface="宋体" panose="02010600030101010101" pitchFamily="2" charset="-122"/>
              </a:rPr>
              <a:t>[4]   </a:t>
            </a:r>
            <a:r>
              <a:rPr kumimoji="1" lang="en-US" altLang="zh-CN" sz="2100" b="1" i="1">
                <a:solidFill>
                  <a:srgbClr val="FF3300"/>
                </a:solidFill>
                <a:latin typeface="Times New Roman" panose="02020603050405020304" pitchFamily="18" charset="0"/>
                <a:ea typeface="宋体" panose="02010600030101010101" pitchFamily="2" charset="-122"/>
              </a:rPr>
              <a:t>fr</a:t>
            </a:r>
            <a:r>
              <a:rPr kumimoji="1" lang="en-US" altLang="zh-CN" sz="2100" b="1">
                <a:solidFill>
                  <a:srgbClr val="FF3300"/>
                </a:solidFill>
                <a:latin typeface="Times New Roman" panose="02020603050405020304" pitchFamily="18" charset="0"/>
                <a:ea typeface="宋体" panose="02010600030101010101" pitchFamily="2" charset="-122"/>
              </a:rPr>
              <a:t>[5]  </a:t>
            </a:r>
            <a:r>
              <a:rPr kumimoji="1" lang="en-US" altLang="zh-CN" sz="2100" b="1" i="1">
                <a:solidFill>
                  <a:srgbClr val="FF3300"/>
                </a:solidFill>
                <a:latin typeface="Times New Roman" panose="02020603050405020304" pitchFamily="18" charset="0"/>
                <a:ea typeface="宋体" panose="02010600030101010101" pitchFamily="2" charset="-122"/>
              </a:rPr>
              <a:t>fr</a:t>
            </a:r>
            <a:r>
              <a:rPr kumimoji="1" lang="en-US" altLang="zh-CN" sz="2100" b="1">
                <a:solidFill>
                  <a:srgbClr val="FF3300"/>
                </a:solidFill>
                <a:latin typeface="Times New Roman" panose="02020603050405020304" pitchFamily="18" charset="0"/>
                <a:ea typeface="宋体" panose="02010600030101010101" pitchFamily="2" charset="-122"/>
              </a:rPr>
              <a:t>[6]   </a:t>
            </a:r>
            <a:r>
              <a:rPr kumimoji="1" lang="en-US" altLang="zh-CN" sz="2100" b="1" i="1">
                <a:solidFill>
                  <a:srgbClr val="FF3300"/>
                </a:solidFill>
                <a:latin typeface="Times New Roman" panose="02020603050405020304" pitchFamily="18" charset="0"/>
                <a:ea typeface="宋体" panose="02010600030101010101" pitchFamily="2" charset="-122"/>
              </a:rPr>
              <a:t>fr</a:t>
            </a:r>
            <a:r>
              <a:rPr kumimoji="1" lang="en-US" altLang="zh-CN" sz="2100" b="1">
                <a:solidFill>
                  <a:srgbClr val="FF3300"/>
                </a:solidFill>
                <a:latin typeface="Times New Roman" panose="02020603050405020304" pitchFamily="18" charset="0"/>
                <a:ea typeface="宋体" panose="02010600030101010101" pitchFamily="2" charset="-122"/>
              </a:rPr>
              <a:t>[7]  </a:t>
            </a:r>
            <a:r>
              <a:rPr kumimoji="1" lang="en-US" altLang="zh-CN" sz="2100" b="1" i="1">
                <a:solidFill>
                  <a:srgbClr val="FF3300"/>
                </a:solidFill>
                <a:latin typeface="Times New Roman" panose="02020603050405020304" pitchFamily="18" charset="0"/>
                <a:ea typeface="宋体" panose="02010600030101010101" pitchFamily="2" charset="-122"/>
              </a:rPr>
              <a:t>fr</a:t>
            </a:r>
            <a:r>
              <a:rPr kumimoji="1" lang="en-US" altLang="zh-CN" sz="2100" b="1">
                <a:solidFill>
                  <a:srgbClr val="FF3300"/>
                </a:solidFill>
                <a:latin typeface="Times New Roman" panose="02020603050405020304" pitchFamily="18" charset="0"/>
                <a:ea typeface="宋体" panose="02010600030101010101" pitchFamily="2" charset="-122"/>
              </a:rPr>
              <a:t>[8]   </a:t>
            </a:r>
            <a:r>
              <a:rPr kumimoji="1" lang="en-US" altLang="zh-CN" sz="2100" b="1" i="1">
                <a:solidFill>
                  <a:srgbClr val="FF3300"/>
                </a:solidFill>
                <a:latin typeface="Times New Roman" panose="02020603050405020304" pitchFamily="18" charset="0"/>
                <a:ea typeface="宋体" panose="02010600030101010101" pitchFamily="2" charset="-122"/>
              </a:rPr>
              <a:t>fr</a:t>
            </a:r>
            <a:r>
              <a:rPr kumimoji="1" lang="en-US" altLang="zh-CN" sz="2100" b="1">
                <a:solidFill>
                  <a:srgbClr val="FF3300"/>
                </a:solidFill>
                <a:latin typeface="Times New Roman" panose="02020603050405020304" pitchFamily="18" charset="0"/>
                <a:ea typeface="宋体" panose="02010600030101010101" pitchFamily="2" charset="-122"/>
              </a:rPr>
              <a:t>[9]</a:t>
            </a:r>
            <a:endParaRPr kumimoji="1" lang="en-US" altLang="zh-CN">
              <a:solidFill>
                <a:srgbClr val="CCECFF"/>
              </a:solidFill>
              <a:effectDag name="">
                <a:cont type="tree" name="">
                  <a:effect ref="fillLine"/>
                  <a:outerShdw dist="38100" dir="13500000" algn="br">
                    <a:srgbClr val="DDF3FF"/>
                  </a:outerShdw>
                </a:cont>
                <a:cont type="tree" name="">
                  <a:effect ref="fillLine"/>
                  <a:outerShdw dist="38100" dir="2700000" algn="tl">
                    <a:srgbClr val="7A8D99"/>
                  </a:outerShdw>
                </a:cont>
                <a:effect ref="fillLine"/>
              </a:effectDag>
              <a:latin typeface="Times New Roman" panose="02020603050405020304" pitchFamily="18" charset="0"/>
              <a:ea typeface="宋体" panose="02010600030101010101" pitchFamily="2" charset="-122"/>
            </a:endParaRPr>
          </a:p>
        </p:txBody>
      </p:sp>
      <p:sp>
        <p:nvSpPr>
          <p:cNvPr id="219246" name="Text Box 110"/>
          <p:cNvSpPr txBox="1">
            <a:spLocks noChangeArrowheads="1"/>
          </p:cNvSpPr>
          <p:nvPr/>
        </p:nvSpPr>
        <p:spPr bwMode="auto">
          <a:xfrm>
            <a:off x="1200150" y="4794647"/>
            <a:ext cx="1968104" cy="414020"/>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CC"/>
                </a:solidFill>
                <a:miter lim="800000"/>
                <a:headEnd/>
                <a:tailEnd/>
              </a14:hiddenLine>
            </a:ext>
          </a:extLst>
        </p:spPr>
        <p:txBody>
          <a:bodyPr>
            <a:spAutoFit/>
            <a:scene3d>
              <a:camera prst="orthographicFront"/>
              <a:lightRig rig="threePt" dir="t"/>
            </a:scene3d>
          </a:bodyPr>
          <a:lstStyle/>
          <a:p>
            <a:r>
              <a:rPr kumimoji="1" lang="zh-CN" altLang="en-US" sz="2100" b="1">
                <a:solidFill>
                  <a:schemeClr val="accent1"/>
                </a:solidFill>
                <a:effectLst>
                  <a:outerShdw blurRad="38100" dist="25400" dir="5400000" algn="ctr" rotWithShape="0">
                    <a:srgbClr val="6E747A">
                      <a:alpha val="43000"/>
                    </a:srgbClr>
                  </a:outerShdw>
                </a:effectLst>
                <a:latin typeface="+mn-ea"/>
              </a:rPr>
              <a:t>第一趟收集</a:t>
            </a:r>
            <a:endParaRPr kumimoji="1" lang="zh-CN" altLang="en-US" sz="2100" b="1">
              <a:solidFill>
                <a:schemeClr val="accent1"/>
              </a:solidFill>
              <a:effectLst>
                <a:outerShdw blurRad="38100" dist="25400" dir="5400000" algn="ctr" rotWithShape="0">
                  <a:srgbClr val="6E747A">
                    <a:alpha val="43000"/>
                  </a:srgbClr>
                </a:outerShdw>
              </a:effectLst>
              <a:latin typeface="+mn-ea"/>
            </a:endParaRPr>
          </a:p>
        </p:txBody>
      </p:sp>
      <p:sp>
        <p:nvSpPr>
          <p:cNvPr id="219247" name="Rectangle 111" descr="白色大理石"/>
          <p:cNvSpPr>
            <a:spLocks noChangeArrowheads="1"/>
          </p:cNvSpPr>
          <p:nvPr/>
        </p:nvSpPr>
        <p:spPr bwMode="auto">
          <a:xfrm>
            <a:off x="1257300" y="531495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53</a:t>
            </a:r>
            <a:r>
              <a:rPr kumimoji="1" lang="en-US" altLang="zh-CN" sz="2100" b="1">
                <a:solidFill>
                  <a:srgbClr val="FF3300"/>
                </a:solidFill>
                <a:latin typeface="Times New Roman" panose="02020603050405020304" pitchFamily="18" charset="0"/>
                <a:ea typeface="宋体" panose="02010600030101010101" pitchFamily="2" charset="-122"/>
              </a:rPr>
              <a:t>0</a:t>
            </a:r>
            <a:endParaRPr kumimoji="1" lang="en-US" altLang="zh-CN" sz="2100" b="1">
              <a:solidFill>
                <a:srgbClr val="FF3300"/>
              </a:solidFill>
              <a:latin typeface="Times New Roman" panose="02020603050405020304" pitchFamily="18" charset="0"/>
              <a:ea typeface="宋体" panose="02010600030101010101" pitchFamily="2" charset="-122"/>
            </a:endParaRPr>
          </a:p>
        </p:txBody>
      </p:sp>
      <p:sp>
        <p:nvSpPr>
          <p:cNvPr id="219248" name="Line 112"/>
          <p:cNvSpPr>
            <a:spLocks noChangeShapeType="1"/>
          </p:cNvSpPr>
          <p:nvPr/>
        </p:nvSpPr>
        <p:spPr bwMode="auto">
          <a:xfrm>
            <a:off x="1714500" y="548640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9249" name="Rectangle 113" descr="白色大理石"/>
          <p:cNvSpPr>
            <a:spLocks noChangeArrowheads="1"/>
          </p:cNvSpPr>
          <p:nvPr/>
        </p:nvSpPr>
        <p:spPr bwMode="auto">
          <a:xfrm>
            <a:off x="1943100" y="531495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79</a:t>
            </a:r>
            <a:r>
              <a:rPr kumimoji="1" lang="en-US" altLang="zh-CN" sz="2100" b="1">
                <a:solidFill>
                  <a:srgbClr val="FF3300"/>
                </a:solidFill>
                <a:latin typeface="Times New Roman" panose="02020603050405020304" pitchFamily="18" charset="0"/>
                <a:ea typeface="宋体" panose="02010600030101010101" pitchFamily="2" charset="-122"/>
              </a:rPr>
              <a:t>0</a:t>
            </a:r>
            <a:endParaRPr kumimoji="1" lang="en-US" altLang="zh-CN" sz="2100" b="1">
              <a:solidFill>
                <a:srgbClr val="FF3300"/>
              </a:solidFill>
              <a:latin typeface="Times New Roman" panose="02020603050405020304" pitchFamily="18" charset="0"/>
              <a:ea typeface="宋体" panose="02010600030101010101" pitchFamily="2" charset="-122"/>
            </a:endParaRPr>
          </a:p>
        </p:txBody>
      </p:sp>
      <p:sp>
        <p:nvSpPr>
          <p:cNvPr id="219250" name="Line 114"/>
          <p:cNvSpPr>
            <a:spLocks noChangeShapeType="1"/>
          </p:cNvSpPr>
          <p:nvPr/>
        </p:nvSpPr>
        <p:spPr bwMode="auto">
          <a:xfrm>
            <a:off x="2400300" y="548640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9251" name="Rectangle 115" descr="白色大理石"/>
          <p:cNvSpPr>
            <a:spLocks noChangeArrowheads="1"/>
          </p:cNvSpPr>
          <p:nvPr/>
        </p:nvSpPr>
        <p:spPr bwMode="auto">
          <a:xfrm>
            <a:off x="2628900" y="531495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92</a:t>
            </a:r>
            <a:r>
              <a:rPr kumimoji="1" lang="en-US" altLang="zh-CN" sz="2100" b="1">
                <a:solidFill>
                  <a:srgbClr val="FF3300"/>
                </a:solidFill>
                <a:latin typeface="Times New Roman" panose="02020603050405020304" pitchFamily="18" charset="0"/>
                <a:ea typeface="宋体" panose="02010600030101010101" pitchFamily="2" charset="-122"/>
              </a:rPr>
              <a:t>1</a:t>
            </a:r>
            <a:endParaRPr kumimoji="1" lang="en-US" altLang="zh-CN" sz="2100" b="1">
              <a:solidFill>
                <a:srgbClr val="FF3300"/>
              </a:solidFill>
              <a:latin typeface="Times New Roman" panose="02020603050405020304" pitchFamily="18" charset="0"/>
              <a:ea typeface="宋体" panose="02010600030101010101" pitchFamily="2" charset="-122"/>
            </a:endParaRPr>
          </a:p>
        </p:txBody>
      </p:sp>
      <p:sp>
        <p:nvSpPr>
          <p:cNvPr id="219252" name="Line 116"/>
          <p:cNvSpPr>
            <a:spLocks noChangeShapeType="1"/>
          </p:cNvSpPr>
          <p:nvPr/>
        </p:nvSpPr>
        <p:spPr bwMode="auto">
          <a:xfrm>
            <a:off x="3086100" y="548640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9253" name="Rectangle 117" descr="白色大理石"/>
          <p:cNvSpPr>
            <a:spLocks noChangeArrowheads="1"/>
          </p:cNvSpPr>
          <p:nvPr/>
        </p:nvSpPr>
        <p:spPr bwMode="auto">
          <a:xfrm>
            <a:off x="3314700" y="5314950"/>
            <a:ext cx="457200" cy="342900"/>
          </a:xfrm>
          <a:prstGeom prst="rect">
            <a:avLst/>
          </a:prstGeom>
          <a:blipFill dpi="0" rotWithShape="0">
            <a:blip r:embed="rId1"/>
            <a:srcRect/>
            <a:tile tx="0" ty="0" sx="100000" sy="100000" flip="none" algn="tl"/>
          </a:blipFill>
          <a:ln w="38100">
            <a:solidFill>
              <a:srgbClr val="FF330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10</a:t>
            </a:r>
            <a:r>
              <a:rPr kumimoji="1" lang="en-US" altLang="zh-CN" sz="2100" b="1">
                <a:solidFill>
                  <a:srgbClr val="FF3300"/>
                </a:solidFill>
                <a:latin typeface="Times New Roman" panose="02020603050405020304" pitchFamily="18" charset="0"/>
                <a:ea typeface="宋体" panose="02010600030101010101" pitchFamily="2" charset="-122"/>
              </a:rPr>
              <a:t>1</a:t>
            </a:r>
            <a:endParaRPr kumimoji="1" lang="en-US" altLang="zh-CN" sz="2100" b="1">
              <a:solidFill>
                <a:srgbClr val="FF3300"/>
              </a:solidFill>
              <a:latin typeface="Times New Roman" panose="02020603050405020304" pitchFamily="18" charset="0"/>
              <a:ea typeface="宋体" panose="02010600030101010101" pitchFamily="2" charset="-122"/>
            </a:endParaRPr>
          </a:p>
        </p:txBody>
      </p:sp>
      <p:sp>
        <p:nvSpPr>
          <p:cNvPr id="219254" name="Line 118"/>
          <p:cNvSpPr>
            <a:spLocks noChangeShapeType="1"/>
          </p:cNvSpPr>
          <p:nvPr/>
        </p:nvSpPr>
        <p:spPr bwMode="auto">
          <a:xfrm>
            <a:off x="3771900" y="548640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9255" name="Rectangle 119" descr="白色大理石"/>
          <p:cNvSpPr>
            <a:spLocks noChangeArrowheads="1"/>
          </p:cNvSpPr>
          <p:nvPr/>
        </p:nvSpPr>
        <p:spPr bwMode="auto">
          <a:xfrm>
            <a:off x="4000500" y="531495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61</a:t>
            </a:r>
            <a:r>
              <a:rPr kumimoji="1" lang="en-US" altLang="zh-CN" sz="2100" b="1">
                <a:solidFill>
                  <a:srgbClr val="FF3300"/>
                </a:solidFill>
                <a:latin typeface="Times New Roman" panose="02020603050405020304" pitchFamily="18" charset="0"/>
                <a:ea typeface="宋体" panose="02010600030101010101" pitchFamily="2" charset="-122"/>
              </a:rPr>
              <a:t>4</a:t>
            </a:r>
            <a:endParaRPr kumimoji="1" lang="en-US" altLang="zh-CN" sz="2100" b="1">
              <a:solidFill>
                <a:srgbClr val="FF3300"/>
              </a:solidFill>
              <a:latin typeface="Times New Roman" panose="02020603050405020304" pitchFamily="18" charset="0"/>
              <a:ea typeface="宋体" panose="02010600030101010101" pitchFamily="2" charset="-122"/>
            </a:endParaRPr>
          </a:p>
        </p:txBody>
      </p:sp>
      <p:sp>
        <p:nvSpPr>
          <p:cNvPr id="219256" name="Line 120"/>
          <p:cNvSpPr>
            <a:spLocks noChangeShapeType="1"/>
          </p:cNvSpPr>
          <p:nvPr/>
        </p:nvSpPr>
        <p:spPr bwMode="auto">
          <a:xfrm>
            <a:off x="4457700" y="548640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9257" name="Rectangle 121" descr="白色大理石"/>
          <p:cNvSpPr>
            <a:spLocks noChangeArrowheads="1"/>
          </p:cNvSpPr>
          <p:nvPr/>
        </p:nvSpPr>
        <p:spPr bwMode="auto">
          <a:xfrm>
            <a:off x="4686300" y="531495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48</a:t>
            </a:r>
            <a:r>
              <a:rPr kumimoji="1" lang="en-US" altLang="zh-CN" sz="2100" b="1">
                <a:solidFill>
                  <a:srgbClr val="FF3300"/>
                </a:solidFill>
                <a:latin typeface="Times New Roman" panose="02020603050405020304" pitchFamily="18" charset="0"/>
                <a:ea typeface="宋体" panose="02010600030101010101" pitchFamily="2" charset="-122"/>
              </a:rPr>
              <a:t>5</a:t>
            </a:r>
            <a:endParaRPr kumimoji="1" lang="en-US" altLang="zh-CN" sz="2100" b="1">
              <a:solidFill>
                <a:srgbClr val="FF3300"/>
              </a:solidFill>
              <a:latin typeface="Times New Roman" panose="02020603050405020304" pitchFamily="18" charset="0"/>
              <a:ea typeface="宋体" panose="02010600030101010101" pitchFamily="2" charset="-122"/>
            </a:endParaRPr>
          </a:p>
        </p:txBody>
      </p:sp>
      <p:sp>
        <p:nvSpPr>
          <p:cNvPr id="219258" name="Line 122"/>
          <p:cNvSpPr>
            <a:spLocks noChangeShapeType="1"/>
          </p:cNvSpPr>
          <p:nvPr/>
        </p:nvSpPr>
        <p:spPr bwMode="auto">
          <a:xfrm>
            <a:off x="5143500" y="548640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9259" name="Rectangle 123" descr="白色大理石"/>
          <p:cNvSpPr>
            <a:spLocks noChangeArrowheads="1"/>
          </p:cNvSpPr>
          <p:nvPr/>
        </p:nvSpPr>
        <p:spPr bwMode="auto">
          <a:xfrm>
            <a:off x="5372100" y="531495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21</a:t>
            </a:r>
            <a:r>
              <a:rPr kumimoji="1" lang="en-US" altLang="zh-CN" sz="2100" b="1">
                <a:solidFill>
                  <a:srgbClr val="FF3300"/>
                </a:solidFill>
                <a:latin typeface="Times New Roman" panose="02020603050405020304" pitchFamily="18" charset="0"/>
                <a:ea typeface="宋体" panose="02010600030101010101" pitchFamily="2" charset="-122"/>
              </a:rPr>
              <a:t>5</a:t>
            </a:r>
            <a:endParaRPr kumimoji="1" lang="en-US" altLang="zh-CN" sz="2100" b="1">
              <a:solidFill>
                <a:srgbClr val="FF3300"/>
              </a:solidFill>
              <a:latin typeface="Times New Roman" panose="02020603050405020304" pitchFamily="18" charset="0"/>
              <a:ea typeface="宋体" panose="02010600030101010101" pitchFamily="2" charset="-122"/>
            </a:endParaRPr>
          </a:p>
        </p:txBody>
      </p:sp>
      <p:sp>
        <p:nvSpPr>
          <p:cNvPr id="219260" name="Line 124"/>
          <p:cNvSpPr>
            <a:spLocks noChangeShapeType="1"/>
          </p:cNvSpPr>
          <p:nvPr/>
        </p:nvSpPr>
        <p:spPr bwMode="auto">
          <a:xfrm>
            <a:off x="5829300" y="548640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9261" name="Rectangle 125" descr="白色大理石"/>
          <p:cNvSpPr>
            <a:spLocks noChangeArrowheads="1"/>
          </p:cNvSpPr>
          <p:nvPr/>
        </p:nvSpPr>
        <p:spPr bwMode="auto">
          <a:xfrm>
            <a:off x="6057900" y="5314950"/>
            <a:ext cx="457200" cy="342900"/>
          </a:xfrm>
          <a:prstGeom prst="rect">
            <a:avLst/>
          </a:prstGeom>
          <a:blipFill dpi="0" rotWithShape="0">
            <a:blip r:embed="rId1"/>
            <a:srcRect/>
            <a:tile tx="0" ty="0" sx="100000" sy="100000" flip="none" algn="tl"/>
          </a:blipFill>
          <a:ln w="38100">
            <a:solidFill>
              <a:srgbClr val="FF330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30</a:t>
            </a:r>
            <a:r>
              <a:rPr kumimoji="1" lang="en-US" altLang="zh-CN" sz="2100" b="1">
                <a:solidFill>
                  <a:srgbClr val="FF3300"/>
                </a:solidFill>
                <a:latin typeface="Times New Roman" panose="02020603050405020304" pitchFamily="18" charset="0"/>
                <a:ea typeface="宋体" panose="02010600030101010101" pitchFamily="2" charset="-122"/>
              </a:rPr>
              <a:t>6</a:t>
            </a:r>
            <a:endParaRPr kumimoji="1" lang="en-US" altLang="zh-CN" sz="2100" b="1">
              <a:solidFill>
                <a:srgbClr val="FF3300"/>
              </a:solidFill>
              <a:latin typeface="Times New Roman" panose="02020603050405020304" pitchFamily="18" charset="0"/>
              <a:ea typeface="宋体" panose="02010600030101010101" pitchFamily="2" charset="-122"/>
            </a:endParaRPr>
          </a:p>
        </p:txBody>
      </p:sp>
      <p:sp>
        <p:nvSpPr>
          <p:cNvPr id="219262" name="Line 126"/>
          <p:cNvSpPr>
            <a:spLocks noChangeShapeType="1"/>
          </p:cNvSpPr>
          <p:nvPr/>
        </p:nvSpPr>
        <p:spPr bwMode="auto">
          <a:xfrm>
            <a:off x="6515100" y="548640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9263" name="Rectangle 127" descr="白色大理石"/>
          <p:cNvSpPr>
            <a:spLocks noChangeArrowheads="1"/>
          </p:cNvSpPr>
          <p:nvPr/>
        </p:nvSpPr>
        <p:spPr bwMode="auto">
          <a:xfrm>
            <a:off x="6743700" y="531495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63</a:t>
            </a:r>
            <a:r>
              <a:rPr kumimoji="1" lang="en-US" altLang="zh-CN" sz="2100" b="1">
                <a:solidFill>
                  <a:srgbClr val="FF3300"/>
                </a:solidFill>
                <a:latin typeface="Times New Roman" panose="02020603050405020304" pitchFamily="18" charset="0"/>
                <a:ea typeface="宋体" panose="02010600030101010101" pitchFamily="2" charset="-122"/>
              </a:rPr>
              <a:t>7</a:t>
            </a:r>
            <a:endParaRPr kumimoji="1" lang="en-US" altLang="zh-CN" sz="2100" b="1">
              <a:solidFill>
                <a:srgbClr val="FF3300"/>
              </a:solidFill>
              <a:latin typeface="Times New Roman" panose="02020603050405020304" pitchFamily="18" charset="0"/>
              <a:ea typeface="宋体" panose="02010600030101010101" pitchFamily="2" charset="-122"/>
            </a:endParaRPr>
          </a:p>
        </p:txBody>
      </p:sp>
      <p:sp>
        <p:nvSpPr>
          <p:cNvPr id="219264" name="Line 128"/>
          <p:cNvSpPr>
            <a:spLocks noChangeShapeType="1"/>
          </p:cNvSpPr>
          <p:nvPr/>
        </p:nvSpPr>
        <p:spPr bwMode="auto">
          <a:xfrm>
            <a:off x="7200900" y="548640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19265" name="Rectangle 129" descr="白色大理石"/>
          <p:cNvSpPr>
            <a:spLocks noChangeArrowheads="1"/>
          </p:cNvSpPr>
          <p:nvPr/>
        </p:nvSpPr>
        <p:spPr bwMode="auto">
          <a:xfrm>
            <a:off x="7429500" y="531495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73</a:t>
            </a:r>
            <a:r>
              <a:rPr kumimoji="1" lang="en-US" altLang="zh-CN" sz="2100" b="1">
                <a:solidFill>
                  <a:srgbClr val="FF3300"/>
                </a:solidFill>
                <a:latin typeface="Times New Roman" panose="02020603050405020304" pitchFamily="18" charset="0"/>
                <a:ea typeface="宋体" panose="02010600030101010101" pitchFamily="2" charset="-122"/>
              </a:rPr>
              <a:t>8</a:t>
            </a:r>
            <a:endParaRPr kumimoji="1" lang="en-US" altLang="zh-CN" sz="2100" b="1">
              <a:solidFill>
                <a:srgbClr val="FF3300"/>
              </a:solidFill>
              <a:latin typeface="Times New Roman" panose="02020603050405020304" pitchFamily="18" charset="0"/>
              <a:ea typeface="宋体" panose="02010600030101010101" pitchFamily="2" charset="-122"/>
            </a:endParaRPr>
          </a:p>
        </p:txBody>
      </p:sp>
      <p:sp>
        <p:nvSpPr>
          <p:cNvPr id="219267" name="Rectangle 131"/>
          <p:cNvSpPr>
            <a:spLocks noChangeArrowheads="1"/>
          </p:cNvSpPr>
          <p:nvPr/>
        </p:nvSpPr>
        <p:spPr bwMode="auto">
          <a:xfrm>
            <a:off x="6678216" y="998935"/>
            <a:ext cx="1134665" cy="4387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7500" tIns="35100" rIns="67500" bIns="35100">
            <a:spAutoFit/>
            <a:scene3d>
              <a:camera prst="orthographicFront"/>
              <a:lightRig rig="threePt" dir="t"/>
            </a:scene3d>
          </a:bodyPr>
          <a:lstStyle/>
          <a:p>
            <a:r>
              <a:rPr kumimoji="1" lang="zh-CN" altLang="en-US" sz="2400" b="1">
                <a:solidFill>
                  <a:schemeClr val="accent1"/>
                </a:solidFill>
                <a:effectLst>
                  <a:outerShdw blurRad="38100" dist="25400" dir="5400000" algn="ctr" rotWithShape="0">
                    <a:srgbClr val="6E747A">
                      <a:alpha val="43000"/>
                    </a:srgbClr>
                  </a:outerShdw>
                </a:effectLst>
                <a:latin typeface="+mn-ea"/>
              </a:rPr>
              <a:t>第一趟</a:t>
            </a:r>
            <a:endParaRPr kumimoji="1" lang="zh-CN" altLang="en-US" sz="2400" b="1">
              <a:solidFill>
                <a:schemeClr val="accent1"/>
              </a:solidFill>
              <a:effectLst>
                <a:outerShdw blurRad="38100" dist="25400" dir="5400000" algn="ctr" rotWithShape="0">
                  <a:srgbClr val="6E747A">
                    <a:alpha val="43000"/>
                  </a:srgbClr>
                </a:outerShdw>
              </a:effectLst>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grpId="0" nodeType="clickEffect">
                                  <p:stCondLst>
                                    <p:cond delay="0"/>
                                  </p:stCondLst>
                                  <p:childTnLst>
                                    <p:set>
                                      <p:cBhvr>
                                        <p:cTn id="6" dur="1" fill="hold">
                                          <p:stCondLst>
                                            <p:cond delay="0"/>
                                          </p:stCondLst>
                                        </p:cTn>
                                        <p:tgtEl>
                                          <p:spTgt spid="219223"/>
                                        </p:tgtEl>
                                        <p:attrNameLst>
                                          <p:attrName>style.visibility</p:attrName>
                                        </p:attrNameLst>
                                      </p:cBhvr>
                                      <p:to>
                                        <p:strVal val="visible"/>
                                      </p:to>
                                    </p:set>
                                    <p:anim calcmode="lin" valueType="num">
                                      <p:cBhvr>
                                        <p:cTn id="7" dur="1000" fill="hold"/>
                                        <p:tgtEl>
                                          <p:spTgt spid="219223"/>
                                        </p:tgtEl>
                                        <p:attrNameLst>
                                          <p:attrName>ppt_x</p:attrName>
                                        </p:attrNameLst>
                                      </p:cBhvr>
                                      <p:tavLst>
                                        <p:tav tm="0">
                                          <p:val>
                                            <p:strVal val="#ppt_x-.2"/>
                                          </p:val>
                                        </p:tav>
                                        <p:tav tm="100000">
                                          <p:val>
                                            <p:strVal val="#ppt_x"/>
                                          </p:val>
                                        </p:tav>
                                      </p:tavLst>
                                    </p:anim>
                                    <p:anim calcmode="lin" valueType="num">
                                      <p:cBhvr>
                                        <p:cTn id="8" dur="1000" fill="hold"/>
                                        <p:tgtEl>
                                          <p:spTgt spid="219223"/>
                                        </p:tgtEl>
                                        <p:attrNameLst>
                                          <p:attrName>ppt_y</p:attrName>
                                        </p:attrNameLst>
                                      </p:cBhvr>
                                      <p:tavLst>
                                        <p:tav tm="0">
                                          <p:val>
                                            <p:strVal val="#ppt_y"/>
                                          </p:val>
                                        </p:tav>
                                        <p:tav tm="100000">
                                          <p:val>
                                            <p:strVal val="#ppt_y"/>
                                          </p:val>
                                        </p:tav>
                                      </p:tavLst>
                                    </p:anim>
                                    <p:animEffect transition="in" filter="wipe(right)" prLst="gradientSize: 0.1">
                                      <p:cBhvr>
                                        <p:cTn id="9" dur="1000"/>
                                        <p:tgtEl>
                                          <p:spTgt spid="219223"/>
                                        </p:tgtEl>
                                      </p:cBhvr>
                                    </p:animEffect>
                                  </p:childTnLst>
                                </p:cTn>
                              </p:par>
                              <p:par>
                                <p:cTn id="10" presetID="29" presetClass="entr" presetSubtype="0" fill="hold" grpId="0" nodeType="withEffect">
                                  <p:stCondLst>
                                    <p:cond delay="0"/>
                                  </p:stCondLst>
                                  <p:childTnLst>
                                    <p:set>
                                      <p:cBhvr>
                                        <p:cTn id="11" dur="1" fill="hold">
                                          <p:stCondLst>
                                            <p:cond delay="0"/>
                                          </p:stCondLst>
                                        </p:cTn>
                                        <p:tgtEl>
                                          <p:spTgt spid="219224"/>
                                        </p:tgtEl>
                                        <p:attrNameLst>
                                          <p:attrName>style.visibility</p:attrName>
                                        </p:attrNameLst>
                                      </p:cBhvr>
                                      <p:to>
                                        <p:strVal val="visible"/>
                                      </p:to>
                                    </p:set>
                                    <p:anim calcmode="lin" valueType="num">
                                      <p:cBhvr>
                                        <p:cTn id="12" dur="1000" fill="hold"/>
                                        <p:tgtEl>
                                          <p:spTgt spid="219224"/>
                                        </p:tgtEl>
                                        <p:attrNameLst>
                                          <p:attrName>ppt_x</p:attrName>
                                        </p:attrNameLst>
                                      </p:cBhvr>
                                      <p:tavLst>
                                        <p:tav tm="0">
                                          <p:val>
                                            <p:strVal val="#ppt_x-.2"/>
                                          </p:val>
                                        </p:tav>
                                        <p:tav tm="100000">
                                          <p:val>
                                            <p:strVal val="#ppt_x"/>
                                          </p:val>
                                        </p:tav>
                                      </p:tavLst>
                                    </p:anim>
                                    <p:anim calcmode="lin" valueType="num">
                                      <p:cBhvr>
                                        <p:cTn id="13" dur="1000" fill="hold"/>
                                        <p:tgtEl>
                                          <p:spTgt spid="219224"/>
                                        </p:tgtEl>
                                        <p:attrNameLst>
                                          <p:attrName>ppt_y</p:attrName>
                                        </p:attrNameLst>
                                      </p:cBhvr>
                                      <p:tavLst>
                                        <p:tav tm="0">
                                          <p:val>
                                            <p:strVal val="#ppt_y"/>
                                          </p:val>
                                        </p:tav>
                                        <p:tav tm="100000">
                                          <p:val>
                                            <p:strVal val="#ppt_y"/>
                                          </p:val>
                                        </p:tav>
                                      </p:tavLst>
                                    </p:anim>
                                    <p:animEffect transition="in" filter="wipe(right)" prLst="gradientSize: 0.1">
                                      <p:cBhvr>
                                        <p:cTn id="14" dur="1000"/>
                                        <p:tgtEl>
                                          <p:spTgt spid="219224"/>
                                        </p:tgtEl>
                                      </p:cBhvr>
                                    </p:animEffect>
                                  </p:childTnLst>
                                </p:cTn>
                              </p:par>
                              <p:par>
                                <p:cTn id="15" presetID="29" presetClass="entr" presetSubtype="0" fill="hold" grpId="0" nodeType="withEffect">
                                  <p:stCondLst>
                                    <p:cond delay="0"/>
                                  </p:stCondLst>
                                  <p:childTnLst>
                                    <p:set>
                                      <p:cBhvr>
                                        <p:cTn id="16" dur="1" fill="hold">
                                          <p:stCondLst>
                                            <p:cond delay="0"/>
                                          </p:stCondLst>
                                        </p:cTn>
                                        <p:tgtEl>
                                          <p:spTgt spid="219225"/>
                                        </p:tgtEl>
                                        <p:attrNameLst>
                                          <p:attrName>style.visibility</p:attrName>
                                        </p:attrNameLst>
                                      </p:cBhvr>
                                      <p:to>
                                        <p:strVal val="visible"/>
                                      </p:to>
                                    </p:set>
                                    <p:anim calcmode="lin" valueType="num">
                                      <p:cBhvr>
                                        <p:cTn id="17" dur="1000" fill="hold"/>
                                        <p:tgtEl>
                                          <p:spTgt spid="219225"/>
                                        </p:tgtEl>
                                        <p:attrNameLst>
                                          <p:attrName>ppt_x</p:attrName>
                                        </p:attrNameLst>
                                      </p:cBhvr>
                                      <p:tavLst>
                                        <p:tav tm="0">
                                          <p:val>
                                            <p:strVal val="#ppt_x-.2"/>
                                          </p:val>
                                        </p:tav>
                                        <p:tav tm="100000">
                                          <p:val>
                                            <p:strVal val="#ppt_x"/>
                                          </p:val>
                                        </p:tav>
                                      </p:tavLst>
                                    </p:anim>
                                    <p:anim calcmode="lin" valueType="num">
                                      <p:cBhvr>
                                        <p:cTn id="18" dur="1000" fill="hold"/>
                                        <p:tgtEl>
                                          <p:spTgt spid="219225"/>
                                        </p:tgtEl>
                                        <p:attrNameLst>
                                          <p:attrName>ppt_y</p:attrName>
                                        </p:attrNameLst>
                                      </p:cBhvr>
                                      <p:tavLst>
                                        <p:tav tm="0">
                                          <p:val>
                                            <p:strVal val="#ppt_y"/>
                                          </p:val>
                                        </p:tav>
                                        <p:tav tm="100000">
                                          <p:val>
                                            <p:strVal val="#ppt_y"/>
                                          </p:val>
                                        </p:tav>
                                      </p:tavLst>
                                    </p:anim>
                                    <p:animEffect transition="in" filter="wipe(right)" prLst="gradientSize: 0.1">
                                      <p:cBhvr>
                                        <p:cTn id="19" dur="1000"/>
                                        <p:tgtEl>
                                          <p:spTgt spid="219225"/>
                                        </p:tgtEl>
                                      </p:cBhvr>
                                    </p:animEffect>
                                  </p:childTnLst>
                                </p:cTn>
                              </p:par>
                              <p:par>
                                <p:cTn id="20" presetID="29" presetClass="entr" presetSubtype="0" fill="hold" grpId="0" nodeType="withEffect">
                                  <p:stCondLst>
                                    <p:cond delay="0"/>
                                  </p:stCondLst>
                                  <p:childTnLst>
                                    <p:set>
                                      <p:cBhvr>
                                        <p:cTn id="21" dur="1" fill="hold">
                                          <p:stCondLst>
                                            <p:cond delay="0"/>
                                          </p:stCondLst>
                                        </p:cTn>
                                        <p:tgtEl>
                                          <p:spTgt spid="219226"/>
                                        </p:tgtEl>
                                        <p:attrNameLst>
                                          <p:attrName>style.visibility</p:attrName>
                                        </p:attrNameLst>
                                      </p:cBhvr>
                                      <p:to>
                                        <p:strVal val="visible"/>
                                      </p:to>
                                    </p:set>
                                    <p:anim calcmode="lin" valueType="num">
                                      <p:cBhvr>
                                        <p:cTn id="22" dur="1000" fill="hold"/>
                                        <p:tgtEl>
                                          <p:spTgt spid="219226"/>
                                        </p:tgtEl>
                                        <p:attrNameLst>
                                          <p:attrName>ppt_x</p:attrName>
                                        </p:attrNameLst>
                                      </p:cBhvr>
                                      <p:tavLst>
                                        <p:tav tm="0">
                                          <p:val>
                                            <p:strVal val="#ppt_x-.2"/>
                                          </p:val>
                                        </p:tav>
                                        <p:tav tm="100000">
                                          <p:val>
                                            <p:strVal val="#ppt_x"/>
                                          </p:val>
                                        </p:tav>
                                      </p:tavLst>
                                    </p:anim>
                                    <p:anim calcmode="lin" valueType="num">
                                      <p:cBhvr>
                                        <p:cTn id="23" dur="1000" fill="hold"/>
                                        <p:tgtEl>
                                          <p:spTgt spid="219226"/>
                                        </p:tgtEl>
                                        <p:attrNameLst>
                                          <p:attrName>ppt_y</p:attrName>
                                        </p:attrNameLst>
                                      </p:cBhvr>
                                      <p:tavLst>
                                        <p:tav tm="0">
                                          <p:val>
                                            <p:strVal val="#ppt_y"/>
                                          </p:val>
                                        </p:tav>
                                        <p:tav tm="100000">
                                          <p:val>
                                            <p:strVal val="#ppt_y"/>
                                          </p:val>
                                        </p:tav>
                                      </p:tavLst>
                                    </p:anim>
                                    <p:animEffect transition="in" filter="wipe(right)" prLst="gradientSize: 0.1">
                                      <p:cBhvr>
                                        <p:cTn id="24" dur="1000"/>
                                        <p:tgtEl>
                                          <p:spTgt spid="219226"/>
                                        </p:tgtEl>
                                      </p:cBhvr>
                                    </p:animEffect>
                                  </p:childTnLst>
                                </p:cTn>
                              </p:par>
                              <p:par>
                                <p:cTn id="25" presetID="29" presetClass="entr" presetSubtype="0" fill="hold" grpId="0" nodeType="withEffect">
                                  <p:stCondLst>
                                    <p:cond delay="0"/>
                                  </p:stCondLst>
                                  <p:childTnLst>
                                    <p:set>
                                      <p:cBhvr>
                                        <p:cTn id="26" dur="1" fill="hold">
                                          <p:stCondLst>
                                            <p:cond delay="0"/>
                                          </p:stCondLst>
                                        </p:cTn>
                                        <p:tgtEl>
                                          <p:spTgt spid="219227"/>
                                        </p:tgtEl>
                                        <p:attrNameLst>
                                          <p:attrName>style.visibility</p:attrName>
                                        </p:attrNameLst>
                                      </p:cBhvr>
                                      <p:to>
                                        <p:strVal val="visible"/>
                                      </p:to>
                                    </p:set>
                                    <p:anim calcmode="lin" valueType="num">
                                      <p:cBhvr>
                                        <p:cTn id="27" dur="1000" fill="hold"/>
                                        <p:tgtEl>
                                          <p:spTgt spid="219227"/>
                                        </p:tgtEl>
                                        <p:attrNameLst>
                                          <p:attrName>ppt_x</p:attrName>
                                        </p:attrNameLst>
                                      </p:cBhvr>
                                      <p:tavLst>
                                        <p:tav tm="0">
                                          <p:val>
                                            <p:strVal val="#ppt_x-.2"/>
                                          </p:val>
                                        </p:tav>
                                        <p:tav tm="100000">
                                          <p:val>
                                            <p:strVal val="#ppt_x"/>
                                          </p:val>
                                        </p:tav>
                                      </p:tavLst>
                                    </p:anim>
                                    <p:anim calcmode="lin" valueType="num">
                                      <p:cBhvr>
                                        <p:cTn id="28" dur="1000" fill="hold"/>
                                        <p:tgtEl>
                                          <p:spTgt spid="219227"/>
                                        </p:tgtEl>
                                        <p:attrNameLst>
                                          <p:attrName>ppt_y</p:attrName>
                                        </p:attrNameLst>
                                      </p:cBhvr>
                                      <p:tavLst>
                                        <p:tav tm="0">
                                          <p:val>
                                            <p:strVal val="#ppt_y"/>
                                          </p:val>
                                        </p:tav>
                                        <p:tav tm="100000">
                                          <p:val>
                                            <p:strVal val="#ppt_y"/>
                                          </p:val>
                                        </p:tav>
                                      </p:tavLst>
                                    </p:anim>
                                    <p:animEffect transition="in" filter="wipe(right)" prLst="gradientSize: 0.1">
                                      <p:cBhvr>
                                        <p:cTn id="29" dur="1000"/>
                                        <p:tgtEl>
                                          <p:spTgt spid="219227"/>
                                        </p:tgtEl>
                                      </p:cBhvr>
                                    </p:animEffect>
                                  </p:childTnLst>
                                </p:cTn>
                              </p:par>
                              <p:par>
                                <p:cTn id="30" presetID="29" presetClass="entr" presetSubtype="0" fill="hold" grpId="0" nodeType="withEffect">
                                  <p:stCondLst>
                                    <p:cond delay="0"/>
                                  </p:stCondLst>
                                  <p:childTnLst>
                                    <p:set>
                                      <p:cBhvr>
                                        <p:cTn id="31" dur="1" fill="hold">
                                          <p:stCondLst>
                                            <p:cond delay="0"/>
                                          </p:stCondLst>
                                        </p:cTn>
                                        <p:tgtEl>
                                          <p:spTgt spid="219228"/>
                                        </p:tgtEl>
                                        <p:attrNameLst>
                                          <p:attrName>style.visibility</p:attrName>
                                        </p:attrNameLst>
                                      </p:cBhvr>
                                      <p:to>
                                        <p:strVal val="visible"/>
                                      </p:to>
                                    </p:set>
                                    <p:anim calcmode="lin" valueType="num">
                                      <p:cBhvr>
                                        <p:cTn id="32" dur="1000" fill="hold"/>
                                        <p:tgtEl>
                                          <p:spTgt spid="219228"/>
                                        </p:tgtEl>
                                        <p:attrNameLst>
                                          <p:attrName>ppt_x</p:attrName>
                                        </p:attrNameLst>
                                      </p:cBhvr>
                                      <p:tavLst>
                                        <p:tav tm="0">
                                          <p:val>
                                            <p:strVal val="#ppt_x-.2"/>
                                          </p:val>
                                        </p:tav>
                                        <p:tav tm="100000">
                                          <p:val>
                                            <p:strVal val="#ppt_x"/>
                                          </p:val>
                                        </p:tav>
                                      </p:tavLst>
                                    </p:anim>
                                    <p:anim calcmode="lin" valueType="num">
                                      <p:cBhvr>
                                        <p:cTn id="33" dur="1000" fill="hold"/>
                                        <p:tgtEl>
                                          <p:spTgt spid="219228"/>
                                        </p:tgtEl>
                                        <p:attrNameLst>
                                          <p:attrName>ppt_y</p:attrName>
                                        </p:attrNameLst>
                                      </p:cBhvr>
                                      <p:tavLst>
                                        <p:tav tm="0">
                                          <p:val>
                                            <p:strVal val="#ppt_y"/>
                                          </p:val>
                                        </p:tav>
                                        <p:tav tm="100000">
                                          <p:val>
                                            <p:strVal val="#ppt_y"/>
                                          </p:val>
                                        </p:tav>
                                      </p:tavLst>
                                    </p:anim>
                                    <p:animEffect transition="in" filter="wipe(right)" prLst="gradientSize: 0.1">
                                      <p:cBhvr>
                                        <p:cTn id="34" dur="1000"/>
                                        <p:tgtEl>
                                          <p:spTgt spid="219228"/>
                                        </p:tgtEl>
                                      </p:cBhvr>
                                    </p:animEffect>
                                  </p:childTnLst>
                                </p:cTn>
                              </p:par>
                              <p:par>
                                <p:cTn id="35" presetID="29" presetClass="entr" presetSubtype="0" fill="hold" grpId="0" nodeType="withEffect">
                                  <p:stCondLst>
                                    <p:cond delay="0"/>
                                  </p:stCondLst>
                                  <p:childTnLst>
                                    <p:set>
                                      <p:cBhvr>
                                        <p:cTn id="36" dur="1" fill="hold">
                                          <p:stCondLst>
                                            <p:cond delay="0"/>
                                          </p:stCondLst>
                                        </p:cTn>
                                        <p:tgtEl>
                                          <p:spTgt spid="219229"/>
                                        </p:tgtEl>
                                        <p:attrNameLst>
                                          <p:attrName>style.visibility</p:attrName>
                                        </p:attrNameLst>
                                      </p:cBhvr>
                                      <p:to>
                                        <p:strVal val="visible"/>
                                      </p:to>
                                    </p:set>
                                    <p:anim calcmode="lin" valueType="num">
                                      <p:cBhvr>
                                        <p:cTn id="37" dur="1000" fill="hold"/>
                                        <p:tgtEl>
                                          <p:spTgt spid="219229"/>
                                        </p:tgtEl>
                                        <p:attrNameLst>
                                          <p:attrName>ppt_x</p:attrName>
                                        </p:attrNameLst>
                                      </p:cBhvr>
                                      <p:tavLst>
                                        <p:tav tm="0">
                                          <p:val>
                                            <p:strVal val="#ppt_x-.2"/>
                                          </p:val>
                                        </p:tav>
                                        <p:tav tm="100000">
                                          <p:val>
                                            <p:strVal val="#ppt_x"/>
                                          </p:val>
                                        </p:tav>
                                      </p:tavLst>
                                    </p:anim>
                                    <p:anim calcmode="lin" valueType="num">
                                      <p:cBhvr>
                                        <p:cTn id="38" dur="1000" fill="hold"/>
                                        <p:tgtEl>
                                          <p:spTgt spid="219229"/>
                                        </p:tgtEl>
                                        <p:attrNameLst>
                                          <p:attrName>ppt_y</p:attrName>
                                        </p:attrNameLst>
                                      </p:cBhvr>
                                      <p:tavLst>
                                        <p:tav tm="0">
                                          <p:val>
                                            <p:strVal val="#ppt_y"/>
                                          </p:val>
                                        </p:tav>
                                        <p:tav tm="100000">
                                          <p:val>
                                            <p:strVal val="#ppt_y"/>
                                          </p:val>
                                        </p:tav>
                                      </p:tavLst>
                                    </p:anim>
                                    <p:animEffect transition="in" filter="wipe(right)" prLst="gradientSize: 0.1">
                                      <p:cBhvr>
                                        <p:cTn id="39" dur="1000"/>
                                        <p:tgtEl>
                                          <p:spTgt spid="219229"/>
                                        </p:tgtEl>
                                      </p:cBhvr>
                                    </p:animEffect>
                                  </p:childTnLst>
                                </p:cTn>
                              </p:par>
                              <p:par>
                                <p:cTn id="40" presetID="29" presetClass="entr" presetSubtype="0" fill="hold" grpId="0" nodeType="withEffect">
                                  <p:stCondLst>
                                    <p:cond delay="0"/>
                                  </p:stCondLst>
                                  <p:childTnLst>
                                    <p:set>
                                      <p:cBhvr>
                                        <p:cTn id="41" dur="1" fill="hold">
                                          <p:stCondLst>
                                            <p:cond delay="0"/>
                                          </p:stCondLst>
                                        </p:cTn>
                                        <p:tgtEl>
                                          <p:spTgt spid="219230"/>
                                        </p:tgtEl>
                                        <p:attrNameLst>
                                          <p:attrName>style.visibility</p:attrName>
                                        </p:attrNameLst>
                                      </p:cBhvr>
                                      <p:to>
                                        <p:strVal val="visible"/>
                                      </p:to>
                                    </p:set>
                                    <p:anim calcmode="lin" valueType="num">
                                      <p:cBhvr>
                                        <p:cTn id="42" dur="1000" fill="hold"/>
                                        <p:tgtEl>
                                          <p:spTgt spid="219230"/>
                                        </p:tgtEl>
                                        <p:attrNameLst>
                                          <p:attrName>ppt_x</p:attrName>
                                        </p:attrNameLst>
                                      </p:cBhvr>
                                      <p:tavLst>
                                        <p:tav tm="0">
                                          <p:val>
                                            <p:strVal val="#ppt_x-.2"/>
                                          </p:val>
                                        </p:tav>
                                        <p:tav tm="100000">
                                          <p:val>
                                            <p:strVal val="#ppt_x"/>
                                          </p:val>
                                        </p:tav>
                                      </p:tavLst>
                                    </p:anim>
                                    <p:anim calcmode="lin" valueType="num">
                                      <p:cBhvr>
                                        <p:cTn id="43" dur="1000" fill="hold"/>
                                        <p:tgtEl>
                                          <p:spTgt spid="219230"/>
                                        </p:tgtEl>
                                        <p:attrNameLst>
                                          <p:attrName>ppt_y</p:attrName>
                                        </p:attrNameLst>
                                      </p:cBhvr>
                                      <p:tavLst>
                                        <p:tav tm="0">
                                          <p:val>
                                            <p:strVal val="#ppt_y"/>
                                          </p:val>
                                        </p:tav>
                                        <p:tav tm="100000">
                                          <p:val>
                                            <p:strVal val="#ppt_y"/>
                                          </p:val>
                                        </p:tav>
                                      </p:tavLst>
                                    </p:anim>
                                    <p:animEffect transition="in" filter="wipe(right)" prLst="gradientSize: 0.1">
                                      <p:cBhvr>
                                        <p:cTn id="44" dur="1000"/>
                                        <p:tgtEl>
                                          <p:spTgt spid="219230"/>
                                        </p:tgtEl>
                                      </p:cBhvr>
                                    </p:animEffect>
                                  </p:childTnLst>
                                </p:cTn>
                              </p:par>
                              <p:par>
                                <p:cTn id="45" presetID="29" presetClass="entr" presetSubtype="0" fill="hold" grpId="0" nodeType="withEffect">
                                  <p:stCondLst>
                                    <p:cond delay="0"/>
                                  </p:stCondLst>
                                  <p:childTnLst>
                                    <p:set>
                                      <p:cBhvr>
                                        <p:cTn id="46" dur="1" fill="hold">
                                          <p:stCondLst>
                                            <p:cond delay="0"/>
                                          </p:stCondLst>
                                        </p:cTn>
                                        <p:tgtEl>
                                          <p:spTgt spid="219231"/>
                                        </p:tgtEl>
                                        <p:attrNameLst>
                                          <p:attrName>style.visibility</p:attrName>
                                        </p:attrNameLst>
                                      </p:cBhvr>
                                      <p:to>
                                        <p:strVal val="visible"/>
                                      </p:to>
                                    </p:set>
                                    <p:anim calcmode="lin" valueType="num">
                                      <p:cBhvr>
                                        <p:cTn id="47" dur="1000" fill="hold"/>
                                        <p:tgtEl>
                                          <p:spTgt spid="219231"/>
                                        </p:tgtEl>
                                        <p:attrNameLst>
                                          <p:attrName>ppt_x</p:attrName>
                                        </p:attrNameLst>
                                      </p:cBhvr>
                                      <p:tavLst>
                                        <p:tav tm="0">
                                          <p:val>
                                            <p:strVal val="#ppt_x-.2"/>
                                          </p:val>
                                        </p:tav>
                                        <p:tav tm="100000">
                                          <p:val>
                                            <p:strVal val="#ppt_x"/>
                                          </p:val>
                                        </p:tav>
                                      </p:tavLst>
                                    </p:anim>
                                    <p:anim calcmode="lin" valueType="num">
                                      <p:cBhvr>
                                        <p:cTn id="48" dur="1000" fill="hold"/>
                                        <p:tgtEl>
                                          <p:spTgt spid="219231"/>
                                        </p:tgtEl>
                                        <p:attrNameLst>
                                          <p:attrName>ppt_y</p:attrName>
                                        </p:attrNameLst>
                                      </p:cBhvr>
                                      <p:tavLst>
                                        <p:tav tm="0">
                                          <p:val>
                                            <p:strVal val="#ppt_y"/>
                                          </p:val>
                                        </p:tav>
                                        <p:tav tm="100000">
                                          <p:val>
                                            <p:strVal val="#ppt_y"/>
                                          </p:val>
                                        </p:tav>
                                      </p:tavLst>
                                    </p:anim>
                                    <p:animEffect transition="in" filter="wipe(right)" prLst="gradientSize: 0.1">
                                      <p:cBhvr>
                                        <p:cTn id="49" dur="1000"/>
                                        <p:tgtEl>
                                          <p:spTgt spid="219231"/>
                                        </p:tgtEl>
                                      </p:cBhvr>
                                    </p:animEffect>
                                  </p:childTnLst>
                                </p:cTn>
                              </p:par>
                              <p:par>
                                <p:cTn id="50" presetID="29" presetClass="entr" presetSubtype="0" fill="hold" grpId="0" nodeType="withEffect">
                                  <p:stCondLst>
                                    <p:cond delay="0"/>
                                  </p:stCondLst>
                                  <p:childTnLst>
                                    <p:set>
                                      <p:cBhvr>
                                        <p:cTn id="51" dur="1" fill="hold">
                                          <p:stCondLst>
                                            <p:cond delay="0"/>
                                          </p:stCondLst>
                                        </p:cTn>
                                        <p:tgtEl>
                                          <p:spTgt spid="219232"/>
                                        </p:tgtEl>
                                        <p:attrNameLst>
                                          <p:attrName>style.visibility</p:attrName>
                                        </p:attrNameLst>
                                      </p:cBhvr>
                                      <p:to>
                                        <p:strVal val="visible"/>
                                      </p:to>
                                    </p:set>
                                    <p:anim calcmode="lin" valueType="num">
                                      <p:cBhvr>
                                        <p:cTn id="52" dur="1000" fill="hold"/>
                                        <p:tgtEl>
                                          <p:spTgt spid="219232"/>
                                        </p:tgtEl>
                                        <p:attrNameLst>
                                          <p:attrName>ppt_x</p:attrName>
                                        </p:attrNameLst>
                                      </p:cBhvr>
                                      <p:tavLst>
                                        <p:tav tm="0">
                                          <p:val>
                                            <p:strVal val="#ppt_x-.2"/>
                                          </p:val>
                                        </p:tav>
                                        <p:tav tm="100000">
                                          <p:val>
                                            <p:strVal val="#ppt_x"/>
                                          </p:val>
                                        </p:tav>
                                      </p:tavLst>
                                    </p:anim>
                                    <p:anim calcmode="lin" valueType="num">
                                      <p:cBhvr>
                                        <p:cTn id="53" dur="1000" fill="hold"/>
                                        <p:tgtEl>
                                          <p:spTgt spid="219232"/>
                                        </p:tgtEl>
                                        <p:attrNameLst>
                                          <p:attrName>ppt_y</p:attrName>
                                        </p:attrNameLst>
                                      </p:cBhvr>
                                      <p:tavLst>
                                        <p:tav tm="0">
                                          <p:val>
                                            <p:strVal val="#ppt_y"/>
                                          </p:val>
                                        </p:tav>
                                        <p:tav tm="100000">
                                          <p:val>
                                            <p:strVal val="#ppt_y"/>
                                          </p:val>
                                        </p:tav>
                                      </p:tavLst>
                                    </p:anim>
                                    <p:animEffect transition="in" filter="wipe(right)" prLst="gradientSize: 0.1">
                                      <p:cBhvr>
                                        <p:cTn id="54" dur="1000"/>
                                        <p:tgtEl>
                                          <p:spTgt spid="219232"/>
                                        </p:tgtEl>
                                      </p:cBhvr>
                                    </p:animEffect>
                                  </p:childTnLst>
                                </p:cTn>
                              </p:par>
                              <p:par>
                                <p:cTn id="55" presetID="29" presetClass="entr" presetSubtype="0" fill="hold" grpId="0" nodeType="withEffect">
                                  <p:stCondLst>
                                    <p:cond delay="0"/>
                                  </p:stCondLst>
                                  <p:childTnLst>
                                    <p:set>
                                      <p:cBhvr>
                                        <p:cTn id="56" dur="1" fill="hold">
                                          <p:stCondLst>
                                            <p:cond delay="0"/>
                                          </p:stCondLst>
                                        </p:cTn>
                                        <p:tgtEl>
                                          <p:spTgt spid="219233"/>
                                        </p:tgtEl>
                                        <p:attrNameLst>
                                          <p:attrName>style.visibility</p:attrName>
                                        </p:attrNameLst>
                                      </p:cBhvr>
                                      <p:to>
                                        <p:strVal val="visible"/>
                                      </p:to>
                                    </p:set>
                                    <p:anim calcmode="lin" valueType="num">
                                      <p:cBhvr>
                                        <p:cTn id="57" dur="1000" fill="hold"/>
                                        <p:tgtEl>
                                          <p:spTgt spid="219233"/>
                                        </p:tgtEl>
                                        <p:attrNameLst>
                                          <p:attrName>ppt_x</p:attrName>
                                        </p:attrNameLst>
                                      </p:cBhvr>
                                      <p:tavLst>
                                        <p:tav tm="0">
                                          <p:val>
                                            <p:strVal val="#ppt_x-.2"/>
                                          </p:val>
                                        </p:tav>
                                        <p:tav tm="100000">
                                          <p:val>
                                            <p:strVal val="#ppt_x"/>
                                          </p:val>
                                        </p:tav>
                                      </p:tavLst>
                                    </p:anim>
                                    <p:anim calcmode="lin" valueType="num">
                                      <p:cBhvr>
                                        <p:cTn id="58" dur="1000" fill="hold"/>
                                        <p:tgtEl>
                                          <p:spTgt spid="219233"/>
                                        </p:tgtEl>
                                        <p:attrNameLst>
                                          <p:attrName>ppt_y</p:attrName>
                                        </p:attrNameLst>
                                      </p:cBhvr>
                                      <p:tavLst>
                                        <p:tav tm="0">
                                          <p:val>
                                            <p:strVal val="#ppt_y"/>
                                          </p:val>
                                        </p:tav>
                                        <p:tav tm="100000">
                                          <p:val>
                                            <p:strVal val="#ppt_y"/>
                                          </p:val>
                                        </p:tav>
                                      </p:tavLst>
                                    </p:anim>
                                    <p:animEffect transition="in" filter="wipe(right)" prLst="gradientSize: 0.1">
                                      <p:cBhvr>
                                        <p:cTn id="59" dur="1000"/>
                                        <p:tgtEl>
                                          <p:spTgt spid="219233"/>
                                        </p:tgtEl>
                                      </p:cBhvr>
                                    </p:animEffect>
                                  </p:childTnLst>
                                </p:cTn>
                              </p:par>
                              <p:par>
                                <p:cTn id="60" presetID="29" presetClass="entr" presetSubtype="0" fill="hold" grpId="0" nodeType="withEffect">
                                  <p:stCondLst>
                                    <p:cond delay="0"/>
                                  </p:stCondLst>
                                  <p:childTnLst>
                                    <p:set>
                                      <p:cBhvr>
                                        <p:cTn id="61" dur="1" fill="hold">
                                          <p:stCondLst>
                                            <p:cond delay="0"/>
                                          </p:stCondLst>
                                        </p:cTn>
                                        <p:tgtEl>
                                          <p:spTgt spid="219234"/>
                                        </p:tgtEl>
                                        <p:attrNameLst>
                                          <p:attrName>style.visibility</p:attrName>
                                        </p:attrNameLst>
                                      </p:cBhvr>
                                      <p:to>
                                        <p:strVal val="visible"/>
                                      </p:to>
                                    </p:set>
                                    <p:anim calcmode="lin" valueType="num">
                                      <p:cBhvr>
                                        <p:cTn id="62" dur="1000" fill="hold"/>
                                        <p:tgtEl>
                                          <p:spTgt spid="219234"/>
                                        </p:tgtEl>
                                        <p:attrNameLst>
                                          <p:attrName>ppt_x</p:attrName>
                                        </p:attrNameLst>
                                      </p:cBhvr>
                                      <p:tavLst>
                                        <p:tav tm="0">
                                          <p:val>
                                            <p:strVal val="#ppt_x-.2"/>
                                          </p:val>
                                        </p:tav>
                                        <p:tav tm="100000">
                                          <p:val>
                                            <p:strVal val="#ppt_x"/>
                                          </p:val>
                                        </p:tav>
                                      </p:tavLst>
                                    </p:anim>
                                    <p:anim calcmode="lin" valueType="num">
                                      <p:cBhvr>
                                        <p:cTn id="63" dur="1000" fill="hold"/>
                                        <p:tgtEl>
                                          <p:spTgt spid="219234"/>
                                        </p:tgtEl>
                                        <p:attrNameLst>
                                          <p:attrName>ppt_y</p:attrName>
                                        </p:attrNameLst>
                                      </p:cBhvr>
                                      <p:tavLst>
                                        <p:tav tm="0">
                                          <p:val>
                                            <p:strVal val="#ppt_y"/>
                                          </p:val>
                                        </p:tav>
                                        <p:tav tm="100000">
                                          <p:val>
                                            <p:strVal val="#ppt_y"/>
                                          </p:val>
                                        </p:tav>
                                      </p:tavLst>
                                    </p:anim>
                                    <p:animEffect transition="in" filter="wipe(right)" prLst="gradientSize: 0.1">
                                      <p:cBhvr>
                                        <p:cTn id="64" dur="1000"/>
                                        <p:tgtEl>
                                          <p:spTgt spid="219234"/>
                                        </p:tgtEl>
                                      </p:cBhvr>
                                    </p:animEffect>
                                  </p:childTnLst>
                                </p:cTn>
                              </p:par>
                              <p:par>
                                <p:cTn id="65" presetID="29" presetClass="entr" presetSubtype="0" fill="hold" grpId="0" nodeType="withEffect">
                                  <p:stCondLst>
                                    <p:cond delay="0"/>
                                  </p:stCondLst>
                                  <p:childTnLst>
                                    <p:set>
                                      <p:cBhvr>
                                        <p:cTn id="66" dur="1" fill="hold">
                                          <p:stCondLst>
                                            <p:cond delay="0"/>
                                          </p:stCondLst>
                                        </p:cTn>
                                        <p:tgtEl>
                                          <p:spTgt spid="219245"/>
                                        </p:tgtEl>
                                        <p:attrNameLst>
                                          <p:attrName>style.visibility</p:attrName>
                                        </p:attrNameLst>
                                      </p:cBhvr>
                                      <p:to>
                                        <p:strVal val="visible"/>
                                      </p:to>
                                    </p:set>
                                    <p:anim calcmode="lin" valueType="num">
                                      <p:cBhvr>
                                        <p:cTn id="67" dur="1000" fill="hold"/>
                                        <p:tgtEl>
                                          <p:spTgt spid="219245"/>
                                        </p:tgtEl>
                                        <p:attrNameLst>
                                          <p:attrName>ppt_x</p:attrName>
                                        </p:attrNameLst>
                                      </p:cBhvr>
                                      <p:tavLst>
                                        <p:tav tm="0">
                                          <p:val>
                                            <p:strVal val="#ppt_x-.2"/>
                                          </p:val>
                                        </p:tav>
                                        <p:tav tm="100000">
                                          <p:val>
                                            <p:strVal val="#ppt_x"/>
                                          </p:val>
                                        </p:tav>
                                      </p:tavLst>
                                    </p:anim>
                                    <p:anim calcmode="lin" valueType="num">
                                      <p:cBhvr>
                                        <p:cTn id="68" dur="1000" fill="hold"/>
                                        <p:tgtEl>
                                          <p:spTgt spid="219245"/>
                                        </p:tgtEl>
                                        <p:attrNameLst>
                                          <p:attrName>ppt_y</p:attrName>
                                        </p:attrNameLst>
                                      </p:cBhvr>
                                      <p:tavLst>
                                        <p:tav tm="0">
                                          <p:val>
                                            <p:strVal val="#ppt_y"/>
                                          </p:val>
                                        </p:tav>
                                        <p:tav tm="100000">
                                          <p:val>
                                            <p:strVal val="#ppt_y"/>
                                          </p:val>
                                        </p:tav>
                                      </p:tavLst>
                                    </p:anim>
                                    <p:animEffect transition="in" filter="wipe(right)" prLst="gradientSize: 0.1">
                                      <p:cBhvr>
                                        <p:cTn id="69" dur="1000"/>
                                        <p:tgtEl>
                                          <p:spTgt spid="219245"/>
                                        </p:tgtEl>
                                      </p:cBhvr>
                                    </p:animEffect>
                                  </p:childTnLst>
                                </p:cTn>
                              </p:par>
                            </p:childTnLst>
                          </p:cTn>
                        </p:par>
                      </p:childTnLst>
                    </p:cTn>
                  </p:par>
                  <p:par>
                    <p:cTn id="70" fill="hold">
                      <p:stCondLst>
                        <p:cond delay="indefinite"/>
                      </p:stCondLst>
                      <p:childTnLst>
                        <p:par>
                          <p:cTn id="71" fill="hold">
                            <p:stCondLst>
                              <p:cond delay="0"/>
                            </p:stCondLst>
                            <p:childTnLst>
                              <p:par>
                                <p:cTn id="72" presetID="29" presetClass="entr" presetSubtype="0" fill="hold" grpId="0" nodeType="clickEffect">
                                  <p:stCondLst>
                                    <p:cond delay="0"/>
                                  </p:stCondLst>
                                  <p:childTnLst>
                                    <p:set>
                                      <p:cBhvr>
                                        <p:cTn id="73" dur="1" fill="hold">
                                          <p:stCondLst>
                                            <p:cond delay="0"/>
                                          </p:stCondLst>
                                        </p:cTn>
                                        <p:tgtEl>
                                          <p:spTgt spid="219235"/>
                                        </p:tgtEl>
                                        <p:attrNameLst>
                                          <p:attrName>style.visibility</p:attrName>
                                        </p:attrNameLst>
                                      </p:cBhvr>
                                      <p:to>
                                        <p:strVal val="visible"/>
                                      </p:to>
                                    </p:set>
                                    <p:anim calcmode="lin" valueType="num">
                                      <p:cBhvr>
                                        <p:cTn id="74" dur="1000" fill="hold"/>
                                        <p:tgtEl>
                                          <p:spTgt spid="219235"/>
                                        </p:tgtEl>
                                        <p:attrNameLst>
                                          <p:attrName>ppt_x</p:attrName>
                                        </p:attrNameLst>
                                      </p:cBhvr>
                                      <p:tavLst>
                                        <p:tav tm="0">
                                          <p:val>
                                            <p:strVal val="#ppt_x-.2"/>
                                          </p:val>
                                        </p:tav>
                                        <p:tav tm="100000">
                                          <p:val>
                                            <p:strVal val="#ppt_x"/>
                                          </p:val>
                                        </p:tav>
                                      </p:tavLst>
                                    </p:anim>
                                    <p:anim calcmode="lin" valueType="num">
                                      <p:cBhvr>
                                        <p:cTn id="75" dur="1000" fill="hold"/>
                                        <p:tgtEl>
                                          <p:spTgt spid="219235"/>
                                        </p:tgtEl>
                                        <p:attrNameLst>
                                          <p:attrName>ppt_y</p:attrName>
                                        </p:attrNameLst>
                                      </p:cBhvr>
                                      <p:tavLst>
                                        <p:tav tm="0">
                                          <p:val>
                                            <p:strVal val="#ppt_y"/>
                                          </p:val>
                                        </p:tav>
                                        <p:tav tm="100000">
                                          <p:val>
                                            <p:strVal val="#ppt_y"/>
                                          </p:val>
                                        </p:tav>
                                      </p:tavLst>
                                    </p:anim>
                                    <p:animEffect transition="in" filter="wipe(right)" prLst="gradientSize: 0.1">
                                      <p:cBhvr>
                                        <p:cTn id="76" dur="1000"/>
                                        <p:tgtEl>
                                          <p:spTgt spid="219235"/>
                                        </p:tgtEl>
                                      </p:cBhvr>
                                    </p:animEffect>
                                  </p:childTnLst>
                                </p:cTn>
                              </p:par>
                              <p:par>
                                <p:cTn id="77" presetID="7" presetClass="emph" presetSubtype="2" fill="hold" nodeType="withEffect">
                                  <p:stCondLst>
                                    <p:cond delay="0"/>
                                  </p:stCondLst>
                                  <p:childTnLst>
                                    <p:animClr clrSpc="rgb" dir="cw">
                                      <p:cBhvr>
                                        <p:cTn id="78" dur="2000" fill="hold"/>
                                        <p:tgtEl>
                                          <p:spTgt spid="219204"/>
                                        </p:tgtEl>
                                        <p:attrNameLst>
                                          <p:attrName>stroke.color</p:attrName>
                                        </p:attrNameLst>
                                      </p:cBhvr>
                                      <p:to>
                                        <a:srgbClr val="CC0000"/>
                                      </p:to>
                                    </p:animClr>
                                    <p:set>
                                      <p:cBhvr>
                                        <p:cTn id="79" dur="2000" fill="hold"/>
                                        <p:tgtEl>
                                          <p:spTgt spid="219204"/>
                                        </p:tgtEl>
                                        <p:attrNameLst>
                                          <p:attrName>stroke.on</p:attrName>
                                        </p:attrNameLst>
                                      </p:cBhvr>
                                      <p:to>
                                        <p:strVal val="true"/>
                                      </p:to>
                                    </p:set>
                                  </p:childTnLst>
                                </p:cTn>
                              </p:par>
                            </p:childTnLst>
                          </p:cTn>
                        </p:par>
                      </p:childTnLst>
                    </p:cTn>
                  </p:par>
                  <p:par>
                    <p:cTn id="80" fill="hold">
                      <p:stCondLst>
                        <p:cond delay="indefinite"/>
                      </p:stCondLst>
                      <p:childTnLst>
                        <p:par>
                          <p:cTn id="81" fill="hold">
                            <p:stCondLst>
                              <p:cond delay="0"/>
                            </p:stCondLst>
                            <p:childTnLst>
                              <p:par>
                                <p:cTn id="82" presetID="29" presetClass="entr" presetSubtype="0" fill="hold" grpId="0" nodeType="clickEffect">
                                  <p:stCondLst>
                                    <p:cond delay="0"/>
                                  </p:stCondLst>
                                  <p:childTnLst>
                                    <p:set>
                                      <p:cBhvr>
                                        <p:cTn id="83" dur="1" fill="hold">
                                          <p:stCondLst>
                                            <p:cond delay="0"/>
                                          </p:stCondLst>
                                        </p:cTn>
                                        <p:tgtEl>
                                          <p:spTgt spid="219236"/>
                                        </p:tgtEl>
                                        <p:attrNameLst>
                                          <p:attrName>style.visibility</p:attrName>
                                        </p:attrNameLst>
                                      </p:cBhvr>
                                      <p:to>
                                        <p:strVal val="visible"/>
                                      </p:to>
                                    </p:set>
                                    <p:anim calcmode="lin" valueType="num">
                                      <p:cBhvr>
                                        <p:cTn id="84" dur="1000" fill="hold"/>
                                        <p:tgtEl>
                                          <p:spTgt spid="219236"/>
                                        </p:tgtEl>
                                        <p:attrNameLst>
                                          <p:attrName>ppt_x</p:attrName>
                                        </p:attrNameLst>
                                      </p:cBhvr>
                                      <p:tavLst>
                                        <p:tav tm="0">
                                          <p:val>
                                            <p:strVal val="#ppt_x-.2"/>
                                          </p:val>
                                        </p:tav>
                                        <p:tav tm="100000">
                                          <p:val>
                                            <p:strVal val="#ppt_x"/>
                                          </p:val>
                                        </p:tav>
                                      </p:tavLst>
                                    </p:anim>
                                    <p:anim calcmode="lin" valueType="num">
                                      <p:cBhvr>
                                        <p:cTn id="85" dur="1000" fill="hold"/>
                                        <p:tgtEl>
                                          <p:spTgt spid="219236"/>
                                        </p:tgtEl>
                                        <p:attrNameLst>
                                          <p:attrName>ppt_y</p:attrName>
                                        </p:attrNameLst>
                                      </p:cBhvr>
                                      <p:tavLst>
                                        <p:tav tm="0">
                                          <p:val>
                                            <p:strVal val="#ppt_y"/>
                                          </p:val>
                                        </p:tav>
                                        <p:tav tm="100000">
                                          <p:val>
                                            <p:strVal val="#ppt_y"/>
                                          </p:val>
                                        </p:tav>
                                      </p:tavLst>
                                    </p:anim>
                                    <p:animEffect transition="in" filter="wipe(right)" prLst="gradientSize: 0.1">
                                      <p:cBhvr>
                                        <p:cTn id="86" dur="1000"/>
                                        <p:tgtEl>
                                          <p:spTgt spid="219236"/>
                                        </p:tgtEl>
                                      </p:cBhvr>
                                    </p:animEffect>
                                  </p:childTnLst>
                                </p:cTn>
                              </p:par>
                              <p:par>
                                <p:cTn id="87" presetID="7" presetClass="emph" presetSubtype="2" fill="hold" nodeType="withEffect">
                                  <p:stCondLst>
                                    <p:cond delay="0"/>
                                  </p:stCondLst>
                                  <p:childTnLst>
                                    <p:animClr clrSpc="rgb" dir="cw">
                                      <p:cBhvr>
                                        <p:cTn id="88" dur="2000" fill="hold"/>
                                        <p:tgtEl>
                                          <p:spTgt spid="219212"/>
                                        </p:tgtEl>
                                        <p:attrNameLst>
                                          <p:attrName>stroke.color</p:attrName>
                                        </p:attrNameLst>
                                      </p:cBhvr>
                                      <p:to>
                                        <a:srgbClr val="CC0000"/>
                                      </p:to>
                                    </p:animClr>
                                    <p:set>
                                      <p:cBhvr>
                                        <p:cTn id="89" dur="2000" fill="hold"/>
                                        <p:tgtEl>
                                          <p:spTgt spid="219212"/>
                                        </p:tgtEl>
                                        <p:attrNameLst>
                                          <p:attrName>stroke.on</p:attrName>
                                        </p:attrNameLst>
                                      </p:cBhvr>
                                      <p:to>
                                        <p:strVal val="true"/>
                                      </p:to>
                                    </p:set>
                                  </p:childTnLst>
                                </p:cTn>
                              </p:par>
                            </p:childTnLst>
                          </p:cTn>
                        </p:par>
                      </p:childTnLst>
                    </p:cTn>
                  </p:par>
                  <p:par>
                    <p:cTn id="90" fill="hold">
                      <p:stCondLst>
                        <p:cond delay="indefinite"/>
                      </p:stCondLst>
                      <p:childTnLst>
                        <p:par>
                          <p:cTn id="91" fill="hold">
                            <p:stCondLst>
                              <p:cond delay="0"/>
                            </p:stCondLst>
                            <p:childTnLst>
                              <p:par>
                                <p:cTn id="92" presetID="29" presetClass="entr" presetSubtype="0" fill="hold" grpId="0" nodeType="clickEffect">
                                  <p:stCondLst>
                                    <p:cond delay="0"/>
                                  </p:stCondLst>
                                  <p:childTnLst>
                                    <p:set>
                                      <p:cBhvr>
                                        <p:cTn id="93" dur="1" fill="hold">
                                          <p:stCondLst>
                                            <p:cond delay="0"/>
                                          </p:stCondLst>
                                        </p:cTn>
                                        <p:tgtEl>
                                          <p:spTgt spid="219237"/>
                                        </p:tgtEl>
                                        <p:attrNameLst>
                                          <p:attrName>style.visibility</p:attrName>
                                        </p:attrNameLst>
                                      </p:cBhvr>
                                      <p:to>
                                        <p:strVal val="visible"/>
                                      </p:to>
                                    </p:set>
                                    <p:anim calcmode="lin" valueType="num">
                                      <p:cBhvr>
                                        <p:cTn id="94" dur="1000" fill="hold"/>
                                        <p:tgtEl>
                                          <p:spTgt spid="219237"/>
                                        </p:tgtEl>
                                        <p:attrNameLst>
                                          <p:attrName>ppt_x</p:attrName>
                                        </p:attrNameLst>
                                      </p:cBhvr>
                                      <p:tavLst>
                                        <p:tav tm="0">
                                          <p:val>
                                            <p:strVal val="#ppt_x-.2"/>
                                          </p:val>
                                        </p:tav>
                                        <p:tav tm="100000">
                                          <p:val>
                                            <p:strVal val="#ppt_x"/>
                                          </p:val>
                                        </p:tav>
                                      </p:tavLst>
                                    </p:anim>
                                    <p:anim calcmode="lin" valueType="num">
                                      <p:cBhvr>
                                        <p:cTn id="95" dur="1000" fill="hold"/>
                                        <p:tgtEl>
                                          <p:spTgt spid="219237"/>
                                        </p:tgtEl>
                                        <p:attrNameLst>
                                          <p:attrName>ppt_y</p:attrName>
                                        </p:attrNameLst>
                                      </p:cBhvr>
                                      <p:tavLst>
                                        <p:tav tm="0">
                                          <p:val>
                                            <p:strVal val="#ppt_y"/>
                                          </p:val>
                                        </p:tav>
                                        <p:tav tm="100000">
                                          <p:val>
                                            <p:strVal val="#ppt_y"/>
                                          </p:val>
                                        </p:tav>
                                      </p:tavLst>
                                    </p:anim>
                                    <p:animEffect transition="in" filter="wipe(right)" prLst="gradientSize: 0.1">
                                      <p:cBhvr>
                                        <p:cTn id="96" dur="1000"/>
                                        <p:tgtEl>
                                          <p:spTgt spid="219237"/>
                                        </p:tgtEl>
                                      </p:cBhvr>
                                    </p:animEffect>
                                  </p:childTnLst>
                                </p:cTn>
                              </p:par>
                              <p:par>
                                <p:cTn id="97" presetID="7" presetClass="emph" presetSubtype="2" fill="hold" nodeType="withEffect">
                                  <p:stCondLst>
                                    <p:cond delay="0"/>
                                  </p:stCondLst>
                                  <p:childTnLst>
                                    <p:animClr clrSpc="rgb" dir="cw">
                                      <p:cBhvr>
                                        <p:cTn id="98" dur="2000" fill="hold"/>
                                        <p:tgtEl>
                                          <p:spTgt spid="219207"/>
                                        </p:tgtEl>
                                        <p:attrNameLst>
                                          <p:attrName>stroke.color</p:attrName>
                                        </p:attrNameLst>
                                      </p:cBhvr>
                                      <p:to>
                                        <a:srgbClr val="CC0000"/>
                                      </p:to>
                                    </p:animClr>
                                    <p:set>
                                      <p:cBhvr>
                                        <p:cTn id="99" dur="2000" fill="hold"/>
                                        <p:tgtEl>
                                          <p:spTgt spid="219207"/>
                                        </p:tgtEl>
                                        <p:attrNameLst>
                                          <p:attrName>stroke.on</p:attrName>
                                        </p:attrNameLst>
                                      </p:cBhvr>
                                      <p:to>
                                        <p:strVal val="true"/>
                                      </p:to>
                                    </p:set>
                                  </p:childTnLst>
                                </p:cTn>
                              </p:par>
                            </p:childTnLst>
                          </p:cTn>
                        </p:par>
                      </p:childTnLst>
                    </p:cTn>
                  </p:par>
                  <p:par>
                    <p:cTn id="100" fill="hold">
                      <p:stCondLst>
                        <p:cond delay="indefinite"/>
                      </p:stCondLst>
                      <p:childTnLst>
                        <p:par>
                          <p:cTn id="101" fill="hold">
                            <p:stCondLst>
                              <p:cond delay="0"/>
                            </p:stCondLst>
                            <p:childTnLst>
                              <p:par>
                                <p:cTn id="102" presetID="29" presetClass="entr" presetSubtype="0" fill="hold" grpId="0" nodeType="clickEffect">
                                  <p:stCondLst>
                                    <p:cond delay="0"/>
                                  </p:stCondLst>
                                  <p:childTnLst>
                                    <p:set>
                                      <p:cBhvr>
                                        <p:cTn id="103" dur="1" fill="hold">
                                          <p:stCondLst>
                                            <p:cond delay="0"/>
                                          </p:stCondLst>
                                        </p:cTn>
                                        <p:tgtEl>
                                          <p:spTgt spid="219238"/>
                                        </p:tgtEl>
                                        <p:attrNameLst>
                                          <p:attrName>style.visibility</p:attrName>
                                        </p:attrNameLst>
                                      </p:cBhvr>
                                      <p:to>
                                        <p:strVal val="visible"/>
                                      </p:to>
                                    </p:set>
                                    <p:anim calcmode="lin" valueType="num">
                                      <p:cBhvr>
                                        <p:cTn id="104" dur="1000" fill="hold"/>
                                        <p:tgtEl>
                                          <p:spTgt spid="219238"/>
                                        </p:tgtEl>
                                        <p:attrNameLst>
                                          <p:attrName>ppt_x</p:attrName>
                                        </p:attrNameLst>
                                      </p:cBhvr>
                                      <p:tavLst>
                                        <p:tav tm="0">
                                          <p:val>
                                            <p:strVal val="#ppt_x-.2"/>
                                          </p:val>
                                        </p:tav>
                                        <p:tav tm="100000">
                                          <p:val>
                                            <p:strVal val="#ppt_x"/>
                                          </p:val>
                                        </p:tav>
                                      </p:tavLst>
                                    </p:anim>
                                    <p:anim calcmode="lin" valueType="num">
                                      <p:cBhvr>
                                        <p:cTn id="105" dur="1000" fill="hold"/>
                                        <p:tgtEl>
                                          <p:spTgt spid="219238"/>
                                        </p:tgtEl>
                                        <p:attrNameLst>
                                          <p:attrName>ppt_y</p:attrName>
                                        </p:attrNameLst>
                                      </p:cBhvr>
                                      <p:tavLst>
                                        <p:tav tm="0">
                                          <p:val>
                                            <p:strVal val="#ppt_y"/>
                                          </p:val>
                                        </p:tav>
                                        <p:tav tm="100000">
                                          <p:val>
                                            <p:strVal val="#ppt_y"/>
                                          </p:val>
                                        </p:tav>
                                      </p:tavLst>
                                    </p:anim>
                                    <p:animEffect transition="in" filter="wipe(right)" prLst="gradientSize: 0.1">
                                      <p:cBhvr>
                                        <p:cTn id="106" dur="1000"/>
                                        <p:tgtEl>
                                          <p:spTgt spid="219238"/>
                                        </p:tgtEl>
                                      </p:cBhvr>
                                    </p:animEffect>
                                  </p:childTnLst>
                                </p:cTn>
                              </p:par>
                              <p:par>
                                <p:cTn id="107" presetID="7" presetClass="emph" presetSubtype="2" fill="hold" nodeType="withEffect">
                                  <p:stCondLst>
                                    <p:cond delay="0"/>
                                  </p:stCondLst>
                                  <p:childTnLst>
                                    <p:animClr clrSpc="rgb" dir="cw">
                                      <p:cBhvr>
                                        <p:cTn id="108" dur="2000" fill="hold"/>
                                        <p:tgtEl>
                                          <p:spTgt spid="219209"/>
                                        </p:tgtEl>
                                        <p:attrNameLst>
                                          <p:attrName>stroke.color</p:attrName>
                                        </p:attrNameLst>
                                      </p:cBhvr>
                                      <p:to>
                                        <a:srgbClr val="CC0000"/>
                                      </p:to>
                                    </p:animClr>
                                    <p:set>
                                      <p:cBhvr>
                                        <p:cTn id="109" dur="2000" fill="hold"/>
                                        <p:tgtEl>
                                          <p:spTgt spid="219209"/>
                                        </p:tgtEl>
                                        <p:attrNameLst>
                                          <p:attrName>stroke.on</p:attrName>
                                        </p:attrNameLst>
                                      </p:cBhvr>
                                      <p:to>
                                        <p:strVal val="true"/>
                                      </p:to>
                                    </p:set>
                                  </p:childTnLst>
                                </p:cTn>
                              </p:par>
                            </p:childTnLst>
                          </p:cTn>
                        </p:par>
                      </p:childTnLst>
                    </p:cTn>
                  </p:par>
                  <p:par>
                    <p:cTn id="110" fill="hold">
                      <p:stCondLst>
                        <p:cond delay="indefinite"/>
                      </p:stCondLst>
                      <p:childTnLst>
                        <p:par>
                          <p:cTn id="111" fill="hold">
                            <p:stCondLst>
                              <p:cond delay="0"/>
                            </p:stCondLst>
                            <p:childTnLst>
                              <p:par>
                                <p:cTn id="112" presetID="29" presetClass="entr" presetSubtype="0" fill="hold" grpId="0" nodeType="clickEffect">
                                  <p:stCondLst>
                                    <p:cond delay="0"/>
                                  </p:stCondLst>
                                  <p:childTnLst>
                                    <p:set>
                                      <p:cBhvr>
                                        <p:cTn id="113" dur="1" fill="hold">
                                          <p:stCondLst>
                                            <p:cond delay="0"/>
                                          </p:stCondLst>
                                        </p:cTn>
                                        <p:tgtEl>
                                          <p:spTgt spid="219239"/>
                                        </p:tgtEl>
                                        <p:attrNameLst>
                                          <p:attrName>style.visibility</p:attrName>
                                        </p:attrNameLst>
                                      </p:cBhvr>
                                      <p:to>
                                        <p:strVal val="visible"/>
                                      </p:to>
                                    </p:set>
                                    <p:anim calcmode="lin" valueType="num">
                                      <p:cBhvr>
                                        <p:cTn id="114" dur="1000" fill="hold"/>
                                        <p:tgtEl>
                                          <p:spTgt spid="219239"/>
                                        </p:tgtEl>
                                        <p:attrNameLst>
                                          <p:attrName>ppt_x</p:attrName>
                                        </p:attrNameLst>
                                      </p:cBhvr>
                                      <p:tavLst>
                                        <p:tav tm="0">
                                          <p:val>
                                            <p:strVal val="#ppt_x-.2"/>
                                          </p:val>
                                        </p:tav>
                                        <p:tav tm="100000">
                                          <p:val>
                                            <p:strVal val="#ppt_x"/>
                                          </p:val>
                                        </p:tav>
                                      </p:tavLst>
                                    </p:anim>
                                    <p:anim calcmode="lin" valueType="num">
                                      <p:cBhvr>
                                        <p:cTn id="115" dur="1000" fill="hold"/>
                                        <p:tgtEl>
                                          <p:spTgt spid="219239"/>
                                        </p:tgtEl>
                                        <p:attrNameLst>
                                          <p:attrName>ppt_y</p:attrName>
                                        </p:attrNameLst>
                                      </p:cBhvr>
                                      <p:tavLst>
                                        <p:tav tm="0">
                                          <p:val>
                                            <p:strVal val="#ppt_y"/>
                                          </p:val>
                                        </p:tav>
                                        <p:tav tm="100000">
                                          <p:val>
                                            <p:strVal val="#ppt_y"/>
                                          </p:val>
                                        </p:tav>
                                      </p:tavLst>
                                    </p:anim>
                                    <p:animEffect transition="in" filter="wipe(right)" prLst="gradientSize: 0.1">
                                      <p:cBhvr>
                                        <p:cTn id="116" dur="1000"/>
                                        <p:tgtEl>
                                          <p:spTgt spid="219239"/>
                                        </p:tgtEl>
                                      </p:cBhvr>
                                    </p:animEffect>
                                  </p:childTnLst>
                                </p:cTn>
                              </p:par>
                              <p:par>
                                <p:cTn id="117" presetID="7" presetClass="emph" presetSubtype="2" fill="hold" nodeType="withEffect">
                                  <p:stCondLst>
                                    <p:cond delay="0"/>
                                  </p:stCondLst>
                                  <p:childTnLst>
                                    <p:animClr clrSpc="rgb" dir="cw">
                                      <p:cBhvr>
                                        <p:cTn id="118" dur="2000" fill="hold"/>
                                        <p:tgtEl>
                                          <p:spTgt spid="219211"/>
                                        </p:tgtEl>
                                        <p:attrNameLst>
                                          <p:attrName>stroke.color</p:attrName>
                                        </p:attrNameLst>
                                      </p:cBhvr>
                                      <p:to>
                                        <a:srgbClr val="CC0000"/>
                                      </p:to>
                                    </p:animClr>
                                    <p:set>
                                      <p:cBhvr>
                                        <p:cTn id="119" dur="2000" fill="hold"/>
                                        <p:tgtEl>
                                          <p:spTgt spid="219211"/>
                                        </p:tgtEl>
                                        <p:attrNameLst>
                                          <p:attrName>stroke.on</p:attrName>
                                        </p:attrNameLst>
                                      </p:cBhvr>
                                      <p:to>
                                        <p:strVal val="true"/>
                                      </p:to>
                                    </p:set>
                                  </p:childTnLst>
                                </p:cTn>
                              </p:par>
                            </p:childTnLst>
                          </p:cTn>
                        </p:par>
                      </p:childTnLst>
                    </p:cTn>
                  </p:par>
                  <p:par>
                    <p:cTn id="120" fill="hold">
                      <p:stCondLst>
                        <p:cond delay="indefinite"/>
                      </p:stCondLst>
                      <p:childTnLst>
                        <p:par>
                          <p:cTn id="121" fill="hold">
                            <p:stCondLst>
                              <p:cond delay="0"/>
                            </p:stCondLst>
                            <p:childTnLst>
                              <p:par>
                                <p:cTn id="122" presetID="29" presetClass="entr" presetSubtype="0" fill="hold" grpId="0" nodeType="clickEffect">
                                  <p:stCondLst>
                                    <p:cond delay="0"/>
                                  </p:stCondLst>
                                  <p:childTnLst>
                                    <p:set>
                                      <p:cBhvr>
                                        <p:cTn id="123" dur="1" fill="hold">
                                          <p:stCondLst>
                                            <p:cond delay="0"/>
                                          </p:stCondLst>
                                        </p:cTn>
                                        <p:tgtEl>
                                          <p:spTgt spid="219240"/>
                                        </p:tgtEl>
                                        <p:attrNameLst>
                                          <p:attrName>style.visibility</p:attrName>
                                        </p:attrNameLst>
                                      </p:cBhvr>
                                      <p:to>
                                        <p:strVal val="visible"/>
                                      </p:to>
                                    </p:set>
                                    <p:anim calcmode="lin" valueType="num">
                                      <p:cBhvr>
                                        <p:cTn id="124" dur="1000" fill="hold"/>
                                        <p:tgtEl>
                                          <p:spTgt spid="219240"/>
                                        </p:tgtEl>
                                        <p:attrNameLst>
                                          <p:attrName>ppt_x</p:attrName>
                                        </p:attrNameLst>
                                      </p:cBhvr>
                                      <p:tavLst>
                                        <p:tav tm="0">
                                          <p:val>
                                            <p:strVal val="#ppt_x-.2"/>
                                          </p:val>
                                        </p:tav>
                                        <p:tav tm="100000">
                                          <p:val>
                                            <p:strVal val="#ppt_x"/>
                                          </p:val>
                                        </p:tav>
                                      </p:tavLst>
                                    </p:anim>
                                    <p:anim calcmode="lin" valueType="num">
                                      <p:cBhvr>
                                        <p:cTn id="125" dur="1000" fill="hold"/>
                                        <p:tgtEl>
                                          <p:spTgt spid="219240"/>
                                        </p:tgtEl>
                                        <p:attrNameLst>
                                          <p:attrName>ppt_y</p:attrName>
                                        </p:attrNameLst>
                                      </p:cBhvr>
                                      <p:tavLst>
                                        <p:tav tm="0">
                                          <p:val>
                                            <p:strVal val="#ppt_y"/>
                                          </p:val>
                                        </p:tav>
                                        <p:tav tm="100000">
                                          <p:val>
                                            <p:strVal val="#ppt_y"/>
                                          </p:val>
                                        </p:tav>
                                      </p:tavLst>
                                    </p:anim>
                                    <p:animEffect transition="in" filter="wipe(right)" prLst="gradientSize: 0.1">
                                      <p:cBhvr>
                                        <p:cTn id="126" dur="1000"/>
                                        <p:tgtEl>
                                          <p:spTgt spid="219240"/>
                                        </p:tgtEl>
                                      </p:cBhvr>
                                    </p:animEffect>
                                  </p:childTnLst>
                                </p:cTn>
                              </p:par>
                              <p:par>
                                <p:cTn id="127" presetID="7" presetClass="emph" presetSubtype="2" fill="hold" nodeType="withEffect">
                                  <p:stCondLst>
                                    <p:cond delay="0"/>
                                  </p:stCondLst>
                                  <p:childTnLst>
                                    <p:animClr clrSpc="rgb" dir="cw">
                                      <p:cBhvr>
                                        <p:cTn id="128" dur="2000" fill="hold"/>
                                        <p:tgtEl>
                                          <p:spTgt spid="219214"/>
                                        </p:tgtEl>
                                        <p:attrNameLst>
                                          <p:attrName>stroke.color</p:attrName>
                                        </p:attrNameLst>
                                      </p:cBhvr>
                                      <p:to>
                                        <a:srgbClr val="CC0000"/>
                                      </p:to>
                                    </p:animClr>
                                    <p:set>
                                      <p:cBhvr>
                                        <p:cTn id="129" dur="2000" fill="hold"/>
                                        <p:tgtEl>
                                          <p:spTgt spid="219214"/>
                                        </p:tgtEl>
                                        <p:attrNameLst>
                                          <p:attrName>stroke.on</p:attrName>
                                        </p:attrNameLst>
                                      </p:cBhvr>
                                      <p:to>
                                        <p:strVal val="true"/>
                                      </p:to>
                                    </p:set>
                                  </p:childTnLst>
                                </p:cTn>
                              </p:par>
                            </p:childTnLst>
                          </p:cTn>
                        </p:par>
                      </p:childTnLst>
                    </p:cTn>
                  </p:par>
                  <p:par>
                    <p:cTn id="130" fill="hold">
                      <p:stCondLst>
                        <p:cond delay="indefinite"/>
                      </p:stCondLst>
                      <p:childTnLst>
                        <p:par>
                          <p:cTn id="131" fill="hold">
                            <p:stCondLst>
                              <p:cond delay="0"/>
                            </p:stCondLst>
                            <p:childTnLst>
                              <p:par>
                                <p:cTn id="132" presetID="29" presetClass="entr" presetSubtype="0" fill="hold" grpId="0" nodeType="clickEffect">
                                  <p:stCondLst>
                                    <p:cond delay="0"/>
                                  </p:stCondLst>
                                  <p:childTnLst>
                                    <p:set>
                                      <p:cBhvr>
                                        <p:cTn id="133" dur="1" fill="hold">
                                          <p:stCondLst>
                                            <p:cond delay="0"/>
                                          </p:stCondLst>
                                        </p:cTn>
                                        <p:tgtEl>
                                          <p:spTgt spid="219241"/>
                                        </p:tgtEl>
                                        <p:attrNameLst>
                                          <p:attrName>style.visibility</p:attrName>
                                        </p:attrNameLst>
                                      </p:cBhvr>
                                      <p:to>
                                        <p:strVal val="visible"/>
                                      </p:to>
                                    </p:set>
                                    <p:anim calcmode="lin" valueType="num">
                                      <p:cBhvr>
                                        <p:cTn id="134" dur="1000" fill="hold"/>
                                        <p:tgtEl>
                                          <p:spTgt spid="219241"/>
                                        </p:tgtEl>
                                        <p:attrNameLst>
                                          <p:attrName>ppt_x</p:attrName>
                                        </p:attrNameLst>
                                      </p:cBhvr>
                                      <p:tavLst>
                                        <p:tav tm="0">
                                          <p:val>
                                            <p:strVal val="#ppt_x-.2"/>
                                          </p:val>
                                        </p:tav>
                                        <p:tav tm="100000">
                                          <p:val>
                                            <p:strVal val="#ppt_x"/>
                                          </p:val>
                                        </p:tav>
                                      </p:tavLst>
                                    </p:anim>
                                    <p:anim calcmode="lin" valueType="num">
                                      <p:cBhvr>
                                        <p:cTn id="135" dur="1000" fill="hold"/>
                                        <p:tgtEl>
                                          <p:spTgt spid="219241"/>
                                        </p:tgtEl>
                                        <p:attrNameLst>
                                          <p:attrName>ppt_y</p:attrName>
                                        </p:attrNameLst>
                                      </p:cBhvr>
                                      <p:tavLst>
                                        <p:tav tm="0">
                                          <p:val>
                                            <p:strVal val="#ppt_y"/>
                                          </p:val>
                                        </p:tav>
                                        <p:tav tm="100000">
                                          <p:val>
                                            <p:strVal val="#ppt_y"/>
                                          </p:val>
                                        </p:tav>
                                      </p:tavLst>
                                    </p:anim>
                                    <p:animEffect transition="in" filter="wipe(right)" prLst="gradientSize: 0.1">
                                      <p:cBhvr>
                                        <p:cTn id="136" dur="1000"/>
                                        <p:tgtEl>
                                          <p:spTgt spid="219241"/>
                                        </p:tgtEl>
                                      </p:cBhvr>
                                    </p:animEffect>
                                  </p:childTnLst>
                                </p:cTn>
                              </p:par>
                              <p:par>
                                <p:cTn id="137" presetID="7" presetClass="emph" presetSubtype="2" fill="hold" nodeType="withEffect">
                                  <p:stCondLst>
                                    <p:cond delay="0"/>
                                  </p:stCondLst>
                                  <p:childTnLst>
                                    <p:animClr clrSpc="rgb" dir="cw">
                                      <p:cBhvr>
                                        <p:cTn id="138" dur="2000" fill="hold"/>
                                        <p:tgtEl>
                                          <p:spTgt spid="219216"/>
                                        </p:tgtEl>
                                        <p:attrNameLst>
                                          <p:attrName>stroke.color</p:attrName>
                                        </p:attrNameLst>
                                      </p:cBhvr>
                                      <p:to>
                                        <a:srgbClr val="CC0000"/>
                                      </p:to>
                                    </p:animClr>
                                    <p:set>
                                      <p:cBhvr>
                                        <p:cTn id="139" dur="2000" fill="hold"/>
                                        <p:tgtEl>
                                          <p:spTgt spid="219216"/>
                                        </p:tgtEl>
                                        <p:attrNameLst>
                                          <p:attrName>stroke.on</p:attrName>
                                        </p:attrNameLst>
                                      </p:cBhvr>
                                      <p:to>
                                        <p:strVal val="true"/>
                                      </p:to>
                                    </p:set>
                                  </p:childTnLst>
                                </p:cTn>
                              </p:par>
                            </p:childTnLst>
                          </p:cTn>
                        </p:par>
                      </p:childTnLst>
                    </p:cTn>
                  </p:par>
                  <p:par>
                    <p:cTn id="140" fill="hold">
                      <p:stCondLst>
                        <p:cond delay="indefinite"/>
                      </p:stCondLst>
                      <p:childTnLst>
                        <p:par>
                          <p:cTn id="141" fill="hold">
                            <p:stCondLst>
                              <p:cond delay="0"/>
                            </p:stCondLst>
                            <p:childTnLst>
                              <p:par>
                                <p:cTn id="142" presetID="29" presetClass="entr" presetSubtype="0" fill="hold" grpId="0" nodeType="clickEffect">
                                  <p:stCondLst>
                                    <p:cond delay="0"/>
                                  </p:stCondLst>
                                  <p:childTnLst>
                                    <p:set>
                                      <p:cBhvr>
                                        <p:cTn id="143" dur="1" fill="hold">
                                          <p:stCondLst>
                                            <p:cond delay="0"/>
                                          </p:stCondLst>
                                        </p:cTn>
                                        <p:tgtEl>
                                          <p:spTgt spid="219242"/>
                                        </p:tgtEl>
                                        <p:attrNameLst>
                                          <p:attrName>style.visibility</p:attrName>
                                        </p:attrNameLst>
                                      </p:cBhvr>
                                      <p:to>
                                        <p:strVal val="visible"/>
                                      </p:to>
                                    </p:set>
                                    <p:anim calcmode="lin" valueType="num">
                                      <p:cBhvr>
                                        <p:cTn id="144" dur="1000" fill="hold"/>
                                        <p:tgtEl>
                                          <p:spTgt spid="219242"/>
                                        </p:tgtEl>
                                        <p:attrNameLst>
                                          <p:attrName>ppt_x</p:attrName>
                                        </p:attrNameLst>
                                      </p:cBhvr>
                                      <p:tavLst>
                                        <p:tav tm="0">
                                          <p:val>
                                            <p:strVal val="#ppt_x-.2"/>
                                          </p:val>
                                        </p:tav>
                                        <p:tav tm="100000">
                                          <p:val>
                                            <p:strVal val="#ppt_x"/>
                                          </p:val>
                                        </p:tav>
                                      </p:tavLst>
                                    </p:anim>
                                    <p:anim calcmode="lin" valueType="num">
                                      <p:cBhvr>
                                        <p:cTn id="145" dur="1000" fill="hold"/>
                                        <p:tgtEl>
                                          <p:spTgt spid="219242"/>
                                        </p:tgtEl>
                                        <p:attrNameLst>
                                          <p:attrName>ppt_y</p:attrName>
                                        </p:attrNameLst>
                                      </p:cBhvr>
                                      <p:tavLst>
                                        <p:tav tm="0">
                                          <p:val>
                                            <p:strVal val="#ppt_y"/>
                                          </p:val>
                                        </p:tav>
                                        <p:tav tm="100000">
                                          <p:val>
                                            <p:strVal val="#ppt_y"/>
                                          </p:val>
                                        </p:tav>
                                      </p:tavLst>
                                    </p:anim>
                                    <p:animEffect transition="in" filter="wipe(right)" prLst="gradientSize: 0.1">
                                      <p:cBhvr>
                                        <p:cTn id="146" dur="1000"/>
                                        <p:tgtEl>
                                          <p:spTgt spid="219242"/>
                                        </p:tgtEl>
                                      </p:cBhvr>
                                    </p:animEffect>
                                  </p:childTnLst>
                                </p:cTn>
                              </p:par>
                              <p:par>
                                <p:cTn id="147" presetID="7" presetClass="emph" presetSubtype="2" fill="hold" nodeType="withEffect">
                                  <p:stCondLst>
                                    <p:cond delay="0"/>
                                  </p:stCondLst>
                                  <p:childTnLst>
                                    <p:animClr clrSpc="rgb" dir="cw">
                                      <p:cBhvr>
                                        <p:cTn id="148" dur="2000" fill="hold"/>
                                        <p:tgtEl>
                                          <p:spTgt spid="219218"/>
                                        </p:tgtEl>
                                        <p:attrNameLst>
                                          <p:attrName>stroke.color</p:attrName>
                                        </p:attrNameLst>
                                      </p:cBhvr>
                                      <p:to>
                                        <a:srgbClr val="CC0000"/>
                                      </p:to>
                                    </p:animClr>
                                    <p:set>
                                      <p:cBhvr>
                                        <p:cTn id="149" dur="2000" fill="hold"/>
                                        <p:tgtEl>
                                          <p:spTgt spid="219218"/>
                                        </p:tgtEl>
                                        <p:attrNameLst>
                                          <p:attrName>stroke.on</p:attrName>
                                        </p:attrNameLst>
                                      </p:cBhvr>
                                      <p:to>
                                        <p:strVal val="true"/>
                                      </p:to>
                                    </p:set>
                                  </p:childTnLst>
                                </p:cTn>
                              </p:par>
                            </p:childTnLst>
                          </p:cTn>
                        </p:par>
                      </p:childTnLst>
                    </p:cTn>
                  </p:par>
                  <p:par>
                    <p:cTn id="150" fill="hold">
                      <p:stCondLst>
                        <p:cond delay="indefinite"/>
                      </p:stCondLst>
                      <p:childTnLst>
                        <p:par>
                          <p:cTn id="151" fill="hold">
                            <p:stCondLst>
                              <p:cond delay="0"/>
                            </p:stCondLst>
                            <p:childTnLst>
                              <p:par>
                                <p:cTn id="152" presetID="29" presetClass="entr" presetSubtype="0" fill="hold" grpId="0" nodeType="clickEffect">
                                  <p:stCondLst>
                                    <p:cond delay="0"/>
                                  </p:stCondLst>
                                  <p:childTnLst>
                                    <p:set>
                                      <p:cBhvr>
                                        <p:cTn id="153" dur="1" fill="hold">
                                          <p:stCondLst>
                                            <p:cond delay="0"/>
                                          </p:stCondLst>
                                        </p:cTn>
                                        <p:tgtEl>
                                          <p:spTgt spid="219243"/>
                                        </p:tgtEl>
                                        <p:attrNameLst>
                                          <p:attrName>style.visibility</p:attrName>
                                        </p:attrNameLst>
                                      </p:cBhvr>
                                      <p:to>
                                        <p:strVal val="visible"/>
                                      </p:to>
                                    </p:set>
                                    <p:anim calcmode="lin" valueType="num">
                                      <p:cBhvr>
                                        <p:cTn id="154" dur="1000" fill="hold"/>
                                        <p:tgtEl>
                                          <p:spTgt spid="219243"/>
                                        </p:tgtEl>
                                        <p:attrNameLst>
                                          <p:attrName>ppt_x</p:attrName>
                                        </p:attrNameLst>
                                      </p:cBhvr>
                                      <p:tavLst>
                                        <p:tav tm="0">
                                          <p:val>
                                            <p:strVal val="#ppt_x-.2"/>
                                          </p:val>
                                        </p:tav>
                                        <p:tav tm="100000">
                                          <p:val>
                                            <p:strVal val="#ppt_x"/>
                                          </p:val>
                                        </p:tav>
                                      </p:tavLst>
                                    </p:anim>
                                    <p:anim calcmode="lin" valueType="num">
                                      <p:cBhvr>
                                        <p:cTn id="155" dur="1000" fill="hold"/>
                                        <p:tgtEl>
                                          <p:spTgt spid="219243"/>
                                        </p:tgtEl>
                                        <p:attrNameLst>
                                          <p:attrName>ppt_y</p:attrName>
                                        </p:attrNameLst>
                                      </p:cBhvr>
                                      <p:tavLst>
                                        <p:tav tm="0">
                                          <p:val>
                                            <p:strVal val="#ppt_y"/>
                                          </p:val>
                                        </p:tav>
                                        <p:tav tm="100000">
                                          <p:val>
                                            <p:strVal val="#ppt_y"/>
                                          </p:val>
                                        </p:tav>
                                      </p:tavLst>
                                    </p:anim>
                                    <p:animEffect transition="in" filter="wipe(right)" prLst="gradientSize: 0.1">
                                      <p:cBhvr>
                                        <p:cTn id="156" dur="1000"/>
                                        <p:tgtEl>
                                          <p:spTgt spid="219243"/>
                                        </p:tgtEl>
                                      </p:cBhvr>
                                    </p:animEffect>
                                  </p:childTnLst>
                                </p:cTn>
                              </p:par>
                              <p:par>
                                <p:cTn id="157" presetID="7" presetClass="emph" presetSubtype="2" fill="hold" nodeType="withEffect">
                                  <p:stCondLst>
                                    <p:cond delay="0"/>
                                  </p:stCondLst>
                                  <p:childTnLst>
                                    <p:animClr clrSpc="rgb" dir="cw">
                                      <p:cBhvr>
                                        <p:cTn id="158" dur="2000" fill="hold"/>
                                        <p:tgtEl>
                                          <p:spTgt spid="219220"/>
                                        </p:tgtEl>
                                        <p:attrNameLst>
                                          <p:attrName>stroke.color</p:attrName>
                                        </p:attrNameLst>
                                      </p:cBhvr>
                                      <p:to>
                                        <a:srgbClr val="CC0000"/>
                                      </p:to>
                                    </p:animClr>
                                    <p:set>
                                      <p:cBhvr>
                                        <p:cTn id="159" dur="2000" fill="hold"/>
                                        <p:tgtEl>
                                          <p:spTgt spid="219220"/>
                                        </p:tgtEl>
                                        <p:attrNameLst>
                                          <p:attrName>stroke.on</p:attrName>
                                        </p:attrNameLst>
                                      </p:cBhvr>
                                      <p:to>
                                        <p:strVal val="true"/>
                                      </p:to>
                                    </p:set>
                                  </p:childTnLst>
                                </p:cTn>
                              </p:par>
                            </p:childTnLst>
                          </p:cTn>
                        </p:par>
                      </p:childTnLst>
                    </p:cTn>
                  </p:par>
                  <p:par>
                    <p:cTn id="160" fill="hold">
                      <p:stCondLst>
                        <p:cond delay="indefinite"/>
                      </p:stCondLst>
                      <p:childTnLst>
                        <p:par>
                          <p:cTn id="161" fill="hold">
                            <p:stCondLst>
                              <p:cond delay="0"/>
                            </p:stCondLst>
                            <p:childTnLst>
                              <p:par>
                                <p:cTn id="162" presetID="29" presetClass="entr" presetSubtype="0" fill="hold" grpId="0" nodeType="clickEffect">
                                  <p:stCondLst>
                                    <p:cond delay="0"/>
                                  </p:stCondLst>
                                  <p:childTnLst>
                                    <p:set>
                                      <p:cBhvr>
                                        <p:cTn id="163" dur="1" fill="hold">
                                          <p:stCondLst>
                                            <p:cond delay="0"/>
                                          </p:stCondLst>
                                        </p:cTn>
                                        <p:tgtEl>
                                          <p:spTgt spid="219244"/>
                                        </p:tgtEl>
                                        <p:attrNameLst>
                                          <p:attrName>style.visibility</p:attrName>
                                        </p:attrNameLst>
                                      </p:cBhvr>
                                      <p:to>
                                        <p:strVal val="visible"/>
                                      </p:to>
                                    </p:set>
                                    <p:anim calcmode="lin" valueType="num">
                                      <p:cBhvr>
                                        <p:cTn id="164" dur="1000" fill="hold"/>
                                        <p:tgtEl>
                                          <p:spTgt spid="219244"/>
                                        </p:tgtEl>
                                        <p:attrNameLst>
                                          <p:attrName>ppt_x</p:attrName>
                                        </p:attrNameLst>
                                      </p:cBhvr>
                                      <p:tavLst>
                                        <p:tav tm="0">
                                          <p:val>
                                            <p:strVal val="#ppt_x-.2"/>
                                          </p:val>
                                        </p:tav>
                                        <p:tav tm="100000">
                                          <p:val>
                                            <p:strVal val="#ppt_x"/>
                                          </p:val>
                                        </p:tav>
                                      </p:tavLst>
                                    </p:anim>
                                    <p:anim calcmode="lin" valueType="num">
                                      <p:cBhvr>
                                        <p:cTn id="165" dur="1000" fill="hold"/>
                                        <p:tgtEl>
                                          <p:spTgt spid="219244"/>
                                        </p:tgtEl>
                                        <p:attrNameLst>
                                          <p:attrName>ppt_y</p:attrName>
                                        </p:attrNameLst>
                                      </p:cBhvr>
                                      <p:tavLst>
                                        <p:tav tm="0">
                                          <p:val>
                                            <p:strVal val="#ppt_y"/>
                                          </p:val>
                                        </p:tav>
                                        <p:tav tm="100000">
                                          <p:val>
                                            <p:strVal val="#ppt_y"/>
                                          </p:val>
                                        </p:tav>
                                      </p:tavLst>
                                    </p:anim>
                                    <p:animEffect transition="in" filter="wipe(right)" prLst="gradientSize: 0.1">
                                      <p:cBhvr>
                                        <p:cTn id="166" dur="1000"/>
                                        <p:tgtEl>
                                          <p:spTgt spid="219244"/>
                                        </p:tgtEl>
                                      </p:cBhvr>
                                    </p:animEffect>
                                  </p:childTnLst>
                                </p:cTn>
                              </p:par>
                              <p:par>
                                <p:cTn id="167" presetID="7" presetClass="emph" presetSubtype="2" fill="hold" nodeType="withEffect">
                                  <p:stCondLst>
                                    <p:cond delay="0"/>
                                  </p:stCondLst>
                                  <p:childTnLst>
                                    <p:animClr clrSpc="rgb" dir="cw">
                                      <p:cBhvr>
                                        <p:cTn id="168" dur="2000" fill="hold"/>
                                        <p:tgtEl>
                                          <p:spTgt spid="219222"/>
                                        </p:tgtEl>
                                        <p:attrNameLst>
                                          <p:attrName>stroke.color</p:attrName>
                                        </p:attrNameLst>
                                      </p:cBhvr>
                                      <p:to>
                                        <a:srgbClr val="CC0000"/>
                                      </p:to>
                                    </p:animClr>
                                    <p:set>
                                      <p:cBhvr>
                                        <p:cTn id="169" dur="2000" fill="hold"/>
                                        <p:tgtEl>
                                          <p:spTgt spid="219222"/>
                                        </p:tgtEl>
                                        <p:attrNameLst>
                                          <p:attrName>stroke.on</p:attrName>
                                        </p:attrNameLst>
                                      </p:cBhvr>
                                      <p:to>
                                        <p:strVal val="true"/>
                                      </p:to>
                                    </p:set>
                                  </p:childTnLst>
                                </p:cTn>
                              </p:par>
                            </p:childTnLst>
                          </p:cTn>
                        </p:par>
                      </p:childTnLst>
                    </p:cTn>
                  </p:par>
                  <p:par>
                    <p:cTn id="170" fill="hold">
                      <p:stCondLst>
                        <p:cond delay="indefinite"/>
                      </p:stCondLst>
                      <p:childTnLst>
                        <p:par>
                          <p:cTn id="171" fill="hold">
                            <p:stCondLst>
                              <p:cond delay="0"/>
                            </p:stCondLst>
                            <p:childTnLst>
                              <p:par>
                                <p:cTn id="172" presetID="29" presetClass="entr" presetSubtype="0" fill="hold" grpId="0" nodeType="clickEffect">
                                  <p:stCondLst>
                                    <p:cond delay="0"/>
                                  </p:stCondLst>
                                  <p:childTnLst>
                                    <p:set>
                                      <p:cBhvr>
                                        <p:cTn id="173" dur="1" fill="hold">
                                          <p:stCondLst>
                                            <p:cond delay="0"/>
                                          </p:stCondLst>
                                        </p:cTn>
                                        <p:tgtEl>
                                          <p:spTgt spid="219246"/>
                                        </p:tgtEl>
                                        <p:attrNameLst>
                                          <p:attrName>style.visibility</p:attrName>
                                        </p:attrNameLst>
                                      </p:cBhvr>
                                      <p:to>
                                        <p:strVal val="visible"/>
                                      </p:to>
                                    </p:set>
                                    <p:anim calcmode="lin" valueType="num">
                                      <p:cBhvr>
                                        <p:cTn id="174" dur="1000" fill="hold"/>
                                        <p:tgtEl>
                                          <p:spTgt spid="219246"/>
                                        </p:tgtEl>
                                        <p:attrNameLst>
                                          <p:attrName>ppt_x</p:attrName>
                                        </p:attrNameLst>
                                      </p:cBhvr>
                                      <p:tavLst>
                                        <p:tav tm="0">
                                          <p:val>
                                            <p:strVal val="#ppt_x-.2"/>
                                          </p:val>
                                        </p:tav>
                                        <p:tav tm="100000">
                                          <p:val>
                                            <p:strVal val="#ppt_x"/>
                                          </p:val>
                                        </p:tav>
                                      </p:tavLst>
                                    </p:anim>
                                    <p:anim calcmode="lin" valueType="num">
                                      <p:cBhvr>
                                        <p:cTn id="175" dur="1000" fill="hold"/>
                                        <p:tgtEl>
                                          <p:spTgt spid="219246"/>
                                        </p:tgtEl>
                                        <p:attrNameLst>
                                          <p:attrName>ppt_y</p:attrName>
                                        </p:attrNameLst>
                                      </p:cBhvr>
                                      <p:tavLst>
                                        <p:tav tm="0">
                                          <p:val>
                                            <p:strVal val="#ppt_y"/>
                                          </p:val>
                                        </p:tav>
                                        <p:tav tm="100000">
                                          <p:val>
                                            <p:strVal val="#ppt_y"/>
                                          </p:val>
                                        </p:tav>
                                      </p:tavLst>
                                    </p:anim>
                                    <p:animEffect transition="in" filter="wipe(right)" prLst="gradientSize: 0.1">
                                      <p:cBhvr>
                                        <p:cTn id="176" dur="1000"/>
                                        <p:tgtEl>
                                          <p:spTgt spid="219246"/>
                                        </p:tgtEl>
                                      </p:cBhvr>
                                    </p:animEffect>
                                  </p:childTnLst>
                                </p:cTn>
                              </p:par>
                              <p:par>
                                <p:cTn id="177" presetID="29" presetClass="entr" presetSubtype="0" fill="hold" grpId="0" nodeType="withEffect">
                                  <p:stCondLst>
                                    <p:cond delay="0"/>
                                  </p:stCondLst>
                                  <p:childTnLst>
                                    <p:set>
                                      <p:cBhvr>
                                        <p:cTn id="178" dur="1" fill="hold">
                                          <p:stCondLst>
                                            <p:cond delay="0"/>
                                          </p:stCondLst>
                                        </p:cTn>
                                        <p:tgtEl>
                                          <p:spTgt spid="219247"/>
                                        </p:tgtEl>
                                        <p:attrNameLst>
                                          <p:attrName>style.visibility</p:attrName>
                                        </p:attrNameLst>
                                      </p:cBhvr>
                                      <p:to>
                                        <p:strVal val="visible"/>
                                      </p:to>
                                    </p:set>
                                    <p:anim calcmode="lin" valueType="num">
                                      <p:cBhvr>
                                        <p:cTn id="179" dur="1000" fill="hold"/>
                                        <p:tgtEl>
                                          <p:spTgt spid="219247"/>
                                        </p:tgtEl>
                                        <p:attrNameLst>
                                          <p:attrName>ppt_x</p:attrName>
                                        </p:attrNameLst>
                                      </p:cBhvr>
                                      <p:tavLst>
                                        <p:tav tm="0">
                                          <p:val>
                                            <p:strVal val="#ppt_x-.2"/>
                                          </p:val>
                                        </p:tav>
                                        <p:tav tm="100000">
                                          <p:val>
                                            <p:strVal val="#ppt_x"/>
                                          </p:val>
                                        </p:tav>
                                      </p:tavLst>
                                    </p:anim>
                                    <p:anim calcmode="lin" valueType="num">
                                      <p:cBhvr>
                                        <p:cTn id="180" dur="1000" fill="hold"/>
                                        <p:tgtEl>
                                          <p:spTgt spid="219247"/>
                                        </p:tgtEl>
                                        <p:attrNameLst>
                                          <p:attrName>ppt_y</p:attrName>
                                        </p:attrNameLst>
                                      </p:cBhvr>
                                      <p:tavLst>
                                        <p:tav tm="0">
                                          <p:val>
                                            <p:strVal val="#ppt_y"/>
                                          </p:val>
                                        </p:tav>
                                        <p:tav tm="100000">
                                          <p:val>
                                            <p:strVal val="#ppt_y"/>
                                          </p:val>
                                        </p:tav>
                                      </p:tavLst>
                                    </p:anim>
                                    <p:animEffect transition="in" filter="wipe(right)" prLst="gradientSize: 0.1">
                                      <p:cBhvr>
                                        <p:cTn id="181" dur="1000"/>
                                        <p:tgtEl>
                                          <p:spTgt spid="219247"/>
                                        </p:tgtEl>
                                      </p:cBhvr>
                                    </p:animEffect>
                                  </p:childTnLst>
                                </p:cTn>
                              </p:par>
                              <p:par>
                                <p:cTn id="182" presetID="29" presetClass="entr" presetSubtype="0" fill="hold" grpId="0" nodeType="withEffect">
                                  <p:stCondLst>
                                    <p:cond delay="0"/>
                                  </p:stCondLst>
                                  <p:childTnLst>
                                    <p:set>
                                      <p:cBhvr>
                                        <p:cTn id="183" dur="1" fill="hold">
                                          <p:stCondLst>
                                            <p:cond delay="0"/>
                                          </p:stCondLst>
                                        </p:cTn>
                                        <p:tgtEl>
                                          <p:spTgt spid="219248"/>
                                        </p:tgtEl>
                                        <p:attrNameLst>
                                          <p:attrName>style.visibility</p:attrName>
                                        </p:attrNameLst>
                                      </p:cBhvr>
                                      <p:to>
                                        <p:strVal val="visible"/>
                                      </p:to>
                                    </p:set>
                                    <p:anim calcmode="lin" valueType="num">
                                      <p:cBhvr>
                                        <p:cTn id="184" dur="1000" fill="hold"/>
                                        <p:tgtEl>
                                          <p:spTgt spid="219248"/>
                                        </p:tgtEl>
                                        <p:attrNameLst>
                                          <p:attrName>ppt_x</p:attrName>
                                        </p:attrNameLst>
                                      </p:cBhvr>
                                      <p:tavLst>
                                        <p:tav tm="0">
                                          <p:val>
                                            <p:strVal val="#ppt_x-.2"/>
                                          </p:val>
                                        </p:tav>
                                        <p:tav tm="100000">
                                          <p:val>
                                            <p:strVal val="#ppt_x"/>
                                          </p:val>
                                        </p:tav>
                                      </p:tavLst>
                                    </p:anim>
                                    <p:anim calcmode="lin" valueType="num">
                                      <p:cBhvr>
                                        <p:cTn id="185" dur="1000" fill="hold"/>
                                        <p:tgtEl>
                                          <p:spTgt spid="219248"/>
                                        </p:tgtEl>
                                        <p:attrNameLst>
                                          <p:attrName>ppt_y</p:attrName>
                                        </p:attrNameLst>
                                      </p:cBhvr>
                                      <p:tavLst>
                                        <p:tav tm="0">
                                          <p:val>
                                            <p:strVal val="#ppt_y"/>
                                          </p:val>
                                        </p:tav>
                                        <p:tav tm="100000">
                                          <p:val>
                                            <p:strVal val="#ppt_y"/>
                                          </p:val>
                                        </p:tav>
                                      </p:tavLst>
                                    </p:anim>
                                    <p:animEffect transition="in" filter="wipe(right)" prLst="gradientSize: 0.1">
                                      <p:cBhvr>
                                        <p:cTn id="186" dur="1000"/>
                                        <p:tgtEl>
                                          <p:spTgt spid="219248"/>
                                        </p:tgtEl>
                                      </p:cBhvr>
                                    </p:animEffect>
                                  </p:childTnLst>
                                </p:cTn>
                              </p:par>
                              <p:par>
                                <p:cTn id="187" presetID="29" presetClass="entr" presetSubtype="0" fill="hold" grpId="0" nodeType="withEffect">
                                  <p:stCondLst>
                                    <p:cond delay="0"/>
                                  </p:stCondLst>
                                  <p:childTnLst>
                                    <p:set>
                                      <p:cBhvr>
                                        <p:cTn id="188" dur="1" fill="hold">
                                          <p:stCondLst>
                                            <p:cond delay="0"/>
                                          </p:stCondLst>
                                        </p:cTn>
                                        <p:tgtEl>
                                          <p:spTgt spid="219249"/>
                                        </p:tgtEl>
                                        <p:attrNameLst>
                                          <p:attrName>style.visibility</p:attrName>
                                        </p:attrNameLst>
                                      </p:cBhvr>
                                      <p:to>
                                        <p:strVal val="visible"/>
                                      </p:to>
                                    </p:set>
                                    <p:anim calcmode="lin" valueType="num">
                                      <p:cBhvr>
                                        <p:cTn id="189" dur="1000" fill="hold"/>
                                        <p:tgtEl>
                                          <p:spTgt spid="219249"/>
                                        </p:tgtEl>
                                        <p:attrNameLst>
                                          <p:attrName>ppt_x</p:attrName>
                                        </p:attrNameLst>
                                      </p:cBhvr>
                                      <p:tavLst>
                                        <p:tav tm="0">
                                          <p:val>
                                            <p:strVal val="#ppt_x-.2"/>
                                          </p:val>
                                        </p:tav>
                                        <p:tav tm="100000">
                                          <p:val>
                                            <p:strVal val="#ppt_x"/>
                                          </p:val>
                                        </p:tav>
                                      </p:tavLst>
                                    </p:anim>
                                    <p:anim calcmode="lin" valueType="num">
                                      <p:cBhvr>
                                        <p:cTn id="190" dur="1000" fill="hold"/>
                                        <p:tgtEl>
                                          <p:spTgt spid="219249"/>
                                        </p:tgtEl>
                                        <p:attrNameLst>
                                          <p:attrName>ppt_y</p:attrName>
                                        </p:attrNameLst>
                                      </p:cBhvr>
                                      <p:tavLst>
                                        <p:tav tm="0">
                                          <p:val>
                                            <p:strVal val="#ppt_y"/>
                                          </p:val>
                                        </p:tav>
                                        <p:tav tm="100000">
                                          <p:val>
                                            <p:strVal val="#ppt_y"/>
                                          </p:val>
                                        </p:tav>
                                      </p:tavLst>
                                    </p:anim>
                                    <p:animEffect transition="in" filter="wipe(right)" prLst="gradientSize: 0.1">
                                      <p:cBhvr>
                                        <p:cTn id="191" dur="1000"/>
                                        <p:tgtEl>
                                          <p:spTgt spid="219249"/>
                                        </p:tgtEl>
                                      </p:cBhvr>
                                    </p:animEffect>
                                  </p:childTnLst>
                                </p:cTn>
                              </p:par>
                              <p:par>
                                <p:cTn id="192" presetID="29" presetClass="entr" presetSubtype="0" fill="hold" grpId="0" nodeType="withEffect">
                                  <p:stCondLst>
                                    <p:cond delay="0"/>
                                  </p:stCondLst>
                                  <p:childTnLst>
                                    <p:set>
                                      <p:cBhvr>
                                        <p:cTn id="193" dur="1" fill="hold">
                                          <p:stCondLst>
                                            <p:cond delay="0"/>
                                          </p:stCondLst>
                                        </p:cTn>
                                        <p:tgtEl>
                                          <p:spTgt spid="219250"/>
                                        </p:tgtEl>
                                        <p:attrNameLst>
                                          <p:attrName>style.visibility</p:attrName>
                                        </p:attrNameLst>
                                      </p:cBhvr>
                                      <p:to>
                                        <p:strVal val="visible"/>
                                      </p:to>
                                    </p:set>
                                    <p:anim calcmode="lin" valueType="num">
                                      <p:cBhvr>
                                        <p:cTn id="194" dur="1000" fill="hold"/>
                                        <p:tgtEl>
                                          <p:spTgt spid="219250"/>
                                        </p:tgtEl>
                                        <p:attrNameLst>
                                          <p:attrName>ppt_x</p:attrName>
                                        </p:attrNameLst>
                                      </p:cBhvr>
                                      <p:tavLst>
                                        <p:tav tm="0">
                                          <p:val>
                                            <p:strVal val="#ppt_x-.2"/>
                                          </p:val>
                                        </p:tav>
                                        <p:tav tm="100000">
                                          <p:val>
                                            <p:strVal val="#ppt_x"/>
                                          </p:val>
                                        </p:tav>
                                      </p:tavLst>
                                    </p:anim>
                                    <p:anim calcmode="lin" valueType="num">
                                      <p:cBhvr>
                                        <p:cTn id="195" dur="1000" fill="hold"/>
                                        <p:tgtEl>
                                          <p:spTgt spid="219250"/>
                                        </p:tgtEl>
                                        <p:attrNameLst>
                                          <p:attrName>ppt_y</p:attrName>
                                        </p:attrNameLst>
                                      </p:cBhvr>
                                      <p:tavLst>
                                        <p:tav tm="0">
                                          <p:val>
                                            <p:strVal val="#ppt_y"/>
                                          </p:val>
                                        </p:tav>
                                        <p:tav tm="100000">
                                          <p:val>
                                            <p:strVal val="#ppt_y"/>
                                          </p:val>
                                        </p:tav>
                                      </p:tavLst>
                                    </p:anim>
                                    <p:animEffect transition="in" filter="wipe(right)" prLst="gradientSize: 0.1">
                                      <p:cBhvr>
                                        <p:cTn id="196" dur="1000"/>
                                        <p:tgtEl>
                                          <p:spTgt spid="219250"/>
                                        </p:tgtEl>
                                      </p:cBhvr>
                                    </p:animEffect>
                                  </p:childTnLst>
                                </p:cTn>
                              </p:par>
                              <p:par>
                                <p:cTn id="197" presetID="29" presetClass="entr" presetSubtype="0" fill="hold" grpId="0" nodeType="withEffect">
                                  <p:stCondLst>
                                    <p:cond delay="0"/>
                                  </p:stCondLst>
                                  <p:childTnLst>
                                    <p:set>
                                      <p:cBhvr>
                                        <p:cTn id="198" dur="1" fill="hold">
                                          <p:stCondLst>
                                            <p:cond delay="0"/>
                                          </p:stCondLst>
                                        </p:cTn>
                                        <p:tgtEl>
                                          <p:spTgt spid="219251"/>
                                        </p:tgtEl>
                                        <p:attrNameLst>
                                          <p:attrName>style.visibility</p:attrName>
                                        </p:attrNameLst>
                                      </p:cBhvr>
                                      <p:to>
                                        <p:strVal val="visible"/>
                                      </p:to>
                                    </p:set>
                                    <p:anim calcmode="lin" valueType="num">
                                      <p:cBhvr>
                                        <p:cTn id="199" dur="1000" fill="hold"/>
                                        <p:tgtEl>
                                          <p:spTgt spid="219251"/>
                                        </p:tgtEl>
                                        <p:attrNameLst>
                                          <p:attrName>ppt_x</p:attrName>
                                        </p:attrNameLst>
                                      </p:cBhvr>
                                      <p:tavLst>
                                        <p:tav tm="0">
                                          <p:val>
                                            <p:strVal val="#ppt_x-.2"/>
                                          </p:val>
                                        </p:tav>
                                        <p:tav tm="100000">
                                          <p:val>
                                            <p:strVal val="#ppt_x"/>
                                          </p:val>
                                        </p:tav>
                                      </p:tavLst>
                                    </p:anim>
                                    <p:anim calcmode="lin" valueType="num">
                                      <p:cBhvr>
                                        <p:cTn id="200" dur="1000" fill="hold"/>
                                        <p:tgtEl>
                                          <p:spTgt spid="219251"/>
                                        </p:tgtEl>
                                        <p:attrNameLst>
                                          <p:attrName>ppt_y</p:attrName>
                                        </p:attrNameLst>
                                      </p:cBhvr>
                                      <p:tavLst>
                                        <p:tav tm="0">
                                          <p:val>
                                            <p:strVal val="#ppt_y"/>
                                          </p:val>
                                        </p:tav>
                                        <p:tav tm="100000">
                                          <p:val>
                                            <p:strVal val="#ppt_y"/>
                                          </p:val>
                                        </p:tav>
                                      </p:tavLst>
                                    </p:anim>
                                    <p:animEffect transition="in" filter="wipe(right)" prLst="gradientSize: 0.1">
                                      <p:cBhvr>
                                        <p:cTn id="201" dur="1000"/>
                                        <p:tgtEl>
                                          <p:spTgt spid="219251"/>
                                        </p:tgtEl>
                                      </p:cBhvr>
                                    </p:animEffect>
                                  </p:childTnLst>
                                </p:cTn>
                              </p:par>
                              <p:par>
                                <p:cTn id="202" presetID="29" presetClass="entr" presetSubtype="0" fill="hold" grpId="0" nodeType="withEffect">
                                  <p:stCondLst>
                                    <p:cond delay="0"/>
                                  </p:stCondLst>
                                  <p:childTnLst>
                                    <p:set>
                                      <p:cBhvr>
                                        <p:cTn id="203" dur="1" fill="hold">
                                          <p:stCondLst>
                                            <p:cond delay="0"/>
                                          </p:stCondLst>
                                        </p:cTn>
                                        <p:tgtEl>
                                          <p:spTgt spid="219252"/>
                                        </p:tgtEl>
                                        <p:attrNameLst>
                                          <p:attrName>style.visibility</p:attrName>
                                        </p:attrNameLst>
                                      </p:cBhvr>
                                      <p:to>
                                        <p:strVal val="visible"/>
                                      </p:to>
                                    </p:set>
                                    <p:anim calcmode="lin" valueType="num">
                                      <p:cBhvr>
                                        <p:cTn id="204" dur="1000" fill="hold"/>
                                        <p:tgtEl>
                                          <p:spTgt spid="219252"/>
                                        </p:tgtEl>
                                        <p:attrNameLst>
                                          <p:attrName>ppt_x</p:attrName>
                                        </p:attrNameLst>
                                      </p:cBhvr>
                                      <p:tavLst>
                                        <p:tav tm="0">
                                          <p:val>
                                            <p:strVal val="#ppt_x-.2"/>
                                          </p:val>
                                        </p:tav>
                                        <p:tav tm="100000">
                                          <p:val>
                                            <p:strVal val="#ppt_x"/>
                                          </p:val>
                                        </p:tav>
                                      </p:tavLst>
                                    </p:anim>
                                    <p:anim calcmode="lin" valueType="num">
                                      <p:cBhvr>
                                        <p:cTn id="205" dur="1000" fill="hold"/>
                                        <p:tgtEl>
                                          <p:spTgt spid="219252"/>
                                        </p:tgtEl>
                                        <p:attrNameLst>
                                          <p:attrName>ppt_y</p:attrName>
                                        </p:attrNameLst>
                                      </p:cBhvr>
                                      <p:tavLst>
                                        <p:tav tm="0">
                                          <p:val>
                                            <p:strVal val="#ppt_y"/>
                                          </p:val>
                                        </p:tav>
                                        <p:tav tm="100000">
                                          <p:val>
                                            <p:strVal val="#ppt_y"/>
                                          </p:val>
                                        </p:tav>
                                      </p:tavLst>
                                    </p:anim>
                                    <p:animEffect transition="in" filter="wipe(right)" prLst="gradientSize: 0.1">
                                      <p:cBhvr>
                                        <p:cTn id="206" dur="1000"/>
                                        <p:tgtEl>
                                          <p:spTgt spid="219252"/>
                                        </p:tgtEl>
                                      </p:cBhvr>
                                    </p:animEffect>
                                  </p:childTnLst>
                                </p:cTn>
                              </p:par>
                              <p:par>
                                <p:cTn id="207" presetID="29" presetClass="entr" presetSubtype="0" fill="hold" grpId="0" nodeType="withEffect">
                                  <p:stCondLst>
                                    <p:cond delay="0"/>
                                  </p:stCondLst>
                                  <p:childTnLst>
                                    <p:set>
                                      <p:cBhvr>
                                        <p:cTn id="208" dur="1" fill="hold">
                                          <p:stCondLst>
                                            <p:cond delay="0"/>
                                          </p:stCondLst>
                                        </p:cTn>
                                        <p:tgtEl>
                                          <p:spTgt spid="219253"/>
                                        </p:tgtEl>
                                        <p:attrNameLst>
                                          <p:attrName>style.visibility</p:attrName>
                                        </p:attrNameLst>
                                      </p:cBhvr>
                                      <p:to>
                                        <p:strVal val="visible"/>
                                      </p:to>
                                    </p:set>
                                    <p:anim calcmode="lin" valueType="num">
                                      <p:cBhvr>
                                        <p:cTn id="209" dur="1000" fill="hold"/>
                                        <p:tgtEl>
                                          <p:spTgt spid="219253"/>
                                        </p:tgtEl>
                                        <p:attrNameLst>
                                          <p:attrName>ppt_x</p:attrName>
                                        </p:attrNameLst>
                                      </p:cBhvr>
                                      <p:tavLst>
                                        <p:tav tm="0">
                                          <p:val>
                                            <p:strVal val="#ppt_x-.2"/>
                                          </p:val>
                                        </p:tav>
                                        <p:tav tm="100000">
                                          <p:val>
                                            <p:strVal val="#ppt_x"/>
                                          </p:val>
                                        </p:tav>
                                      </p:tavLst>
                                    </p:anim>
                                    <p:anim calcmode="lin" valueType="num">
                                      <p:cBhvr>
                                        <p:cTn id="210" dur="1000" fill="hold"/>
                                        <p:tgtEl>
                                          <p:spTgt spid="219253"/>
                                        </p:tgtEl>
                                        <p:attrNameLst>
                                          <p:attrName>ppt_y</p:attrName>
                                        </p:attrNameLst>
                                      </p:cBhvr>
                                      <p:tavLst>
                                        <p:tav tm="0">
                                          <p:val>
                                            <p:strVal val="#ppt_y"/>
                                          </p:val>
                                        </p:tav>
                                        <p:tav tm="100000">
                                          <p:val>
                                            <p:strVal val="#ppt_y"/>
                                          </p:val>
                                        </p:tav>
                                      </p:tavLst>
                                    </p:anim>
                                    <p:animEffect transition="in" filter="wipe(right)" prLst="gradientSize: 0.1">
                                      <p:cBhvr>
                                        <p:cTn id="211" dur="1000"/>
                                        <p:tgtEl>
                                          <p:spTgt spid="219253"/>
                                        </p:tgtEl>
                                      </p:cBhvr>
                                    </p:animEffect>
                                  </p:childTnLst>
                                </p:cTn>
                              </p:par>
                              <p:par>
                                <p:cTn id="212" presetID="29" presetClass="entr" presetSubtype="0" fill="hold" grpId="0" nodeType="withEffect">
                                  <p:stCondLst>
                                    <p:cond delay="0"/>
                                  </p:stCondLst>
                                  <p:childTnLst>
                                    <p:set>
                                      <p:cBhvr>
                                        <p:cTn id="213" dur="1" fill="hold">
                                          <p:stCondLst>
                                            <p:cond delay="0"/>
                                          </p:stCondLst>
                                        </p:cTn>
                                        <p:tgtEl>
                                          <p:spTgt spid="219254"/>
                                        </p:tgtEl>
                                        <p:attrNameLst>
                                          <p:attrName>style.visibility</p:attrName>
                                        </p:attrNameLst>
                                      </p:cBhvr>
                                      <p:to>
                                        <p:strVal val="visible"/>
                                      </p:to>
                                    </p:set>
                                    <p:anim calcmode="lin" valueType="num">
                                      <p:cBhvr>
                                        <p:cTn id="214" dur="1000" fill="hold"/>
                                        <p:tgtEl>
                                          <p:spTgt spid="219254"/>
                                        </p:tgtEl>
                                        <p:attrNameLst>
                                          <p:attrName>ppt_x</p:attrName>
                                        </p:attrNameLst>
                                      </p:cBhvr>
                                      <p:tavLst>
                                        <p:tav tm="0">
                                          <p:val>
                                            <p:strVal val="#ppt_x-.2"/>
                                          </p:val>
                                        </p:tav>
                                        <p:tav tm="100000">
                                          <p:val>
                                            <p:strVal val="#ppt_x"/>
                                          </p:val>
                                        </p:tav>
                                      </p:tavLst>
                                    </p:anim>
                                    <p:anim calcmode="lin" valueType="num">
                                      <p:cBhvr>
                                        <p:cTn id="215" dur="1000" fill="hold"/>
                                        <p:tgtEl>
                                          <p:spTgt spid="219254"/>
                                        </p:tgtEl>
                                        <p:attrNameLst>
                                          <p:attrName>ppt_y</p:attrName>
                                        </p:attrNameLst>
                                      </p:cBhvr>
                                      <p:tavLst>
                                        <p:tav tm="0">
                                          <p:val>
                                            <p:strVal val="#ppt_y"/>
                                          </p:val>
                                        </p:tav>
                                        <p:tav tm="100000">
                                          <p:val>
                                            <p:strVal val="#ppt_y"/>
                                          </p:val>
                                        </p:tav>
                                      </p:tavLst>
                                    </p:anim>
                                    <p:animEffect transition="in" filter="wipe(right)" prLst="gradientSize: 0.1">
                                      <p:cBhvr>
                                        <p:cTn id="216" dur="1000"/>
                                        <p:tgtEl>
                                          <p:spTgt spid="219254"/>
                                        </p:tgtEl>
                                      </p:cBhvr>
                                    </p:animEffect>
                                  </p:childTnLst>
                                </p:cTn>
                              </p:par>
                              <p:par>
                                <p:cTn id="217" presetID="29" presetClass="entr" presetSubtype="0" fill="hold" grpId="0" nodeType="withEffect">
                                  <p:stCondLst>
                                    <p:cond delay="0"/>
                                  </p:stCondLst>
                                  <p:childTnLst>
                                    <p:set>
                                      <p:cBhvr>
                                        <p:cTn id="218" dur="1" fill="hold">
                                          <p:stCondLst>
                                            <p:cond delay="0"/>
                                          </p:stCondLst>
                                        </p:cTn>
                                        <p:tgtEl>
                                          <p:spTgt spid="219255"/>
                                        </p:tgtEl>
                                        <p:attrNameLst>
                                          <p:attrName>style.visibility</p:attrName>
                                        </p:attrNameLst>
                                      </p:cBhvr>
                                      <p:to>
                                        <p:strVal val="visible"/>
                                      </p:to>
                                    </p:set>
                                    <p:anim calcmode="lin" valueType="num">
                                      <p:cBhvr>
                                        <p:cTn id="219" dur="1000" fill="hold"/>
                                        <p:tgtEl>
                                          <p:spTgt spid="219255"/>
                                        </p:tgtEl>
                                        <p:attrNameLst>
                                          <p:attrName>ppt_x</p:attrName>
                                        </p:attrNameLst>
                                      </p:cBhvr>
                                      <p:tavLst>
                                        <p:tav tm="0">
                                          <p:val>
                                            <p:strVal val="#ppt_x-.2"/>
                                          </p:val>
                                        </p:tav>
                                        <p:tav tm="100000">
                                          <p:val>
                                            <p:strVal val="#ppt_x"/>
                                          </p:val>
                                        </p:tav>
                                      </p:tavLst>
                                    </p:anim>
                                    <p:anim calcmode="lin" valueType="num">
                                      <p:cBhvr>
                                        <p:cTn id="220" dur="1000" fill="hold"/>
                                        <p:tgtEl>
                                          <p:spTgt spid="219255"/>
                                        </p:tgtEl>
                                        <p:attrNameLst>
                                          <p:attrName>ppt_y</p:attrName>
                                        </p:attrNameLst>
                                      </p:cBhvr>
                                      <p:tavLst>
                                        <p:tav tm="0">
                                          <p:val>
                                            <p:strVal val="#ppt_y"/>
                                          </p:val>
                                        </p:tav>
                                        <p:tav tm="100000">
                                          <p:val>
                                            <p:strVal val="#ppt_y"/>
                                          </p:val>
                                        </p:tav>
                                      </p:tavLst>
                                    </p:anim>
                                    <p:animEffect transition="in" filter="wipe(right)" prLst="gradientSize: 0.1">
                                      <p:cBhvr>
                                        <p:cTn id="221" dur="1000"/>
                                        <p:tgtEl>
                                          <p:spTgt spid="219255"/>
                                        </p:tgtEl>
                                      </p:cBhvr>
                                    </p:animEffect>
                                  </p:childTnLst>
                                </p:cTn>
                              </p:par>
                              <p:par>
                                <p:cTn id="222" presetID="29" presetClass="entr" presetSubtype="0" fill="hold" grpId="0" nodeType="withEffect">
                                  <p:stCondLst>
                                    <p:cond delay="0"/>
                                  </p:stCondLst>
                                  <p:childTnLst>
                                    <p:set>
                                      <p:cBhvr>
                                        <p:cTn id="223" dur="1" fill="hold">
                                          <p:stCondLst>
                                            <p:cond delay="0"/>
                                          </p:stCondLst>
                                        </p:cTn>
                                        <p:tgtEl>
                                          <p:spTgt spid="219256"/>
                                        </p:tgtEl>
                                        <p:attrNameLst>
                                          <p:attrName>style.visibility</p:attrName>
                                        </p:attrNameLst>
                                      </p:cBhvr>
                                      <p:to>
                                        <p:strVal val="visible"/>
                                      </p:to>
                                    </p:set>
                                    <p:anim calcmode="lin" valueType="num">
                                      <p:cBhvr>
                                        <p:cTn id="224" dur="1000" fill="hold"/>
                                        <p:tgtEl>
                                          <p:spTgt spid="219256"/>
                                        </p:tgtEl>
                                        <p:attrNameLst>
                                          <p:attrName>ppt_x</p:attrName>
                                        </p:attrNameLst>
                                      </p:cBhvr>
                                      <p:tavLst>
                                        <p:tav tm="0">
                                          <p:val>
                                            <p:strVal val="#ppt_x-.2"/>
                                          </p:val>
                                        </p:tav>
                                        <p:tav tm="100000">
                                          <p:val>
                                            <p:strVal val="#ppt_x"/>
                                          </p:val>
                                        </p:tav>
                                      </p:tavLst>
                                    </p:anim>
                                    <p:anim calcmode="lin" valueType="num">
                                      <p:cBhvr>
                                        <p:cTn id="225" dur="1000" fill="hold"/>
                                        <p:tgtEl>
                                          <p:spTgt spid="219256"/>
                                        </p:tgtEl>
                                        <p:attrNameLst>
                                          <p:attrName>ppt_y</p:attrName>
                                        </p:attrNameLst>
                                      </p:cBhvr>
                                      <p:tavLst>
                                        <p:tav tm="0">
                                          <p:val>
                                            <p:strVal val="#ppt_y"/>
                                          </p:val>
                                        </p:tav>
                                        <p:tav tm="100000">
                                          <p:val>
                                            <p:strVal val="#ppt_y"/>
                                          </p:val>
                                        </p:tav>
                                      </p:tavLst>
                                    </p:anim>
                                    <p:animEffect transition="in" filter="wipe(right)" prLst="gradientSize: 0.1">
                                      <p:cBhvr>
                                        <p:cTn id="226" dur="1000"/>
                                        <p:tgtEl>
                                          <p:spTgt spid="219256"/>
                                        </p:tgtEl>
                                      </p:cBhvr>
                                    </p:animEffect>
                                  </p:childTnLst>
                                </p:cTn>
                              </p:par>
                              <p:par>
                                <p:cTn id="227" presetID="29" presetClass="entr" presetSubtype="0" fill="hold" grpId="0" nodeType="withEffect">
                                  <p:stCondLst>
                                    <p:cond delay="0"/>
                                  </p:stCondLst>
                                  <p:childTnLst>
                                    <p:set>
                                      <p:cBhvr>
                                        <p:cTn id="228" dur="1" fill="hold">
                                          <p:stCondLst>
                                            <p:cond delay="0"/>
                                          </p:stCondLst>
                                        </p:cTn>
                                        <p:tgtEl>
                                          <p:spTgt spid="219257"/>
                                        </p:tgtEl>
                                        <p:attrNameLst>
                                          <p:attrName>style.visibility</p:attrName>
                                        </p:attrNameLst>
                                      </p:cBhvr>
                                      <p:to>
                                        <p:strVal val="visible"/>
                                      </p:to>
                                    </p:set>
                                    <p:anim calcmode="lin" valueType="num">
                                      <p:cBhvr>
                                        <p:cTn id="229" dur="1000" fill="hold"/>
                                        <p:tgtEl>
                                          <p:spTgt spid="219257"/>
                                        </p:tgtEl>
                                        <p:attrNameLst>
                                          <p:attrName>ppt_x</p:attrName>
                                        </p:attrNameLst>
                                      </p:cBhvr>
                                      <p:tavLst>
                                        <p:tav tm="0">
                                          <p:val>
                                            <p:strVal val="#ppt_x-.2"/>
                                          </p:val>
                                        </p:tav>
                                        <p:tav tm="100000">
                                          <p:val>
                                            <p:strVal val="#ppt_x"/>
                                          </p:val>
                                        </p:tav>
                                      </p:tavLst>
                                    </p:anim>
                                    <p:anim calcmode="lin" valueType="num">
                                      <p:cBhvr>
                                        <p:cTn id="230" dur="1000" fill="hold"/>
                                        <p:tgtEl>
                                          <p:spTgt spid="219257"/>
                                        </p:tgtEl>
                                        <p:attrNameLst>
                                          <p:attrName>ppt_y</p:attrName>
                                        </p:attrNameLst>
                                      </p:cBhvr>
                                      <p:tavLst>
                                        <p:tav tm="0">
                                          <p:val>
                                            <p:strVal val="#ppt_y"/>
                                          </p:val>
                                        </p:tav>
                                        <p:tav tm="100000">
                                          <p:val>
                                            <p:strVal val="#ppt_y"/>
                                          </p:val>
                                        </p:tav>
                                      </p:tavLst>
                                    </p:anim>
                                    <p:animEffect transition="in" filter="wipe(right)" prLst="gradientSize: 0.1">
                                      <p:cBhvr>
                                        <p:cTn id="231" dur="1000"/>
                                        <p:tgtEl>
                                          <p:spTgt spid="219257"/>
                                        </p:tgtEl>
                                      </p:cBhvr>
                                    </p:animEffect>
                                  </p:childTnLst>
                                </p:cTn>
                              </p:par>
                              <p:par>
                                <p:cTn id="232" presetID="29" presetClass="entr" presetSubtype="0" fill="hold" grpId="0" nodeType="withEffect">
                                  <p:stCondLst>
                                    <p:cond delay="0"/>
                                  </p:stCondLst>
                                  <p:childTnLst>
                                    <p:set>
                                      <p:cBhvr>
                                        <p:cTn id="233" dur="1" fill="hold">
                                          <p:stCondLst>
                                            <p:cond delay="0"/>
                                          </p:stCondLst>
                                        </p:cTn>
                                        <p:tgtEl>
                                          <p:spTgt spid="219258"/>
                                        </p:tgtEl>
                                        <p:attrNameLst>
                                          <p:attrName>style.visibility</p:attrName>
                                        </p:attrNameLst>
                                      </p:cBhvr>
                                      <p:to>
                                        <p:strVal val="visible"/>
                                      </p:to>
                                    </p:set>
                                    <p:anim calcmode="lin" valueType="num">
                                      <p:cBhvr>
                                        <p:cTn id="234" dur="1000" fill="hold"/>
                                        <p:tgtEl>
                                          <p:spTgt spid="219258"/>
                                        </p:tgtEl>
                                        <p:attrNameLst>
                                          <p:attrName>ppt_x</p:attrName>
                                        </p:attrNameLst>
                                      </p:cBhvr>
                                      <p:tavLst>
                                        <p:tav tm="0">
                                          <p:val>
                                            <p:strVal val="#ppt_x-.2"/>
                                          </p:val>
                                        </p:tav>
                                        <p:tav tm="100000">
                                          <p:val>
                                            <p:strVal val="#ppt_x"/>
                                          </p:val>
                                        </p:tav>
                                      </p:tavLst>
                                    </p:anim>
                                    <p:anim calcmode="lin" valueType="num">
                                      <p:cBhvr>
                                        <p:cTn id="235" dur="1000" fill="hold"/>
                                        <p:tgtEl>
                                          <p:spTgt spid="219258"/>
                                        </p:tgtEl>
                                        <p:attrNameLst>
                                          <p:attrName>ppt_y</p:attrName>
                                        </p:attrNameLst>
                                      </p:cBhvr>
                                      <p:tavLst>
                                        <p:tav tm="0">
                                          <p:val>
                                            <p:strVal val="#ppt_y"/>
                                          </p:val>
                                        </p:tav>
                                        <p:tav tm="100000">
                                          <p:val>
                                            <p:strVal val="#ppt_y"/>
                                          </p:val>
                                        </p:tav>
                                      </p:tavLst>
                                    </p:anim>
                                    <p:animEffect transition="in" filter="wipe(right)" prLst="gradientSize: 0.1">
                                      <p:cBhvr>
                                        <p:cTn id="236" dur="1000"/>
                                        <p:tgtEl>
                                          <p:spTgt spid="219258"/>
                                        </p:tgtEl>
                                      </p:cBhvr>
                                    </p:animEffect>
                                  </p:childTnLst>
                                </p:cTn>
                              </p:par>
                              <p:par>
                                <p:cTn id="237" presetID="29" presetClass="entr" presetSubtype="0" fill="hold" grpId="0" nodeType="withEffect">
                                  <p:stCondLst>
                                    <p:cond delay="0"/>
                                  </p:stCondLst>
                                  <p:childTnLst>
                                    <p:set>
                                      <p:cBhvr>
                                        <p:cTn id="238" dur="1" fill="hold">
                                          <p:stCondLst>
                                            <p:cond delay="0"/>
                                          </p:stCondLst>
                                        </p:cTn>
                                        <p:tgtEl>
                                          <p:spTgt spid="219259"/>
                                        </p:tgtEl>
                                        <p:attrNameLst>
                                          <p:attrName>style.visibility</p:attrName>
                                        </p:attrNameLst>
                                      </p:cBhvr>
                                      <p:to>
                                        <p:strVal val="visible"/>
                                      </p:to>
                                    </p:set>
                                    <p:anim calcmode="lin" valueType="num">
                                      <p:cBhvr>
                                        <p:cTn id="239" dur="1000" fill="hold"/>
                                        <p:tgtEl>
                                          <p:spTgt spid="219259"/>
                                        </p:tgtEl>
                                        <p:attrNameLst>
                                          <p:attrName>ppt_x</p:attrName>
                                        </p:attrNameLst>
                                      </p:cBhvr>
                                      <p:tavLst>
                                        <p:tav tm="0">
                                          <p:val>
                                            <p:strVal val="#ppt_x-.2"/>
                                          </p:val>
                                        </p:tav>
                                        <p:tav tm="100000">
                                          <p:val>
                                            <p:strVal val="#ppt_x"/>
                                          </p:val>
                                        </p:tav>
                                      </p:tavLst>
                                    </p:anim>
                                    <p:anim calcmode="lin" valueType="num">
                                      <p:cBhvr>
                                        <p:cTn id="240" dur="1000" fill="hold"/>
                                        <p:tgtEl>
                                          <p:spTgt spid="219259"/>
                                        </p:tgtEl>
                                        <p:attrNameLst>
                                          <p:attrName>ppt_y</p:attrName>
                                        </p:attrNameLst>
                                      </p:cBhvr>
                                      <p:tavLst>
                                        <p:tav tm="0">
                                          <p:val>
                                            <p:strVal val="#ppt_y"/>
                                          </p:val>
                                        </p:tav>
                                        <p:tav tm="100000">
                                          <p:val>
                                            <p:strVal val="#ppt_y"/>
                                          </p:val>
                                        </p:tav>
                                      </p:tavLst>
                                    </p:anim>
                                    <p:animEffect transition="in" filter="wipe(right)" prLst="gradientSize: 0.1">
                                      <p:cBhvr>
                                        <p:cTn id="241" dur="1000"/>
                                        <p:tgtEl>
                                          <p:spTgt spid="219259"/>
                                        </p:tgtEl>
                                      </p:cBhvr>
                                    </p:animEffect>
                                  </p:childTnLst>
                                </p:cTn>
                              </p:par>
                              <p:par>
                                <p:cTn id="242" presetID="29" presetClass="entr" presetSubtype="0" fill="hold" grpId="0" nodeType="withEffect">
                                  <p:stCondLst>
                                    <p:cond delay="0"/>
                                  </p:stCondLst>
                                  <p:childTnLst>
                                    <p:set>
                                      <p:cBhvr>
                                        <p:cTn id="243" dur="1" fill="hold">
                                          <p:stCondLst>
                                            <p:cond delay="0"/>
                                          </p:stCondLst>
                                        </p:cTn>
                                        <p:tgtEl>
                                          <p:spTgt spid="219260"/>
                                        </p:tgtEl>
                                        <p:attrNameLst>
                                          <p:attrName>style.visibility</p:attrName>
                                        </p:attrNameLst>
                                      </p:cBhvr>
                                      <p:to>
                                        <p:strVal val="visible"/>
                                      </p:to>
                                    </p:set>
                                    <p:anim calcmode="lin" valueType="num">
                                      <p:cBhvr>
                                        <p:cTn id="244" dur="1000" fill="hold"/>
                                        <p:tgtEl>
                                          <p:spTgt spid="219260"/>
                                        </p:tgtEl>
                                        <p:attrNameLst>
                                          <p:attrName>ppt_x</p:attrName>
                                        </p:attrNameLst>
                                      </p:cBhvr>
                                      <p:tavLst>
                                        <p:tav tm="0">
                                          <p:val>
                                            <p:strVal val="#ppt_x-.2"/>
                                          </p:val>
                                        </p:tav>
                                        <p:tav tm="100000">
                                          <p:val>
                                            <p:strVal val="#ppt_x"/>
                                          </p:val>
                                        </p:tav>
                                      </p:tavLst>
                                    </p:anim>
                                    <p:anim calcmode="lin" valueType="num">
                                      <p:cBhvr>
                                        <p:cTn id="245" dur="1000" fill="hold"/>
                                        <p:tgtEl>
                                          <p:spTgt spid="219260"/>
                                        </p:tgtEl>
                                        <p:attrNameLst>
                                          <p:attrName>ppt_y</p:attrName>
                                        </p:attrNameLst>
                                      </p:cBhvr>
                                      <p:tavLst>
                                        <p:tav tm="0">
                                          <p:val>
                                            <p:strVal val="#ppt_y"/>
                                          </p:val>
                                        </p:tav>
                                        <p:tav tm="100000">
                                          <p:val>
                                            <p:strVal val="#ppt_y"/>
                                          </p:val>
                                        </p:tav>
                                      </p:tavLst>
                                    </p:anim>
                                    <p:animEffect transition="in" filter="wipe(right)" prLst="gradientSize: 0.1">
                                      <p:cBhvr>
                                        <p:cTn id="246" dur="1000"/>
                                        <p:tgtEl>
                                          <p:spTgt spid="219260"/>
                                        </p:tgtEl>
                                      </p:cBhvr>
                                    </p:animEffect>
                                  </p:childTnLst>
                                </p:cTn>
                              </p:par>
                              <p:par>
                                <p:cTn id="247" presetID="29" presetClass="entr" presetSubtype="0" fill="hold" grpId="0" nodeType="withEffect">
                                  <p:stCondLst>
                                    <p:cond delay="0"/>
                                  </p:stCondLst>
                                  <p:childTnLst>
                                    <p:set>
                                      <p:cBhvr>
                                        <p:cTn id="248" dur="1" fill="hold">
                                          <p:stCondLst>
                                            <p:cond delay="0"/>
                                          </p:stCondLst>
                                        </p:cTn>
                                        <p:tgtEl>
                                          <p:spTgt spid="219261"/>
                                        </p:tgtEl>
                                        <p:attrNameLst>
                                          <p:attrName>style.visibility</p:attrName>
                                        </p:attrNameLst>
                                      </p:cBhvr>
                                      <p:to>
                                        <p:strVal val="visible"/>
                                      </p:to>
                                    </p:set>
                                    <p:anim calcmode="lin" valueType="num">
                                      <p:cBhvr>
                                        <p:cTn id="249" dur="1000" fill="hold"/>
                                        <p:tgtEl>
                                          <p:spTgt spid="219261"/>
                                        </p:tgtEl>
                                        <p:attrNameLst>
                                          <p:attrName>ppt_x</p:attrName>
                                        </p:attrNameLst>
                                      </p:cBhvr>
                                      <p:tavLst>
                                        <p:tav tm="0">
                                          <p:val>
                                            <p:strVal val="#ppt_x-.2"/>
                                          </p:val>
                                        </p:tav>
                                        <p:tav tm="100000">
                                          <p:val>
                                            <p:strVal val="#ppt_x"/>
                                          </p:val>
                                        </p:tav>
                                      </p:tavLst>
                                    </p:anim>
                                    <p:anim calcmode="lin" valueType="num">
                                      <p:cBhvr>
                                        <p:cTn id="250" dur="1000" fill="hold"/>
                                        <p:tgtEl>
                                          <p:spTgt spid="219261"/>
                                        </p:tgtEl>
                                        <p:attrNameLst>
                                          <p:attrName>ppt_y</p:attrName>
                                        </p:attrNameLst>
                                      </p:cBhvr>
                                      <p:tavLst>
                                        <p:tav tm="0">
                                          <p:val>
                                            <p:strVal val="#ppt_y"/>
                                          </p:val>
                                        </p:tav>
                                        <p:tav tm="100000">
                                          <p:val>
                                            <p:strVal val="#ppt_y"/>
                                          </p:val>
                                        </p:tav>
                                      </p:tavLst>
                                    </p:anim>
                                    <p:animEffect transition="in" filter="wipe(right)" prLst="gradientSize: 0.1">
                                      <p:cBhvr>
                                        <p:cTn id="251" dur="1000"/>
                                        <p:tgtEl>
                                          <p:spTgt spid="219261"/>
                                        </p:tgtEl>
                                      </p:cBhvr>
                                    </p:animEffect>
                                  </p:childTnLst>
                                </p:cTn>
                              </p:par>
                              <p:par>
                                <p:cTn id="252" presetID="29" presetClass="entr" presetSubtype="0" fill="hold" grpId="0" nodeType="withEffect">
                                  <p:stCondLst>
                                    <p:cond delay="0"/>
                                  </p:stCondLst>
                                  <p:childTnLst>
                                    <p:set>
                                      <p:cBhvr>
                                        <p:cTn id="253" dur="1" fill="hold">
                                          <p:stCondLst>
                                            <p:cond delay="0"/>
                                          </p:stCondLst>
                                        </p:cTn>
                                        <p:tgtEl>
                                          <p:spTgt spid="219262"/>
                                        </p:tgtEl>
                                        <p:attrNameLst>
                                          <p:attrName>style.visibility</p:attrName>
                                        </p:attrNameLst>
                                      </p:cBhvr>
                                      <p:to>
                                        <p:strVal val="visible"/>
                                      </p:to>
                                    </p:set>
                                    <p:anim calcmode="lin" valueType="num">
                                      <p:cBhvr>
                                        <p:cTn id="254" dur="1000" fill="hold"/>
                                        <p:tgtEl>
                                          <p:spTgt spid="219262"/>
                                        </p:tgtEl>
                                        <p:attrNameLst>
                                          <p:attrName>ppt_x</p:attrName>
                                        </p:attrNameLst>
                                      </p:cBhvr>
                                      <p:tavLst>
                                        <p:tav tm="0">
                                          <p:val>
                                            <p:strVal val="#ppt_x-.2"/>
                                          </p:val>
                                        </p:tav>
                                        <p:tav tm="100000">
                                          <p:val>
                                            <p:strVal val="#ppt_x"/>
                                          </p:val>
                                        </p:tav>
                                      </p:tavLst>
                                    </p:anim>
                                    <p:anim calcmode="lin" valueType="num">
                                      <p:cBhvr>
                                        <p:cTn id="255" dur="1000" fill="hold"/>
                                        <p:tgtEl>
                                          <p:spTgt spid="219262"/>
                                        </p:tgtEl>
                                        <p:attrNameLst>
                                          <p:attrName>ppt_y</p:attrName>
                                        </p:attrNameLst>
                                      </p:cBhvr>
                                      <p:tavLst>
                                        <p:tav tm="0">
                                          <p:val>
                                            <p:strVal val="#ppt_y"/>
                                          </p:val>
                                        </p:tav>
                                        <p:tav tm="100000">
                                          <p:val>
                                            <p:strVal val="#ppt_y"/>
                                          </p:val>
                                        </p:tav>
                                      </p:tavLst>
                                    </p:anim>
                                    <p:animEffect transition="in" filter="wipe(right)" prLst="gradientSize: 0.1">
                                      <p:cBhvr>
                                        <p:cTn id="256" dur="1000"/>
                                        <p:tgtEl>
                                          <p:spTgt spid="219262"/>
                                        </p:tgtEl>
                                      </p:cBhvr>
                                    </p:animEffect>
                                  </p:childTnLst>
                                </p:cTn>
                              </p:par>
                              <p:par>
                                <p:cTn id="257" presetID="29" presetClass="entr" presetSubtype="0" fill="hold" grpId="0" nodeType="withEffect">
                                  <p:stCondLst>
                                    <p:cond delay="0"/>
                                  </p:stCondLst>
                                  <p:childTnLst>
                                    <p:set>
                                      <p:cBhvr>
                                        <p:cTn id="258" dur="1" fill="hold">
                                          <p:stCondLst>
                                            <p:cond delay="0"/>
                                          </p:stCondLst>
                                        </p:cTn>
                                        <p:tgtEl>
                                          <p:spTgt spid="219263"/>
                                        </p:tgtEl>
                                        <p:attrNameLst>
                                          <p:attrName>style.visibility</p:attrName>
                                        </p:attrNameLst>
                                      </p:cBhvr>
                                      <p:to>
                                        <p:strVal val="visible"/>
                                      </p:to>
                                    </p:set>
                                    <p:anim calcmode="lin" valueType="num">
                                      <p:cBhvr>
                                        <p:cTn id="259" dur="1000" fill="hold"/>
                                        <p:tgtEl>
                                          <p:spTgt spid="219263"/>
                                        </p:tgtEl>
                                        <p:attrNameLst>
                                          <p:attrName>ppt_x</p:attrName>
                                        </p:attrNameLst>
                                      </p:cBhvr>
                                      <p:tavLst>
                                        <p:tav tm="0">
                                          <p:val>
                                            <p:strVal val="#ppt_x-.2"/>
                                          </p:val>
                                        </p:tav>
                                        <p:tav tm="100000">
                                          <p:val>
                                            <p:strVal val="#ppt_x"/>
                                          </p:val>
                                        </p:tav>
                                      </p:tavLst>
                                    </p:anim>
                                    <p:anim calcmode="lin" valueType="num">
                                      <p:cBhvr>
                                        <p:cTn id="260" dur="1000" fill="hold"/>
                                        <p:tgtEl>
                                          <p:spTgt spid="219263"/>
                                        </p:tgtEl>
                                        <p:attrNameLst>
                                          <p:attrName>ppt_y</p:attrName>
                                        </p:attrNameLst>
                                      </p:cBhvr>
                                      <p:tavLst>
                                        <p:tav tm="0">
                                          <p:val>
                                            <p:strVal val="#ppt_y"/>
                                          </p:val>
                                        </p:tav>
                                        <p:tav tm="100000">
                                          <p:val>
                                            <p:strVal val="#ppt_y"/>
                                          </p:val>
                                        </p:tav>
                                      </p:tavLst>
                                    </p:anim>
                                    <p:animEffect transition="in" filter="wipe(right)" prLst="gradientSize: 0.1">
                                      <p:cBhvr>
                                        <p:cTn id="261" dur="1000"/>
                                        <p:tgtEl>
                                          <p:spTgt spid="219263"/>
                                        </p:tgtEl>
                                      </p:cBhvr>
                                    </p:animEffect>
                                  </p:childTnLst>
                                </p:cTn>
                              </p:par>
                              <p:par>
                                <p:cTn id="262" presetID="29" presetClass="entr" presetSubtype="0" fill="hold" grpId="0" nodeType="withEffect">
                                  <p:stCondLst>
                                    <p:cond delay="0"/>
                                  </p:stCondLst>
                                  <p:childTnLst>
                                    <p:set>
                                      <p:cBhvr>
                                        <p:cTn id="263" dur="1" fill="hold">
                                          <p:stCondLst>
                                            <p:cond delay="0"/>
                                          </p:stCondLst>
                                        </p:cTn>
                                        <p:tgtEl>
                                          <p:spTgt spid="219264"/>
                                        </p:tgtEl>
                                        <p:attrNameLst>
                                          <p:attrName>style.visibility</p:attrName>
                                        </p:attrNameLst>
                                      </p:cBhvr>
                                      <p:to>
                                        <p:strVal val="visible"/>
                                      </p:to>
                                    </p:set>
                                    <p:anim calcmode="lin" valueType="num">
                                      <p:cBhvr>
                                        <p:cTn id="264" dur="1000" fill="hold"/>
                                        <p:tgtEl>
                                          <p:spTgt spid="219264"/>
                                        </p:tgtEl>
                                        <p:attrNameLst>
                                          <p:attrName>ppt_x</p:attrName>
                                        </p:attrNameLst>
                                      </p:cBhvr>
                                      <p:tavLst>
                                        <p:tav tm="0">
                                          <p:val>
                                            <p:strVal val="#ppt_x-.2"/>
                                          </p:val>
                                        </p:tav>
                                        <p:tav tm="100000">
                                          <p:val>
                                            <p:strVal val="#ppt_x"/>
                                          </p:val>
                                        </p:tav>
                                      </p:tavLst>
                                    </p:anim>
                                    <p:anim calcmode="lin" valueType="num">
                                      <p:cBhvr>
                                        <p:cTn id="265" dur="1000" fill="hold"/>
                                        <p:tgtEl>
                                          <p:spTgt spid="219264"/>
                                        </p:tgtEl>
                                        <p:attrNameLst>
                                          <p:attrName>ppt_y</p:attrName>
                                        </p:attrNameLst>
                                      </p:cBhvr>
                                      <p:tavLst>
                                        <p:tav tm="0">
                                          <p:val>
                                            <p:strVal val="#ppt_y"/>
                                          </p:val>
                                        </p:tav>
                                        <p:tav tm="100000">
                                          <p:val>
                                            <p:strVal val="#ppt_y"/>
                                          </p:val>
                                        </p:tav>
                                      </p:tavLst>
                                    </p:anim>
                                    <p:animEffect transition="in" filter="wipe(right)" prLst="gradientSize: 0.1">
                                      <p:cBhvr>
                                        <p:cTn id="266" dur="1000"/>
                                        <p:tgtEl>
                                          <p:spTgt spid="219264"/>
                                        </p:tgtEl>
                                      </p:cBhvr>
                                    </p:animEffect>
                                  </p:childTnLst>
                                </p:cTn>
                              </p:par>
                              <p:par>
                                <p:cTn id="267" presetID="29" presetClass="entr" presetSubtype="0" fill="hold" grpId="0" nodeType="withEffect">
                                  <p:stCondLst>
                                    <p:cond delay="0"/>
                                  </p:stCondLst>
                                  <p:childTnLst>
                                    <p:set>
                                      <p:cBhvr>
                                        <p:cTn id="268" dur="1" fill="hold">
                                          <p:stCondLst>
                                            <p:cond delay="0"/>
                                          </p:stCondLst>
                                        </p:cTn>
                                        <p:tgtEl>
                                          <p:spTgt spid="219265"/>
                                        </p:tgtEl>
                                        <p:attrNameLst>
                                          <p:attrName>style.visibility</p:attrName>
                                        </p:attrNameLst>
                                      </p:cBhvr>
                                      <p:to>
                                        <p:strVal val="visible"/>
                                      </p:to>
                                    </p:set>
                                    <p:anim calcmode="lin" valueType="num">
                                      <p:cBhvr>
                                        <p:cTn id="269" dur="1000" fill="hold"/>
                                        <p:tgtEl>
                                          <p:spTgt spid="219265"/>
                                        </p:tgtEl>
                                        <p:attrNameLst>
                                          <p:attrName>ppt_x</p:attrName>
                                        </p:attrNameLst>
                                      </p:cBhvr>
                                      <p:tavLst>
                                        <p:tav tm="0">
                                          <p:val>
                                            <p:strVal val="#ppt_x-.2"/>
                                          </p:val>
                                        </p:tav>
                                        <p:tav tm="100000">
                                          <p:val>
                                            <p:strVal val="#ppt_x"/>
                                          </p:val>
                                        </p:tav>
                                      </p:tavLst>
                                    </p:anim>
                                    <p:anim calcmode="lin" valueType="num">
                                      <p:cBhvr>
                                        <p:cTn id="270" dur="1000" fill="hold"/>
                                        <p:tgtEl>
                                          <p:spTgt spid="219265"/>
                                        </p:tgtEl>
                                        <p:attrNameLst>
                                          <p:attrName>ppt_y</p:attrName>
                                        </p:attrNameLst>
                                      </p:cBhvr>
                                      <p:tavLst>
                                        <p:tav tm="0">
                                          <p:val>
                                            <p:strVal val="#ppt_y"/>
                                          </p:val>
                                        </p:tav>
                                        <p:tav tm="100000">
                                          <p:val>
                                            <p:strVal val="#ppt_y"/>
                                          </p:val>
                                        </p:tav>
                                      </p:tavLst>
                                    </p:anim>
                                    <p:animEffect transition="in" filter="wipe(right)" prLst="gradientSize: 0.1">
                                      <p:cBhvr>
                                        <p:cTn id="271" dur="1000"/>
                                        <p:tgtEl>
                                          <p:spTgt spid="2192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223" grpId="0"/>
      <p:bldP spid="219224" grpId="0"/>
      <p:bldP spid="219225" grpId="0" bldLvl="0" animBg="1"/>
      <p:bldP spid="219226" grpId="0" bldLvl="0" animBg="1"/>
      <p:bldP spid="219227" grpId="0" bldLvl="0" animBg="1"/>
      <p:bldP spid="219228" grpId="0" bldLvl="0" animBg="1"/>
      <p:bldP spid="219229" grpId="0" bldLvl="0" animBg="1"/>
      <p:bldP spid="219230" grpId="0" bldLvl="0" animBg="1"/>
      <p:bldP spid="219231" grpId="0" bldLvl="0" animBg="1"/>
      <p:bldP spid="219232" grpId="0" bldLvl="0" animBg="1"/>
      <p:bldP spid="219233" grpId="0" bldLvl="0" animBg="1"/>
      <p:bldP spid="219234" grpId="0" bldLvl="0" animBg="1"/>
      <p:bldP spid="219235" grpId="0" bldLvl="0" animBg="1"/>
      <p:bldP spid="219236" grpId="0" bldLvl="0" animBg="1"/>
      <p:bldP spid="219237" grpId="0" bldLvl="0" animBg="1"/>
      <p:bldP spid="219238" grpId="0" bldLvl="0" animBg="1"/>
      <p:bldP spid="219239" grpId="0" bldLvl="0" animBg="1"/>
      <p:bldP spid="219240" grpId="0" bldLvl="0" animBg="1"/>
      <p:bldP spid="219241" grpId="0" bldLvl="0" animBg="1"/>
      <p:bldP spid="219242" grpId="0" bldLvl="0" animBg="1"/>
      <p:bldP spid="219243" grpId="0" bldLvl="0" animBg="1"/>
      <p:bldP spid="219244" grpId="0" bldLvl="0" animBg="1"/>
      <p:bldP spid="219245" grpId="0"/>
      <p:bldP spid="219246" grpId="0"/>
      <p:bldP spid="219247" grpId="0" bldLvl="0" animBg="1"/>
      <p:bldP spid="219248" grpId="0" bldLvl="0" animBg="1"/>
      <p:bldP spid="219249" grpId="0" bldLvl="0" animBg="1"/>
      <p:bldP spid="219250" grpId="0" bldLvl="0" animBg="1"/>
      <p:bldP spid="219251" grpId="0" bldLvl="0" animBg="1"/>
      <p:bldP spid="219252" grpId="0" bldLvl="0" animBg="1"/>
      <p:bldP spid="219253" grpId="0" bldLvl="0" animBg="1"/>
      <p:bldP spid="219254" grpId="0" bldLvl="0" animBg="1"/>
      <p:bldP spid="219255" grpId="0" bldLvl="0" animBg="1"/>
      <p:bldP spid="219256" grpId="0" bldLvl="0" animBg="1"/>
      <p:bldP spid="219257" grpId="0" bldLvl="0" animBg="1"/>
      <p:bldP spid="219258" grpId="0" bldLvl="0" animBg="1"/>
      <p:bldP spid="219259" grpId="0" bldLvl="0" animBg="1"/>
      <p:bldP spid="219260" grpId="0" bldLvl="0" animBg="1"/>
      <p:bldP spid="219261" grpId="0" bldLvl="0" animBg="1"/>
      <p:bldP spid="219262" grpId="0" bldLvl="0" animBg="1"/>
      <p:bldP spid="219263" grpId="0" bldLvl="0" animBg="1"/>
      <p:bldP spid="219264" grpId="0" bldLvl="0" animBg="1"/>
      <p:bldP spid="219265"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kumimoji="1" lang="zh-CN" altLang="en-US">
                <a:latin typeface="Times New Roman" panose="02020603050405020304" pitchFamily="18" charset="0"/>
                <a:cs typeface="Times New Roman" panose="02020603050405020304" pitchFamily="18" charset="0"/>
                <a:sym typeface="+mn-ea"/>
              </a:rPr>
              <a:t>链式基数排序</a:t>
            </a:r>
            <a:endParaRPr lang="zh-CN" altLang="en-US"/>
          </a:p>
        </p:txBody>
      </p:sp>
      <p:sp>
        <p:nvSpPr>
          <p:cNvPr id="220290" name="Rectangle 130" descr="白色大理石"/>
          <p:cNvSpPr>
            <a:spLocks noChangeArrowheads="1"/>
          </p:cNvSpPr>
          <p:nvPr/>
        </p:nvSpPr>
        <p:spPr bwMode="auto">
          <a:xfrm>
            <a:off x="4000500" y="160020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6</a:t>
            </a:r>
            <a:r>
              <a:rPr kumimoji="1" lang="en-US" altLang="zh-CN" sz="2100" b="1">
                <a:solidFill>
                  <a:srgbClr val="FF3300"/>
                </a:solidFill>
                <a:latin typeface="Times New Roman" panose="02020603050405020304" pitchFamily="18" charset="0"/>
                <a:ea typeface="宋体" panose="02010600030101010101" pitchFamily="2" charset="-122"/>
              </a:rPr>
              <a:t>1</a:t>
            </a:r>
            <a:r>
              <a:rPr kumimoji="1" lang="en-US" altLang="zh-CN" sz="2100" b="1">
                <a:solidFill>
                  <a:srgbClr val="0000CC"/>
                </a:solidFill>
                <a:latin typeface="Times New Roman" panose="02020603050405020304" pitchFamily="18" charset="0"/>
                <a:ea typeface="宋体" panose="02010600030101010101" pitchFamily="2" charset="-122"/>
              </a:rPr>
              <a:t>4</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0291" name="Line 131"/>
          <p:cNvSpPr>
            <a:spLocks noChangeShapeType="1"/>
          </p:cNvSpPr>
          <p:nvPr/>
        </p:nvSpPr>
        <p:spPr bwMode="auto">
          <a:xfrm>
            <a:off x="1714500" y="177165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0292" name="Line 132"/>
          <p:cNvSpPr>
            <a:spLocks noChangeShapeType="1"/>
          </p:cNvSpPr>
          <p:nvPr/>
        </p:nvSpPr>
        <p:spPr bwMode="auto">
          <a:xfrm>
            <a:off x="2400300" y="177165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0293" name="Rectangle 133" descr="白色大理石"/>
          <p:cNvSpPr>
            <a:spLocks noChangeArrowheads="1"/>
          </p:cNvSpPr>
          <p:nvPr/>
        </p:nvSpPr>
        <p:spPr bwMode="auto">
          <a:xfrm>
            <a:off x="2628900" y="160020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9</a:t>
            </a:r>
            <a:r>
              <a:rPr kumimoji="1" lang="en-US" altLang="zh-CN" sz="2100" b="1">
                <a:solidFill>
                  <a:srgbClr val="FF3300"/>
                </a:solidFill>
                <a:latin typeface="Times New Roman" panose="02020603050405020304" pitchFamily="18" charset="0"/>
                <a:ea typeface="宋体" panose="02010600030101010101" pitchFamily="2" charset="-122"/>
              </a:rPr>
              <a:t>2</a:t>
            </a:r>
            <a:r>
              <a:rPr kumimoji="1" lang="en-US" altLang="zh-CN" sz="2100" b="1">
                <a:solidFill>
                  <a:srgbClr val="0000CC"/>
                </a:solidFill>
                <a:latin typeface="Times New Roman" panose="02020603050405020304" pitchFamily="18" charset="0"/>
                <a:ea typeface="宋体" panose="02010600030101010101" pitchFamily="2" charset="-122"/>
              </a:rPr>
              <a:t>1</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0294" name="Line 134"/>
          <p:cNvSpPr>
            <a:spLocks noChangeShapeType="1"/>
          </p:cNvSpPr>
          <p:nvPr/>
        </p:nvSpPr>
        <p:spPr bwMode="auto">
          <a:xfrm>
            <a:off x="3086100" y="177165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0295" name="Rectangle 135" descr="白色大理石"/>
          <p:cNvSpPr>
            <a:spLocks noChangeArrowheads="1"/>
          </p:cNvSpPr>
          <p:nvPr/>
        </p:nvSpPr>
        <p:spPr bwMode="auto">
          <a:xfrm>
            <a:off x="4686300" y="160020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4</a:t>
            </a:r>
            <a:r>
              <a:rPr kumimoji="1" lang="en-US" altLang="zh-CN" sz="2100" b="1">
                <a:solidFill>
                  <a:srgbClr val="FF3300"/>
                </a:solidFill>
                <a:latin typeface="Times New Roman" panose="02020603050405020304" pitchFamily="18" charset="0"/>
                <a:ea typeface="宋体" panose="02010600030101010101" pitchFamily="2" charset="-122"/>
              </a:rPr>
              <a:t>8</a:t>
            </a:r>
            <a:r>
              <a:rPr kumimoji="1" lang="en-US" altLang="zh-CN" sz="2100" b="1">
                <a:solidFill>
                  <a:srgbClr val="0000CC"/>
                </a:solidFill>
                <a:latin typeface="Times New Roman" panose="02020603050405020304" pitchFamily="18" charset="0"/>
                <a:ea typeface="宋体" panose="02010600030101010101" pitchFamily="2" charset="-122"/>
              </a:rPr>
              <a:t>5</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0296" name="Line 136"/>
          <p:cNvSpPr>
            <a:spLocks noChangeShapeType="1"/>
          </p:cNvSpPr>
          <p:nvPr/>
        </p:nvSpPr>
        <p:spPr bwMode="auto">
          <a:xfrm>
            <a:off x="3771900" y="177165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0297" name="Rectangle 137" descr="白色大理石"/>
          <p:cNvSpPr>
            <a:spLocks noChangeArrowheads="1"/>
          </p:cNvSpPr>
          <p:nvPr/>
        </p:nvSpPr>
        <p:spPr bwMode="auto">
          <a:xfrm>
            <a:off x="6743700" y="160020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6</a:t>
            </a:r>
            <a:r>
              <a:rPr kumimoji="1" lang="en-US" altLang="zh-CN" sz="2100" b="1">
                <a:solidFill>
                  <a:srgbClr val="FF3300"/>
                </a:solidFill>
                <a:latin typeface="Times New Roman" panose="02020603050405020304" pitchFamily="18" charset="0"/>
                <a:ea typeface="宋体" panose="02010600030101010101" pitchFamily="2" charset="-122"/>
              </a:rPr>
              <a:t>3</a:t>
            </a:r>
            <a:r>
              <a:rPr kumimoji="1" lang="en-US" altLang="zh-CN" sz="2100" b="1">
                <a:solidFill>
                  <a:srgbClr val="0000CC"/>
                </a:solidFill>
                <a:latin typeface="Times New Roman" panose="02020603050405020304" pitchFamily="18" charset="0"/>
                <a:ea typeface="宋体" panose="02010600030101010101" pitchFamily="2" charset="-122"/>
              </a:rPr>
              <a:t>7</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0298" name="Rectangle 138" descr="白色大理石"/>
          <p:cNvSpPr>
            <a:spLocks noChangeArrowheads="1"/>
          </p:cNvSpPr>
          <p:nvPr/>
        </p:nvSpPr>
        <p:spPr bwMode="auto">
          <a:xfrm>
            <a:off x="7429500" y="160020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7</a:t>
            </a:r>
            <a:r>
              <a:rPr kumimoji="1" lang="en-US" altLang="zh-CN" sz="2100" b="1">
                <a:solidFill>
                  <a:srgbClr val="FF3300"/>
                </a:solidFill>
                <a:latin typeface="Times New Roman" panose="02020603050405020304" pitchFamily="18" charset="0"/>
                <a:ea typeface="宋体" panose="02010600030101010101" pitchFamily="2" charset="-122"/>
              </a:rPr>
              <a:t>3</a:t>
            </a:r>
            <a:r>
              <a:rPr kumimoji="1" lang="en-US" altLang="zh-CN" sz="2100" b="1">
                <a:solidFill>
                  <a:srgbClr val="0000CC"/>
                </a:solidFill>
                <a:latin typeface="Times New Roman" panose="02020603050405020304" pitchFamily="18" charset="0"/>
                <a:ea typeface="宋体" panose="02010600030101010101" pitchFamily="2" charset="-122"/>
              </a:rPr>
              <a:t>8</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0299" name="Line 139"/>
          <p:cNvSpPr>
            <a:spLocks noChangeShapeType="1"/>
          </p:cNvSpPr>
          <p:nvPr/>
        </p:nvSpPr>
        <p:spPr bwMode="auto">
          <a:xfrm>
            <a:off x="4457700" y="177165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0300" name="Rectangle 140" descr="白色大理石"/>
          <p:cNvSpPr>
            <a:spLocks noChangeArrowheads="1"/>
          </p:cNvSpPr>
          <p:nvPr/>
        </p:nvSpPr>
        <p:spPr bwMode="auto">
          <a:xfrm>
            <a:off x="3314700" y="160020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1</a:t>
            </a:r>
            <a:r>
              <a:rPr kumimoji="1" lang="en-US" altLang="zh-CN" sz="2100" b="1">
                <a:solidFill>
                  <a:srgbClr val="FF3300"/>
                </a:solidFill>
                <a:latin typeface="Times New Roman" panose="02020603050405020304" pitchFamily="18" charset="0"/>
                <a:ea typeface="宋体" panose="02010600030101010101" pitchFamily="2" charset="-122"/>
              </a:rPr>
              <a:t>0</a:t>
            </a:r>
            <a:r>
              <a:rPr kumimoji="1" lang="en-US" altLang="zh-CN" sz="2100" b="1">
                <a:solidFill>
                  <a:srgbClr val="0000CC"/>
                </a:solidFill>
                <a:latin typeface="Times New Roman" panose="02020603050405020304" pitchFamily="18" charset="0"/>
                <a:ea typeface="宋体" panose="02010600030101010101" pitchFamily="2" charset="-122"/>
              </a:rPr>
              <a:t>1</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0301" name="Line 141"/>
          <p:cNvSpPr>
            <a:spLocks noChangeShapeType="1"/>
          </p:cNvSpPr>
          <p:nvPr/>
        </p:nvSpPr>
        <p:spPr bwMode="auto">
          <a:xfrm>
            <a:off x="5143500" y="177165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0302" name="Rectangle 142" descr="白色大理石"/>
          <p:cNvSpPr>
            <a:spLocks noChangeArrowheads="1"/>
          </p:cNvSpPr>
          <p:nvPr/>
        </p:nvSpPr>
        <p:spPr bwMode="auto">
          <a:xfrm>
            <a:off x="5372100" y="160020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2</a:t>
            </a:r>
            <a:r>
              <a:rPr kumimoji="1" lang="en-US" altLang="zh-CN" sz="2100" b="1">
                <a:solidFill>
                  <a:srgbClr val="FF3300"/>
                </a:solidFill>
                <a:latin typeface="Times New Roman" panose="02020603050405020304" pitchFamily="18" charset="0"/>
                <a:ea typeface="宋体" panose="02010600030101010101" pitchFamily="2" charset="-122"/>
              </a:rPr>
              <a:t>1</a:t>
            </a:r>
            <a:r>
              <a:rPr kumimoji="1" lang="en-US" altLang="zh-CN" sz="2100" b="1">
                <a:solidFill>
                  <a:srgbClr val="0000CC"/>
                </a:solidFill>
                <a:latin typeface="Times New Roman" panose="02020603050405020304" pitchFamily="18" charset="0"/>
                <a:ea typeface="宋体" panose="02010600030101010101" pitchFamily="2" charset="-122"/>
              </a:rPr>
              <a:t>5</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0303" name="Line 143"/>
          <p:cNvSpPr>
            <a:spLocks noChangeShapeType="1"/>
          </p:cNvSpPr>
          <p:nvPr/>
        </p:nvSpPr>
        <p:spPr bwMode="auto">
          <a:xfrm>
            <a:off x="5829300" y="177165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0304" name="Rectangle 144" descr="白色大理石"/>
          <p:cNvSpPr>
            <a:spLocks noChangeArrowheads="1"/>
          </p:cNvSpPr>
          <p:nvPr/>
        </p:nvSpPr>
        <p:spPr bwMode="auto">
          <a:xfrm>
            <a:off x="1257300" y="160020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5</a:t>
            </a:r>
            <a:r>
              <a:rPr kumimoji="1" lang="en-US" altLang="zh-CN" sz="2100" b="1">
                <a:solidFill>
                  <a:srgbClr val="FF3300"/>
                </a:solidFill>
                <a:latin typeface="Times New Roman" panose="02020603050405020304" pitchFamily="18" charset="0"/>
                <a:ea typeface="宋体" panose="02010600030101010101" pitchFamily="2" charset="-122"/>
              </a:rPr>
              <a:t>3</a:t>
            </a:r>
            <a:r>
              <a:rPr kumimoji="1" lang="en-US" altLang="zh-CN" sz="2100" b="1">
                <a:solidFill>
                  <a:srgbClr val="0000CC"/>
                </a:solidFill>
                <a:latin typeface="Times New Roman" panose="02020603050405020304" pitchFamily="18" charset="0"/>
                <a:ea typeface="宋体" panose="02010600030101010101" pitchFamily="2" charset="-122"/>
              </a:rPr>
              <a:t>0</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0305" name="Line 145"/>
          <p:cNvSpPr>
            <a:spLocks noChangeShapeType="1"/>
          </p:cNvSpPr>
          <p:nvPr/>
        </p:nvSpPr>
        <p:spPr bwMode="auto">
          <a:xfrm>
            <a:off x="6515100" y="177165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0306" name="Rectangle 146" descr="白色大理石"/>
          <p:cNvSpPr>
            <a:spLocks noChangeArrowheads="1"/>
          </p:cNvSpPr>
          <p:nvPr/>
        </p:nvSpPr>
        <p:spPr bwMode="auto">
          <a:xfrm>
            <a:off x="1943100" y="160020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7</a:t>
            </a:r>
            <a:r>
              <a:rPr kumimoji="1" lang="en-US" altLang="zh-CN" sz="2100" b="1">
                <a:solidFill>
                  <a:srgbClr val="FF3300"/>
                </a:solidFill>
                <a:latin typeface="Times New Roman" panose="02020603050405020304" pitchFamily="18" charset="0"/>
                <a:ea typeface="宋体" panose="02010600030101010101" pitchFamily="2" charset="-122"/>
              </a:rPr>
              <a:t>9</a:t>
            </a:r>
            <a:r>
              <a:rPr kumimoji="1" lang="en-US" altLang="zh-CN" sz="2100" b="1">
                <a:solidFill>
                  <a:srgbClr val="0000CC"/>
                </a:solidFill>
                <a:latin typeface="Times New Roman" panose="02020603050405020304" pitchFamily="18" charset="0"/>
                <a:ea typeface="宋体" panose="02010600030101010101" pitchFamily="2" charset="-122"/>
              </a:rPr>
              <a:t>0</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0307" name="Line 147"/>
          <p:cNvSpPr>
            <a:spLocks noChangeShapeType="1"/>
          </p:cNvSpPr>
          <p:nvPr/>
        </p:nvSpPr>
        <p:spPr bwMode="auto">
          <a:xfrm>
            <a:off x="7200900" y="177165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0308" name="Rectangle 148" descr="白色大理石"/>
          <p:cNvSpPr>
            <a:spLocks noChangeArrowheads="1"/>
          </p:cNvSpPr>
          <p:nvPr/>
        </p:nvSpPr>
        <p:spPr bwMode="auto">
          <a:xfrm>
            <a:off x="6057900" y="160020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3</a:t>
            </a:r>
            <a:r>
              <a:rPr kumimoji="1" lang="en-US" altLang="zh-CN" sz="2100" b="1">
                <a:solidFill>
                  <a:srgbClr val="FF3300"/>
                </a:solidFill>
                <a:latin typeface="Times New Roman" panose="02020603050405020304" pitchFamily="18" charset="0"/>
                <a:ea typeface="宋体" panose="02010600030101010101" pitchFamily="2" charset="-122"/>
              </a:rPr>
              <a:t>0</a:t>
            </a:r>
            <a:r>
              <a:rPr kumimoji="1" lang="en-US" altLang="zh-CN" sz="2100" b="1">
                <a:solidFill>
                  <a:srgbClr val="0000CC"/>
                </a:solidFill>
                <a:latin typeface="Times New Roman" panose="02020603050405020304" pitchFamily="18" charset="0"/>
                <a:ea typeface="宋体" panose="02010600030101010101" pitchFamily="2" charset="-122"/>
              </a:rPr>
              <a:t>6</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0310" name="Text Box 150"/>
          <p:cNvSpPr txBox="1">
            <a:spLocks noChangeArrowheads="1"/>
          </p:cNvSpPr>
          <p:nvPr/>
        </p:nvSpPr>
        <p:spPr bwMode="auto">
          <a:xfrm>
            <a:off x="1200150" y="2182416"/>
            <a:ext cx="4074319" cy="414020"/>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CC"/>
                </a:solidFill>
                <a:miter lim="800000"/>
                <a:headEnd/>
                <a:tailEnd/>
              </a14:hiddenLine>
            </a:ext>
          </a:extLst>
        </p:spPr>
        <p:txBody>
          <a:bodyPr>
            <a:spAutoFit/>
          </a:bodyPr>
          <a:lstStyle/>
          <a:p>
            <a:r>
              <a:rPr kumimoji="1" lang="zh-CN" altLang="en-US" sz="2100" b="1">
                <a:solidFill>
                  <a:schemeClr val="accent1"/>
                </a:solidFill>
                <a:effectLst>
                  <a:outerShdw blurRad="38100" dist="25400" dir="5400000" algn="ctr" rotWithShape="0">
                    <a:srgbClr val="6E747A">
                      <a:alpha val="43000"/>
                    </a:srgbClr>
                  </a:outerShdw>
                </a:effectLst>
                <a:latin typeface="幼圆" panose="02010509060101010101" pitchFamily="49" charset="-122"/>
                <a:ea typeface="幼圆" panose="02010509060101010101" pitchFamily="49" charset="-122"/>
                <a:cs typeface="幼圆" panose="02010509060101010101" pitchFamily="49" charset="-122"/>
              </a:rPr>
              <a:t>第二趟分配（按次低位 </a:t>
            </a:r>
            <a:r>
              <a:rPr kumimoji="1" lang="en-US" altLang="zh-CN" sz="2100" b="1" i="1">
                <a:solidFill>
                  <a:schemeClr val="accent1"/>
                </a:solidFill>
                <a:effectLst>
                  <a:outerShdw blurRad="38100" dist="25400" dir="5400000" algn="ctr" rotWithShape="0">
                    <a:srgbClr val="6E747A">
                      <a:alpha val="43000"/>
                    </a:srgbClr>
                  </a:outerShdw>
                </a:effectLst>
                <a:latin typeface="幼圆" panose="02010509060101010101" pitchFamily="49" charset="-122"/>
                <a:ea typeface="幼圆" panose="02010509060101010101" pitchFamily="49" charset="-122"/>
                <a:cs typeface="幼圆" panose="02010509060101010101" pitchFamily="49" charset="-122"/>
              </a:rPr>
              <a:t>i</a:t>
            </a:r>
            <a:r>
              <a:rPr kumimoji="1" lang="en-US" altLang="zh-CN" sz="2100" b="1">
                <a:solidFill>
                  <a:schemeClr val="accent1"/>
                </a:solidFill>
                <a:effectLst>
                  <a:outerShdw blurRad="38100" dist="25400" dir="5400000" algn="ctr" rotWithShape="0">
                    <a:srgbClr val="6E747A">
                      <a:alpha val="43000"/>
                    </a:srgbClr>
                  </a:outerShdw>
                </a:effectLst>
                <a:latin typeface="幼圆" panose="02010509060101010101" pitchFamily="49" charset="-122"/>
                <a:ea typeface="幼圆" panose="02010509060101010101" pitchFamily="49" charset="-122"/>
                <a:cs typeface="幼圆" panose="02010509060101010101" pitchFamily="49" charset="-122"/>
              </a:rPr>
              <a:t> = 2 </a:t>
            </a:r>
            <a:r>
              <a:rPr kumimoji="1" lang="zh-CN" altLang="en-US" sz="2100" b="1">
                <a:solidFill>
                  <a:schemeClr val="accent1"/>
                </a:solidFill>
                <a:effectLst>
                  <a:outerShdw blurRad="38100" dist="25400" dir="5400000" algn="ctr" rotWithShape="0">
                    <a:srgbClr val="6E747A">
                      <a:alpha val="43000"/>
                    </a:srgbClr>
                  </a:outerShdw>
                </a:effectLst>
                <a:latin typeface="幼圆" panose="02010509060101010101" pitchFamily="49" charset="-122"/>
                <a:ea typeface="幼圆" panose="02010509060101010101" pitchFamily="49" charset="-122"/>
                <a:cs typeface="幼圆" panose="02010509060101010101" pitchFamily="49" charset="-122"/>
              </a:rPr>
              <a:t>）</a:t>
            </a:r>
            <a:endParaRPr kumimoji="1" lang="zh-CN" altLang="en-US" sz="2100" b="1">
              <a:solidFill>
                <a:schemeClr val="accent1"/>
              </a:solidFill>
              <a:effectLst>
                <a:outerShdw blurRad="38100" dist="25400" dir="5400000" algn="ctr" rotWithShape="0">
                  <a:srgbClr val="6E747A">
                    <a:alpha val="43000"/>
                  </a:srgbClr>
                </a:outerShdw>
              </a:effectLst>
              <a:latin typeface="幼圆" panose="02010509060101010101" pitchFamily="49" charset="-122"/>
              <a:ea typeface="幼圆" panose="02010509060101010101" pitchFamily="49" charset="-122"/>
              <a:cs typeface="幼圆" panose="02010509060101010101" pitchFamily="49" charset="-122"/>
            </a:endParaRPr>
          </a:p>
        </p:txBody>
      </p:sp>
      <p:sp>
        <p:nvSpPr>
          <p:cNvPr id="220311" name="Text Box 151"/>
          <p:cNvSpPr txBox="1">
            <a:spLocks noChangeArrowheads="1"/>
          </p:cNvSpPr>
          <p:nvPr/>
        </p:nvSpPr>
        <p:spPr bwMode="auto">
          <a:xfrm>
            <a:off x="1271588" y="2564606"/>
            <a:ext cx="6710680" cy="414020"/>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CC"/>
                </a:solidFill>
                <a:miter lim="800000"/>
                <a:headEnd/>
                <a:tailEnd/>
              </a14:hiddenLine>
            </a:ext>
          </a:extLst>
        </p:spPr>
        <p:txBody>
          <a:bodyPr wrap="none">
            <a:spAutoFit/>
          </a:bodyPr>
          <a:lstStyle/>
          <a:p>
            <a:r>
              <a:rPr kumimoji="1" lang="en-US" altLang="zh-CN" sz="2100" b="1" i="1">
                <a:solidFill>
                  <a:srgbClr val="FF3300"/>
                </a:solidFill>
                <a:latin typeface="Times New Roman" panose="02020603050405020304" pitchFamily="18" charset="0"/>
                <a:ea typeface="仿宋_GB2312" panose="02010609030101010101" pitchFamily="49" charset="-122"/>
              </a:rPr>
              <a:t>re</a:t>
            </a:r>
            <a:r>
              <a:rPr kumimoji="1" lang="en-US" altLang="zh-CN" sz="2100" b="1">
                <a:solidFill>
                  <a:srgbClr val="FF3300"/>
                </a:solidFill>
                <a:latin typeface="Times New Roman" panose="02020603050405020304" pitchFamily="18" charset="0"/>
                <a:ea typeface="仿宋_GB2312" panose="02010609030101010101" pitchFamily="49" charset="-122"/>
              </a:rPr>
              <a:t>[0]  </a:t>
            </a:r>
            <a:r>
              <a:rPr kumimoji="1" lang="en-US" altLang="zh-CN" sz="2100" b="1" i="1">
                <a:solidFill>
                  <a:srgbClr val="FF3300"/>
                </a:solidFill>
                <a:latin typeface="Times New Roman" panose="02020603050405020304" pitchFamily="18" charset="0"/>
                <a:ea typeface="仿宋_GB2312" panose="02010609030101010101" pitchFamily="49" charset="-122"/>
              </a:rPr>
              <a:t>re</a:t>
            </a:r>
            <a:r>
              <a:rPr kumimoji="1" lang="en-US" altLang="zh-CN" sz="2100" b="1">
                <a:solidFill>
                  <a:srgbClr val="FF3300"/>
                </a:solidFill>
                <a:latin typeface="Times New Roman" panose="02020603050405020304" pitchFamily="18" charset="0"/>
                <a:ea typeface="仿宋_GB2312" panose="02010609030101010101" pitchFamily="49" charset="-122"/>
              </a:rPr>
              <a:t>[1]  </a:t>
            </a:r>
            <a:r>
              <a:rPr kumimoji="1" lang="en-US" altLang="zh-CN" sz="2100" b="1" i="1">
                <a:solidFill>
                  <a:srgbClr val="FF3300"/>
                </a:solidFill>
                <a:latin typeface="Times New Roman" panose="02020603050405020304" pitchFamily="18" charset="0"/>
                <a:ea typeface="仿宋_GB2312" panose="02010609030101010101" pitchFamily="49" charset="-122"/>
              </a:rPr>
              <a:t>re</a:t>
            </a:r>
            <a:r>
              <a:rPr kumimoji="1" lang="en-US" altLang="zh-CN" sz="2100" b="1">
                <a:solidFill>
                  <a:srgbClr val="FF3300"/>
                </a:solidFill>
                <a:latin typeface="Times New Roman" panose="02020603050405020304" pitchFamily="18" charset="0"/>
                <a:ea typeface="仿宋_GB2312" panose="02010609030101010101" pitchFamily="49" charset="-122"/>
              </a:rPr>
              <a:t>[2]  </a:t>
            </a:r>
            <a:r>
              <a:rPr kumimoji="1" lang="en-US" altLang="zh-CN" sz="2100" b="1" i="1">
                <a:solidFill>
                  <a:srgbClr val="FF3300"/>
                </a:solidFill>
                <a:latin typeface="Times New Roman" panose="02020603050405020304" pitchFamily="18" charset="0"/>
                <a:ea typeface="仿宋_GB2312" panose="02010609030101010101" pitchFamily="49" charset="-122"/>
              </a:rPr>
              <a:t>re</a:t>
            </a:r>
            <a:r>
              <a:rPr kumimoji="1" lang="en-US" altLang="zh-CN" sz="2100" b="1">
                <a:solidFill>
                  <a:srgbClr val="FF3300"/>
                </a:solidFill>
                <a:latin typeface="Times New Roman" panose="02020603050405020304" pitchFamily="18" charset="0"/>
                <a:ea typeface="仿宋_GB2312" panose="02010609030101010101" pitchFamily="49" charset="-122"/>
              </a:rPr>
              <a:t>[3]  </a:t>
            </a:r>
            <a:r>
              <a:rPr kumimoji="1" lang="en-US" altLang="zh-CN" sz="2100" b="1" i="1">
                <a:solidFill>
                  <a:srgbClr val="FF3300"/>
                </a:solidFill>
                <a:latin typeface="Times New Roman" panose="02020603050405020304" pitchFamily="18" charset="0"/>
                <a:ea typeface="仿宋_GB2312" panose="02010609030101010101" pitchFamily="49" charset="-122"/>
              </a:rPr>
              <a:t>re</a:t>
            </a:r>
            <a:r>
              <a:rPr kumimoji="1" lang="en-US" altLang="zh-CN" sz="2100" b="1">
                <a:solidFill>
                  <a:srgbClr val="FF3300"/>
                </a:solidFill>
                <a:latin typeface="Times New Roman" panose="02020603050405020304" pitchFamily="18" charset="0"/>
                <a:ea typeface="仿宋_GB2312" panose="02010609030101010101" pitchFamily="49" charset="-122"/>
              </a:rPr>
              <a:t>[4]  </a:t>
            </a:r>
            <a:r>
              <a:rPr kumimoji="1" lang="en-US" altLang="zh-CN" sz="2100" b="1" i="1">
                <a:solidFill>
                  <a:srgbClr val="FF3300"/>
                </a:solidFill>
                <a:latin typeface="Times New Roman" panose="02020603050405020304" pitchFamily="18" charset="0"/>
                <a:ea typeface="仿宋_GB2312" panose="02010609030101010101" pitchFamily="49" charset="-122"/>
              </a:rPr>
              <a:t>re</a:t>
            </a:r>
            <a:r>
              <a:rPr kumimoji="1" lang="en-US" altLang="zh-CN" sz="2100" b="1">
                <a:solidFill>
                  <a:srgbClr val="FF3300"/>
                </a:solidFill>
                <a:latin typeface="Times New Roman" panose="02020603050405020304" pitchFamily="18" charset="0"/>
                <a:ea typeface="仿宋_GB2312" panose="02010609030101010101" pitchFamily="49" charset="-122"/>
              </a:rPr>
              <a:t>[5]  </a:t>
            </a:r>
            <a:r>
              <a:rPr kumimoji="1" lang="en-US" altLang="zh-CN" sz="2100" b="1" i="1">
                <a:solidFill>
                  <a:srgbClr val="FF3300"/>
                </a:solidFill>
                <a:latin typeface="Times New Roman" panose="02020603050405020304" pitchFamily="18" charset="0"/>
                <a:ea typeface="仿宋_GB2312" panose="02010609030101010101" pitchFamily="49" charset="-122"/>
              </a:rPr>
              <a:t>re</a:t>
            </a:r>
            <a:r>
              <a:rPr kumimoji="1" lang="en-US" altLang="zh-CN" sz="2100" b="1">
                <a:solidFill>
                  <a:srgbClr val="FF3300"/>
                </a:solidFill>
                <a:latin typeface="Times New Roman" panose="02020603050405020304" pitchFamily="18" charset="0"/>
                <a:ea typeface="仿宋_GB2312" panose="02010609030101010101" pitchFamily="49" charset="-122"/>
              </a:rPr>
              <a:t>[6]  </a:t>
            </a:r>
            <a:r>
              <a:rPr kumimoji="1" lang="en-US" altLang="zh-CN" sz="2100" b="1" i="1">
                <a:solidFill>
                  <a:srgbClr val="FF3300"/>
                </a:solidFill>
                <a:latin typeface="Times New Roman" panose="02020603050405020304" pitchFamily="18" charset="0"/>
                <a:ea typeface="仿宋_GB2312" panose="02010609030101010101" pitchFamily="49" charset="-122"/>
              </a:rPr>
              <a:t>re</a:t>
            </a:r>
            <a:r>
              <a:rPr kumimoji="1" lang="en-US" altLang="zh-CN" sz="2100" b="1">
                <a:solidFill>
                  <a:srgbClr val="FF3300"/>
                </a:solidFill>
                <a:latin typeface="Times New Roman" panose="02020603050405020304" pitchFamily="18" charset="0"/>
                <a:ea typeface="仿宋_GB2312" panose="02010609030101010101" pitchFamily="49" charset="-122"/>
              </a:rPr>
              <a:t>[7]  </a:t>
            </a:r>
            <a:r>
              <a:rPr kumimoji="1" lang="en-US" altLang="zh-CN" sz="2100" b="1" i="1">
                <a:solidFill>
                  <a:srgbClr val="FF3300"/>
                </a:solidFill>
                <a:latin typeface="Times New Roman" panose="02020603050405020304" pitchFamily="18" charset="0"/>
                <a:ea typeface="仿宋_GB2312" panose="02010609030101010101" pitchFamily="49" charset="-122"/>
              </a:rPr>
              <a:t>re</a:t>
            </a:r>
            <a:r>
              <a:rPr kumimoji="1" lang="en-US" altLang="zh-CN" sz="2100" b="1">
                <a:solidFill>
                  <a:srgbClr val="FF3300"/>
                </a:solidFill>
                <a:latin typeface="Times New Roman" panose="02020603050405020304" pitchFamily="18" charset="0"/>
                <a:ea typeface="仿宋_GB2312" panose="02010609030101010101" pitchFamily="49" charset="-122"/>
              </a:rPr>
              <a:t>[8]  </a:t>
            </a:r>
            <a:r>
              <a:rPr kumimoji="1" lang="en-US" altLang="zh-CN" sz="2100" b="1" i="1">
                <a:solidFill>
                  <a:srgbClr val="FF3300"/>
                </a:solidFill>
                <a:latin typeface="Times New Roman" panose="02020603050405020304" pitchFamily="18" charset="0"/>
                <a:ea typeface="仿宋_GB2312" panose="02010609030101010101" pitchFamily="49" charset="-122"/>
              </a:rPr>
              <a:t>re</a:t>
            </a:r>
            <a:r>
              <a:rPr kumimoji="1" lang="en-US" altLang="zh-CN" sz="2100" b="1">
                <a:solidFill>
                  <a:srgbClr val="FF3300"/>
                </a:solidFill>
                <a:latin typeface="Times New Roman" panose="02020603050405020304" pitchFamily="18" charset="0"/>
                <a:ea typeface="仿宋_GB2312" panose="02010609030101010101" pitchFamily="49" charset="-122"/>
              </a:rPr>
              <a:t>[9]</a:t>
            </a:r>
            <a:endParaRPr kumimoji="1" lang="en-US" altLang="zh-CN" sz="2100" b="1">
              <a:solidFill>
                <a:srgbClr val="0000CC"/>
              </a:solidFill>
              <a:latin typeface="Times New Roman" panose="02020603050405020304" pitchFamily="18" charset="0"/>
              <a:ea typeface="仿宋_GB2312" panose="02010609030101010101" pitchFamily="49" charset="-122"/>
            </a:endParaRPr>
          </a:p>
        </p:txBody>
      </p:sp>
      <p:sp>
        <p:nvSpPr>
          <p:cNvPr id="220312" name="Line 152"/>
          <p:cNvSpPr>
            <a:spLocks noChangeShapeType="1"/>
          </p:cNvSpPr>
          <p:nvPr/>
        </p:nvSpPr>
        <p:spPr bwMode="auto">
          <a:xfrm>
            <a:off x="1543050" y="2971800"/>
            <a:ext cx="0" cy="1314450"/>
          </a:xfrm>
          <a:prstGeom prst="line">
            <a:avLst/>
          </a:prstGeom>
          <a:noFill/>
          <a:ln w="38100" cmpd="dbl">
            <a:solidFill>
              <a:srgbClr val="0000CC"/>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0313" name="Line 153"/>
          <p:cNvSpPr>
            <a:spLocks noChangeShapeType="1"/>
          </p:cNvSpPr>
          <p:nvPr/>
        </p:nvSpPr>
        <p:spPr bwMode="auto">
          <a:xfrm>
            <a:off x="2228850" y="2971800"/>
            <a:ext cx="0" cy="1314450"/>
          </a:xfrm>
          <a:prstGeom prst="line">
            <a:avLst/>
          </a:prstGeom>
          <a:noFill/>
          <a:ln w="38100" cmpd="dbl">
            <a:solidFill>
              <a:srgbClr val="0000CC"/>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0314" name="Line 154"/>
          <p:cNvSpPr>
            <a:spLocks noChangeShapeType="1"/>
          </p:cNvSpPr>
          <p:nvPr/>
        </p:nvSpPr>
        <p:spPr bwMode="auto">
          <a:xfrm>
            <a:off x="2914650" y="2971800"/>
            <a:ext cx="0" cy="1314450"/>
          </a:xfrm>
          <a:prstGeom prst="line">
            <a:avLst/>
          </a:prstGeom>
          <a:noFill/>
          <a:ln w="38100" cmpd="dbl">
            <a:solidFill>
              <a:srgbClr val="0000CC"/>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0315" name="Line 155"/>
          <p:cNvSpPr>
            <a:spLocks noChangeShapeType="1"/>
          </p:cNvSpPr>
          <p:nvPr/>
        </p:nvSpPr>
        <p:spPr bwMode="auto">
          <a:xfrm>
            <a:off x="3543300" y="2971800"/>
            <a:ext cx="0" cy="1314450"/>
          </a:xfrm>
          <a:prstGeom prst="line">
            <a:avLst/>
          </a:prstGeom>
          <a:noFill/>
          <a:ln w="38100" cmpd="dbl">
            <a:solidFill>
              <a:srgbClr val="0000CC"/>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0316" name="Line 156"/>
          <p:cNvSpPr>
            <a:spLocks noChangeShapeType="1"/>
          </p:cNvSpPr>
          <p:nvPr/>
        </p:nvSpPr>
        <p:spPr bwMode="auto">
          <a:xfrm>
            <a:off x="4229100" y="2971800"/>
            <a:ext cx="0" cy="1314450"/>
          </a:xfrm>
          <a:prstGeom prst="line">
            <a:avLst/>
          </a:prstGeom>
          <a:noFill/>
          <a:ln w="38100" cmpd="dbl">
            <a:solidFill>
              <a:srgbClr val="0000CC"/>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0317" name="Line 157"/>
          <p:cNvSpPr>
            <a:spLocks noChangeShapeType="1"/>
          </p:cNvSpPr>
          <p:nvPr/>
        </p:nvSpPr>
        <p:spPr bwMode="auto">
          <a:xfrm>
            <a:off x="4914900" y="2971800"/>
            <a:ext cx="0" cy="1314450"/>
          </a:xfrm>
          <a:prstGeom prst="line">
            <a:avLst/>
          </a:prstGeom>
          <a:noFill/>
          <a:ln w="38100" cmpd="dbl">
            <a:solidFill>
              <a:srgbClr val="0000CC"/>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0318" name="Line 158"/>
          <p:cNvSpPr>
            <a:spLocks noChangeShapeType="1"/>
          </p:cNvSpPr>
          <p:nvPr/>
        </p:nvSpPr>
        <p:spPr bwMode="auto">
          <a:xfrm>
            <a:off x="5543550" y="2971800"/>
            <a:ext cx="0" cy="1314450"/>
          </a:xfrm>
          <a:prstGeom prst="line">
            <a:avLst/>
          </a:prstGeom>
          <a:noFill/>
          <a:ln w="38100" cmpd="dbl">
            <a:solidFill>
              <a:srgbClr val="0000CC"/>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0319" name="Line 159"/>
          <p:cNvSpPr>
            <a:spLocks noChangeShapeType="1"/>
          </p:cNvSpPr>
          <p:nvPr/>
        </p:nvSpPr>
        <p:spPr bwMode="auto">
          <a:xfrm>
            <a:off x="6229350" y="2971800"/>
            <a:ext cx="0" cy="1314450"/>
          </a:xfrm>
          <a:prstGeom prst="line">
            <a:avLst/>
          </a:prstGeom>
          <a:noFill/>
          <a:ln w="38100" cmpd="dbl">
            <a:solidFill>
              <a:srgbClr val="0000CC"/>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0320" name="Line 160"/>
          <p:cNvSpPr>
            <a:spLocks noChangeShapeType="1"/>
          </p:cNvSpPr>
          <p:nvPr/>
        </p:nvSpPr>
        <p:spPr bwMode="auto">
          <a:xfrm>
            <a:off x="6915150" y="2971800"/>
            <a:ext cx="0" cy="1314450"/>
          </a:xfrm>
          <a:prstGeom prst="line">
            <a:avLst/>
          </a:prstGeom>
          <a:noFill/>
          <a:ln w="38100" cmpd="dbl">
            <a:solidFill>
              <a:srgbClr val="0000CC"/>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0321" name="Line 161"/>
          <p:cNvSpPr>
            <a:spLocks noChangeShapeType="1"/>
          </p:cNvSpPr>
          <p:nvPr/>
        </p:nvSpPr>
        <p:spPr bwMode="auto">
          <a:xfrm flipH="1">
            <a:off x="7600950" y="2971800"/>
            <a:ext cx="0" cy="1314450"/>
          </a:xfrm>
          <a:prstGeom prst="line">
            <a:avLst/>
          </a:prstGeom>
          <a:noFill/>
          <a:ln w="38100" cmpd="dbl">
            <a:solidFill>
              <a:srgbClr val="0000CC"/>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0322" name="Rectangle 162" descr="白色大理石"/>
          <p:cNvSpPr>
            <a:spLocks noChangeArrowheads="1"/>
          </p:cNvSpPr>
          <p:nvPr/>
        </p:nvSpPr>
        <p:spPr bwMode="auto">
          <a:xfrm>
            <a:off x="2000250" y="365760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6</a:t>
            </a:r>
            <a:r>
              <a:rPr kumimoji="1" lang="en-US" altLang="zh-CN" sz="2100" b="1">
                <a:solidFill>
                  <a:srgbClr val="FF3300"/>
                </a:solidFill>
                <a:latin typeface="Times New Roman" panose="02020603050405020304" pitchFamily="18" charset="0"/>
                <a:ea typeface="宋体" panose="02010600030101010101" pitchFamily="2" charset="-122"/>
              </a:rPr>
              <a:t>1</a:t>
            </a:r>
            <a:r>
              <a:rPr kumimoji="1" lang="en-US" altLang="zh-CN" sz="2100" b="1">
                <a:solidFill>
                  <a:srgbClr val="0000CC"/>
                </a:solidFill>
                <a:latin typeface="Times New Roman" panose="02020603050405020304" pitchFamily="18" charset="0"/>
                <a:ea typeface="宋体" panose="02010600030101010101" pitchFamily="2" charset="-122"/>
              </a:rPr>
              <a:t>4</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0323" name="Rectangle 163" descr="白色大理石"/>
          <p:cNvSpPr>
            <a:spLocks noChangeArrowheads="1"/>
          </p:cNvSpPr>
          <p:nvPr/>
        </p:nvSpPr>
        <p:spPr bwMode="auto">
          <a:xfrm>
            <a:off x="3314700" y="297180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7</a:t>
            </a:r>
            <a:r>
              <a:rPr kumimoji="1" lang="en-US" altLang="zh-CN" sz="2100" b="1">
                <a:solidFill>
                  <a:srgbClr val="FF3300"/>
                </a:solidFill>
                <a:latin typeface="Times New Roman" panose="02020603050405020304" pitchFamily="18" charset="0"/>
                <a:ea typeface="宋体" panose="02010600030101010101" pitchFamily="2" charset="-122"/>
              </a:rPr>
              <a:t>3</a:t>
            </a:r>
            <a:r>
              <a:rPr kumimoji="1" lang="en-US" altLang="zh-CN" sz="2100" b="1">
                <a:solidFill>
                  <a:srgbClr val="0000CC"/>
                </a:solidFill>
                <a:latin typeface="Times New Roman" panose="02020603050405020304" pitchFamily="18" charset="0"/>
                <a:ea typeface="宋体" panose="02010600030101010101" pitchFamily="2" charset="-122"/>
              </a:rPr>
              <a:t>8</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0324" name="Rectangle 164" descr="白色大理石"/>
          <p:cNvSpPr>
            <a:spLocks noChangeArrowheads="1"/>
          </p:cNvSpPr>
          <p:nvPr/>
        </p:nvSpPr>
        <p:spPr bwMode="auto">
          <a:xfrm>
            <a:off x="2686050" y="365760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921</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0325" name="Rectangle 165" descr="白色大理石"/>
          <p:cNvSpPr>
            <a:spLocks noChangeArrowheads="1"/>
          </p:cNvSpPr>
          <p:nvPr/>
        </p:nvSpPr>
        <p:spPr bwMode="auto">
          <a:xfrm>
            <a:off x="6686550" y="365760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4</a:t>
            </a:r>
            <a:r>
              <a:rPr kumimoji="1" lang="en-US" altLang="zh-CN" sz="2100" b="1">
                <a:solidFill>
                  <a:srgbClr val="FF3300"/>
                </a:solidFill>
                <a:latin typeface="Times New Roman" panose="02020603050405020304" pitchFamily="18" charset="0"/>
                <a:ea typeface="宋体" panose="02010600030101010101" pitchFamily="2" charset="-122"/>
              </a:rPr>
              <a:t>8</a:t>
            </a:r>
            <a:r>
              <a:rPr kumimoji="1" lang="en-US" altLang="zh-CN" sz="2100" b="1">
                <a:solidFill>
                  <a:srgbClr val="0000CC"/>
                </a:solidFill>
                <a:latin typeface="Times New Roman" panose="02020603050405020304" pitchFamily="18" charset="0"/>
                <a:ea typeface="宋体" panose="02010600030101010101" pitchFamily="2" charset="-122"/>
              </a:rPr>
              <a:t>5</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0326" name="Rectangle 166" descr="白色大理石"/>
          <p:cNvSpPr>
            <a:spLocks noChangeArrowheads="1"/>
          </p:cNvSpPr>
          <p:nvPr/>
        </p:nvSpPr>
        <p:spPr bwMode="auto">
          <a:xfrm>
            <a:off x="3314700" y="337185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6</a:t>
            </a:r>
            <a:r>
              <a:rPr kumimoji="1" lang="en-US" altLang="zh-CN" sz="2100" b="1">
                <a:solidFill>
                  <a:srgbClr val="FF3300"/>
                </a:solidFill>
                <a:latin typeface="Times New Roman" panose="02020603050405020304" pitchFamily="18" charset="0"/>
                <a:ea typeface="宋体" panose="02010600030101010101" pitchFamily="2" charset="-122"/>
              </a:rPr>
              <a:t>3</a:t>
            </a:r>
            <a:r>
              <a:rPr kumimoji="1" lang="en-US" altLang="zh-CN" sz="2100" b="1">
                <a:solidFill>
                  <a:srgbClr val="0000CC"/>
                </a:solidFill>
                <a:latin typeface="Times New Roman" panose="02020603050405020304" pitchFamily="18" charset="0"/>
                <a:ea typeface="宋体" panose="02010600030101010101" pitchFamily="2" charset="-122"/>
              </a:rPr>
              <a:t>7</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0327" name="Rectangle 167" descr="白色大理石"/>
          <p:cNvSpPr>
            <a:spLocks noChangeArrowheads="1"/>
          </p:cNvSpPr>
          <p:nvPr/>
        </p:nvSpPr>
        <p:spPr bwMode="auto">
          <a:xfrm>
            <a:off x="1314450" y="365760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1</a:t>
            </a:r>
            <a:r>
              <a:rPr kumimoji="1" lang="en-US" altLang="zh-CN" sz="2100" b="1">
                <a:solidFill>
                  <a:srgbClr val="FF3300"/>
                </a:solidFill>
                <a:latin typeface="Times New Roman" panose="02020603050405020304" pitchFamily="18" charset="0"/>
                <a:ea typeface="宋体" panose="02010600030101010101" pitchFamily="2" charset="-122"/>
              </a:rPr>
              <a:t>0</a:t>
            </a:r>
            <a:r>
              <a:rPr kumimoji="1" lang="en-US" altLang="zh-CN" sz="2100" b="1">
                <a:solidFill>
                  <a:srgbClr val="0000CC"/>
                </a:solidFill>
                <a:latin typeface="Times New Roman" panose="02020603050405020304" pitchFamily="18" charset="0"/>
                <a:ea typeface="宋体" panose="02010600030101010101" pitchFamily="2" charset="-122"/>
              </a:rPr>
              <a:t>1</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0328" name="Rectangle 168" descr="白色大理石"/>
          <p:cNvSpPr>
            <a:spLocks noChangeArrowheads="1"/>
          </p:cNvSpPr>
          <p:nvPr/>
        </p:nvSpPr>
        <p:spPr bwMode="auto">
          <a:xfrm>
            <a:off x="2000250" y="314325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2</a:t>
            </a:r>
            <a:r>
              <a:rPr kumimoji="1" lang="en-US" altLang="zh-CN" sz="2100" b="1">
                <a:solidFill>
                  <a:srgbClr val="FF3300"/>
                </a:solidFill>
                <a:latin typeface="Times New Roman" panose="02020603050405020304" pitchFamily="18" charset="0"/>
                <a:ea typeface="宋体" panose="02010600030101010101" pitchFamily="2" charset="-122"/>
              </a:rPr>
              <a:t>1</a:t>
            </a:r>
            <a:r>
              <a:rPr kumimoji="1" lang="en-US" altLang="zh-CN" sz="2100" b="1">
                <a:solidFill>
                  <a:srgbClr val="0000CC"/>
                </a:solidFill>
                <a:latin typeface="Times New Roman" panose="02020603050405020304" pitchFamily="18" charset="0"/>
                <a:ea typeface="宋体" panose="02010600030101010101" pitchFamily="2" charset="-122"/>
              </a:rPr>
              <a:t>5</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0329" name="Rectangle 169" descr="白色大理石"/>
          <p:cNvSpPr>
            <a:spLocks noChangeArrowheads="1"/>
          </p:cNvSpPr>
          <p:nvPr/>
        </p:nvSpPr>
        <p:spPr bwMode="auto">
          <a:xfrm>
            <a:off x="3314700" y="377190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5</a:t>
            </a:r>
            <a:r>
              <a:rPr kumimoji="1" lang="en-US" altLang="zh-CN" sz="2100" b="1">
                <a:solidFill>
                  <a:srgbClr val="FF3300"/>
                </a:solidFill>
                <a:latin typeface="Times New Roman" panose="02020603050405020304" pitchFamily="18" charset="0"/>
                <a:ea typeface="宋体" panose="02010600030101010101" pitchFamily="2" charset="-122"/>
              </a:rPr>
              <a:t>3</a:t>
            </a:r>
            <a:r>
              <a:rPr kumimoji="1" lang="en-US" altLang="zh-CN" sz="2100" b="1">
                <a:solidFill>
                  <a:srgbClr val="0000CC"/>
                </a:solidFill>
                <a:latin typeface="Times New Roman" panose="02020603050405020304" pitchFamily="18" charset="0"/>
                <a:ea typeface="宋体" panose="02010600030101010101" pitchFamily="2" charset="-122"/>
              </a:rPr>
              <a:t>0</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0330" name="Rectangle 170" descr="白色大理石"/>
          <p:cNvSpPr>
            <a:spLocks noChangeArrowheads="1"/>
          </p:cNvSpPr>
          <p:nvPr/>
        </p:nvSpPr>
        <p:spPr bwMode="auto">
          <a:xfrm>
            <a:off x="7372350" y="365760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7</a:t>
            </a:r>
            <a:r>
              <a:rPr kumimoji="1" lang="en-US" altLang="zh-CN" sz="2100" b="1">
                <a:solidFill>
                  <a:srgbClr val="FF3300"/>
                </a:solidFill>
                <a:latin typeface="Times New Roman" panose="02020603050405020304" pitchFamily="18" charset="0"/>
                <a:ea typeface="宋体" panose="02010600030101010101" pitchFamily="2" charset="-122"/>
              </a:rPr>
              <a:t>9</a:t>
            </a:r>
            <a:r>
              <a:rPr kumimoji="1" lang="en-US" altLang="zh-CN" sz="2100" b="1">
                <a:solidFill>
                  <a:srgbClr val="0000CC"/>
                </a:solidFill>
                <a:latin typeface="Times New Roman" panose="02020603050405020304" pitchFamily="18" charset="0"/>
                <a:ea typeface="宋体" panose="02010600030101010101" pitchFamily="2" charset="-122"/>
              </a:rPr>
              <a:t>0</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0331" name="Rectangle 171" descr="白色大理石"/>
          <p:cNvSpPr>
            <a:spLocks noChangeArrowheads="1"/>
          </p:cNvSpPr>
          <p:nvPr/>
        </p:nvSpPr>
        <p:spPr bwMode="auto">
          <a:xfrm>
            <a:off x="1314450" y="314325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3</a:t>
            </a:r>
            <a:r>
              <a:rPr kumimoji="1" lang="en-US" altLang="zh-CN" sz="2100" b="1">
                <a:solidFill>
                  <a:srgbClr val="FF3300"/>
                </a:solidFill>
                <a:latin typeface="Times New Roman" panose="02020603050405020304" pitchFamily="18" charset="0"/>
                <a:ea typeface="宋体" panose="02010600030101010101" pitchFamily="2" charset="-122"/>
              </a:rPr>
              <a:t>0</a:t>
            </a:r>
            <a:r>
              <a:rPr kumimoji="1" lang="en-US" altLang="zh-CN" sz="2100" b="1">
                <a:solidFill>
                  <a:srgbClr val="0000CC"/>
                </a:solidFill>
                <a:latin typeface="Times New Roman" panose="02020603050405020304" pitchFamily="18" charset="0"/>
                <a:ea typeface="宋体" panose="02010600030101010101" pitchFamily="2" charset="-122"/>
              </a:rPr>
              <a:t>6</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0332" name="Text Box 172"/>
          <p:cNvSpPr txBox="1">
            <a:spLocks noChangeArrowheads="1"/>
          </p:cNvSpPr>
          <p:nvPr/>
        </p:nvSpPr>
        <p:spPr bwMode="auto">
          <a:xfrm>
            <a:off x="1245394" y="4279106"/>
            <a:ext cx="6751955" cy="414020"/>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CC"/>
                </a:solidFill>
                <a:miter lim="800000"/>
                <a:headEnd/>
                <a:tailEnd/>
              </a14:hiddenLine>
            </a:ext>
          </a:extLst>
        </p:spPr>
        <p:txBody>
          <a:bodyPr wrap="none">
            <a:spAutoFit/>
          </a:bodyPr>
          <a:lstStyle/>
          <a:p>
            <a:r>
              <a:rPr kumimoji="1" lang="en-US" altLang="zh-CN" sz="2100" b="1" i="1">
                <a:solidFill>
                  <a:srgbClr val="FF3300"/>
                </a:solidFill>
                <a:latin typeface="Times New Roman" panose="02020603050405020304" pitchFamily="18" charset="0"/>
                <a:ea typeface="宋体" panose="02010600030101010101" pitchFamily="2" charset="-122"/>
              </a:rPr>
              <a:t>fr</a:t>
            </a:r>
            <a:r>
              <a:rPr kumimoji="1" lang="en-US" altLang="zh-CN" sz="2100" b="1">
                <a:solidFill>
                  <a:srgbClr val="FF3300"/>
                </a:solidFill>
                <a:latin typeface="Times New Roman" panose="02020603050405020304" pitchFamily="18" charset="0"/>
                <a:ea typeface="宋体" panose="02010600030101010101" pitchFamily="2" charset="-122"/>
              </a:rPr>
              <a:t>[0]   </a:t>
            </a:r>
            <a:r>
              <a:rPr kumimoji="1" lang="en-US" altLang="zh-CN" sz="2100" b="1" i="1">
                <a:solidFill>
                  <a:srgbClr val="FF3300"/>
                </a:solidFill>
                <a:latin typeface="Times New Roman" panose="02020603050405020304" pitchFamily="18" charset="0"/>
                <a:ea typeface="宋体" panose="02010600030101010101" pitchFamily="2" charset="-122"/>
              </a:rPr>
              <a:t>fr</a:t>
            </a:r>
            <a:r>
              <a:rPr kumimoji="1" lang="en-US" altLang="zh-CN" sz="2100" b="1">
                <a:solidFill>
                  <a:srgbClr val="FF3300"/>
                </a:solidFill>
                <a:latin typeface="Times New Roman" panose="02020603050405020304" pitchFamily="18" charset="0"/>
                <a:ea typeface="宋体" panose="02010600030101010101" pitchFamily="2" charset="-122"/>
              </a:rPr>
              <a:t>[1]  </a:t>
            </a:r>
            <a:r>
              <a:rPr kumimoji="1" lang="en-US" altLang="zh-CN" sz="2100" b="1" i="1">
                <a:solidFill>
                  <a:srgbClr val="FF3300"/>
                </a:solidFill>
                <a:latin typeface="Times New Roman" panose="02020603050405020304" pitchFamily="18" charset="0"/>
                <a:ea typeface="宋体" panose="02010600030101010101" pitchFamily="2" charset="-122"/>
              </a:rPr>
              <a:t>fr</a:t>
            </a:r>
            <a:r>
              <a:rPr kumimoji="1" lang="en-US" altLang="zh-CN" sz="2100" b="1">
                <a:solidFill>
                  <a:srgbClr val="FF3300"/>
                </a:solidFill>
                <a:latin typeface="Times New Roman" panose="02020603050405020304" pitchFamily="18" charset="0"/>
                <a:ea typeface="宋体" panose="02010600030101010101" pitchFamily="2" charset="-122"/>
              </a:rPr>
              <a:t>[2]  </a:t>
            </a:r>
            <a:r>
              <a:rPr kumimoji="1" lang="en-US" altLang="zh-CN" sz="2100" b="1" i="1">
                <a:solidFill>
                  <a:srgbClr val="FF3300"/>
                </a:solidFill>
                <a:latin typeface="Times New Roman" panose="02020603050405020304" pitchFamily="18" charset="0"/>
                <a:ea typeface="宋体" panose="02010600030101010101" pitchFamily="2" charset="-122"/>
              </a:rPr>
              <a:t>fr</a:t>
            </a:r>
            <a:r>
              <a:rPr kumimoji="1" lang="en-US" altLang="zh-CN" sz="2100" b="1">
                <a:solidFill>
                  <a:srgbClr val="FF3300"/>
                </a:solidFill>
                <a:latin typeface="Times New Roman" panose="02020603050405020304" pitchFamily="18" charset="0"/>
                <a:ea typeface="宋体" panose="02010600030101010101" pitchFamily="2" charset="-122"/>
              </a:rPr>
              <a:t>[3]   </a:t>
            </a:r>
            <a:r>
              <a:rPr kumimoji="1" lang="en-US" altLang="zh-CN" sz="2100" b="1" i="1">
                <a:solidFill>
                  <a:srgbClr val="FF3300"/>
                </a:solidFill>
                <a:latin typeface="Times New Roman" panose="02020603050405020304" pitchFamily="18" charset="0"/>
                <a:ea typeface="宋体" panose="02010600030101010101" pitchFamily="2" charset="-122"/>
              </a:rPr>
              <a:t>fr</a:t>
            </a:r>
            <a:r>
              <a:rPr kumimoji="1" lang="en-US" altLang="zh-CN" sz="2100" b="1">
                <a:solidFill>
                  <a:srgbClr val="FF3300"/>
                </a:solidFill>
                <a:latin typeface="Times New Roman" panose="02020603050405020304" pitchFamily="18" charset="0"/>
                <a:ea typeface="宋体" panose="02010600030101010101" pitchFamily="2" charset="-122"/>
              </a:rPr>
              <a:t>[4]   </a:t>
            </a:r>
            <a:r>
              <a:rPr kumimoji="1" lang="en-US" altLang="zh-CN" sz="2100" b="1" i="1">
                <a:solidFill>
                  <a:srgbClr val="FF3300"/>
                </a:solidFill>
                <a:latin typeface="Times New Roman" panose="02020603050405020304" pitchFamily="18" charset="0"/>
                <a:ea typeface="宋体" panose="02010600030101010101" pitchFamily="2" charset="-122"/>
              </a:rPr>
              <a:t>fr</a:t>
            </a:r>
            <a:r>
              <a:rPr kumimoji="1" lang="en-US" altLang="zh-CN" sz="2100" b="1">
                <a:solidFill>
                  <a:srgbClr val="FF3300"/>
                </a:solidFill>
                <a:latin typeface="Times New Roman" panose="02020603050405020304" pitchFamily="18" charset="0"/>
                <a:ea typeface="宋体" panose="02010600030101010101" pitchFamily="2" charset="-122"/>
              </a:rPr>
              <a:t>[5]  </a:t>
            </a:r>
            <a:r>
              <a:rPr kumimoji="1" lang="en-US" altLang="zh-CN" sz="2100" b="1" i="1">
                <a:solidFill>
                  <a:srgbClr val="FF3300"/>
                </a:solidFill>
                <a:latin typeface="Times New Roman" panose="02020603050405020304" pitchFamily="18" charset="0"/>
                <a:ea typeface="宋体" panose="02010600030101010101" pitchFamily="2" charset="-122"/>
              </a:rPr>
              <a:t>fr</a:t>
            </a:r>
            <a:r>
              <a:rPr kumimoji="1" lang="en-US" altLang="zh-CN" sz="2100" b="1">
                <a:solidFill>
                  <a:srgbClr val="FF3300"/>
                </a:solidFill>
                <a:latin typeface="Times New Roman" panose="02020603050405020304" pitchFamily="18" charset="0"/>
                <a:ea typeface="宋体" panose="02010600030101010101" pitchFamily="2" charset="-122"/>
              </a:rPr>
              <a:t>[6]   </a:t>
            </a:r>
            <a:r>
              <a:rPr kumimoji="1" lang="en-US" altLang="zh-CN" sz="2100" b="1" i="1">
                <a:solidFill>
                  <a:srgbClr val="FF3300"/>
                </a:solidFill>
                <a:latin typeface="Times New Roman" panose="02020603050405020304" pitchFamily="18" charset="0"/>
                <a:ea typeface="宋体" panose="02010600030101010101" pitchFamily="2" charset="-122"/>
              </a:rPr>
              <a:t>fr</a:t>
            </a:r>
            <a:r>
              <a:rPr kumimoji="1" lang="en-US" altLang="zh-CN" sz="2100" b="1">
                <a:solidFill>
                  <a:srgbClr val="FF3300"/>
                </a:solidFill>
                <a:latin typeface="Times New Roman" panose="02020603050405020304" pitchFamily="18" charset="0"/>
                <a:ea typeface="宋体" panose="02010600030101010101" pitchFamily="2" charset="-122"/>
              </a:rPr>
              <a:t>[7]  </a:t>
            </a:r>
            <a:r>
              <a:rPr kumimoji="1" lang="en-US" altLang="zh-CN" sz="2100" b="1" i="1">
                <a:solidFill>
                  <a:srgbClr val="FF3300"/>
                </a:solidFill>
                <a:latin typeface="Times New Roman" panose="02020603050405020304" pitchFamily="18" charset="0"/>
                <a:ea typeface="宋体" panose="02010600030101010101" pitchFamily="2" charset="-122"/>
              </a:rPr>
              <a:t>fr</a:t>
            </a:r>
            <a:r>
              <a:rPr kumimoji="1" lang="en-US" altLang="zh-CN" sz="2100" b="1">
                <a:solidFill>
                  <a:srgbClr val="FF3300"/>
                </a:solidFill>
                <a:latin typeface="Times New Roman" panose="02020603050405020304" pitchFamily="18" charset="0"/>
                <a:ea typeface="宋体" panose="02010600030101010101" pitchFamily="2" charset="-122"/>
              </a:rPr>
              <a:t>[8]   </a:t>
            </a:r>
            <a:r>
              <a:rPr kumimoji="1" lang="en-US" altLang="zh-CN" sz="2100" b="1" i="1">
                <a:solidFill>
                  <a:srgbClr val="FF3300"/>
                </a:solidFill>
                <a:latin typeface="Times New Roman" panose="02020603050405020304" pitchFamily="18" charset="0"/>
                <a:ea typeface="宋体" panose="02010600030101010101" pitchFamily="2" charset="-122"/>
              </a:rPr>
              <a:t>fr</a:t>
            </a:r>
            <a:r>
              <a:rPr kumimoji="1" lang="en-US" altLang="zh-CN" sz="2100" b="1">
                <a:solidFill>
                  <a:srgbClr val="FF3300"/>
                </a:solidFill>
                <a:latin typeface="Times New Roman" panose="02020603050405020304" pitchFamily="18" charset="0"/>
                <a:ea typeface="宋体" panose="02010600030101010101" pitchFamily="2" charset="-122"/>
              </a:rPr>
              <a:t>[9]</a:t>
            </a:r>
            <a:endParaRPr kumimoji="1" lang="en-US" altLang="zh-CN">
              <a:solidFill>
                <a:srgbClr val="CCECFF"/>
              </a:solidFill>
              <a:effectDag name="">
                <a:cont type="tree" name="">
                  <a:effect ref="fillLine"/>
                  <a:outerShdw dist="38100" dir="13500000" algn="br">
                    <a:srgbClr val="DDF3FF"/>
                  </a:outerShdw>
                </a:cont>
                <a:cont type="tree" name="">
                  <a:effect ref="fillLine"/>
                  <a:outerShdw dist="38100" dir="2700000" algn="tl">
                    <a:srgbClr val="7A8D99"/>
                  </a:outerShdw>
                </a:cont>
                <a:effect ref="fillLine"/>
              </a:effectDag>
              <a:latin typeface="Times New Roman" panose="02020603050405020304" pitchFamily="18" charset="0"/>
              <a:ea typeface="宋体" panose="02010600030101010101" pitchFamily="2" charset="-122"/>
            </a:endParaRPr>
          </a:p>
        </p:txBody>
      </p:sp>
      <p:sp>
        <p:nvSpPr>
          <p:cNvPr id="220333" name="Text Box 173"/>
          <p:cNvSpPr txBox="1">
            <a:spLocks noChangeArrowheads="1"/>
          </p:cNvSpPr>
          <p:nvPr/>
        </p:nvSpPr>
        <p:spPr bwMode="auto">
          <a:xfrm>
            <a:off x="1200150" y="4794647"/>
            <a:ext cx="1806179" cy="414020"/>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CC"/>
                </a:solidFill>
                <a:miter lim="800000"/>
                <a:headEnd/>
                <a:tailEnd/>
              </a14:hiddenLine>
            </a:ext>
          </a:extLst>
        </p:spPr>
        <p:txBody>
          <a:bodyPr>
            <a:spAutoFit/>
          </a:bodyPr>
          <a:lstStyle/>
          <a:p>
            <a:r>
              <a:rPr kumimoji="1" lang="zh-CN" altLang="en-US" sz="2100" b="1">
                <a:solidFill>
                  <a:schemeClr val="accent1"/>
                </a:solidFill>
                <a:effectLst>
                  <a:outerShdw blurRad="38100" dist="25400" dir="5400000" algn="ctr" rotWithShape="0">
                    <a:srgbClr val="6E747A">
                      <a:alpha val="43000"/>
                    </a:srgbClr>
                  </a:outerShdw>
                </a:effectLst>
                <a:latin typeface="+mn-ea"/>
              </a:rPr>
              <a:t>第二趟收集</a:t>
            </a:r>
            <a:endParaRPr kumimoji="1" lang="zh-CN" altLang="en-US" sz="2100" b="1">
              <a:solidFill>
                <a:schemeClr val="accent1"/>
              </a:solidFill>
              <a:effectLst>
                <a:outerShdw blurRad="38100" dist="25400" dir="5400000" algn="ctr" rotWithShape="0">
                  <a:srgbClr val="6E747A">
                    <a:alpha val="43000"/>
                  </a:srgbClr>
                </a:outerShdw>
              </a:effectLst>
              <a:latin typeface="+mn-ea"/>
            </a:endParaRPr>
          </a:p>
        </p:txBody>
      </p:sp>
      <p:sp>
        <p:nvSpPr>
          <p:cNvPr id="220334" name="Rectangle 174" descr="白色大理石"/>
          <p:cNvSpPr>
            <a:spLocks noChangeArrowheads="1"/>
          </p:cNvSpPr>
          <p:nvPr/>
        </p:nvSpPr>
        <p:spPr bwMode="auto">
          <a:xfrm>
            <a:off x="4686300" y="531495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5</a:t>
            </a:r>
            <a:r>
              <a:rPr kumimoji="1" lang="en-US" altLang="zh-CN" sz="2100" b="1">
                <a:solidFill>
                  <a:srgbClr val="FF3300"/>
                </a:solidFill>
                <a:latin typeface="Times New Roman" panose="02020603050405020304" pitchFamily="18" charset="0"/>
                <a:ea typeface="宋体" panose="02010600030101010101" pitchFamily="2" charset="-122"/>
              </a:rPr>
              <a:t>3</a:t>
            </a:r>
            <a:r>
              <a:rPr kumimoji="1" lang="en-US" altLang="zh-CN" sz="2100" b="1">
                <a:solidFill>
                  <a:srgbClr val="0000CC"/>
                </a:solidFill>
                <a:latin typeface="Times New Roman" panose="02020603050405020304" pitchFamily="18" charset="0"/>
                <a:ea typeface="宋体" panose="02010600030101010101" pitchFamily="2" charset="-122"/>
              </a:rPr>
              <a:t>0</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0335" name="Line 175"/>
          <p:cNvSpPr>
            <a:spLocks noChangeShapeType="1"/>
          </p:cNvSpPr>
          <p:nvPr/>
        </p:nvSpPr>
        <p:spPr bwMode="auto">
          <a:xfrm>
            <a:off x="1714500" y="548640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0336" name="Rectangle 176" descr="白色大理石"/>
          <p:cNvSpPr>
            <a:spLocks noChangeArrowheads="1"/>
          </p:cNvSpPr>
          <p:nvPr/>
        </p:nvSpPr>
        <p:spPr bwMode="auto">
          <a:xfrm>
            <a:off x="7429500" y="5314950"/>
            <a:ext cx="457200" cy="342900"/>
          </a:xfrm>
          <a:prstGeom prst="rect">
            <a:avLst/>
          </a:prstGeom>
          <a:blipFill dpi="0" rotWithShape="0">
            <a:blip r:embed="rId1"/>
            <a:srcRect/>
            <a:tile tx="0" ty="0" sx="100000" sy="100000" flip="none" algn="tl"/>
          </a:blipFill>
          <a:ln w="38100">
            <a:solidFill>
              <a:srgbClr val="33CC33"/>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7</a:t>
            </a:r>
            <a:r>
              <a:rPr kumimoji="1" lang="en-US" altLang="zh-CN" sz="2100" b="1">
                <a:solidFill>
                  <a:srgbClr val="FF3300"/>
                </a:solidFill>
                <a:latin typeface="Times New Roman" panose="02020603050405020304" pitchFamily="18" charset="0"/>
                <a:ea typeface="宋体" panose="02010600030101010101" pitchFamily="2" charset="-122"/>
              </a:rPr>
              <a:t>9</a:t>
            </a:r>
            <a:r>
              <a:rPr kumimoji="1" lang="en-US" altLang="zh-CN" sz="2100" b="1">
                <a:solidFill>
                  <a:srgbClr val="0000CC"/>
                </a:solidFill>
                <a:latin typeface="Times New Roman" panose="02020603050405020304" pitchFamily="18" charset="0"/>
                <a:ea typeface="宋体" panose="02010600030101010101" pitchFamily="2" charset="-122"/>
              </a:rPr>
              <a:t>0</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0337" name="Line 177"/>
          <p:cNvSpPr>
            <a:spLocks noChangeShapeType="1"/>
          </p:cNvSpPr>
          <p:nvPr/>
        </p:nvSpPr>
        <p:spPr bwMode="auto">
          <a:xfrm>
            <a:off x="2400300" y="548640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0338" name="Rectangle 178" descr="白色大理石"/>
          <p:cNvSpPr>
            <a:spLocks noChangeArrowheads="1"/>
          </p:cNvSpPr>
          <p:nvPr/>
        </p:nvSpPr>
        <p:spPr bwMode="auto">
          <a:xfrm>
            <a:off x="4000500" y="531495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9</a:t>
            </a:r>
            <a:r>
              <a:rPr kumimoji="1" lang="en-US" altLang="zh-CN" sz="2100" b="1">
                <a:solidFill>
                  <a:srgbClr val="FF3300"/>
                </a:solidFill>
                <a:latin typeface="Times New Roman" panose="02020603050405020304" pitchFamily="18" charset="0"/>
                <a:ea typeface="宋体" panose="02010600030101010101" pitchFamily="2" charset="-122"/>
              </a:rPr>
              <a:t>2</a:t>
            </a:r>
            <a:r>
              <a:rPr kumimoji="1" lang="en-US" altLang="zh-CN" sz="2100" b="1">
                <a:solidFill>
                  <a:srgbClr val="0000CC"/>
                </a:solidFill>
                <a:latin typeface="Times New Roman" panose="02020603050405020304" pitchFamily="18" charset="0"/>
                <a:ea typeface="宋体" panose="02010600030101010101" pitchFamily="2" charset="-122"/>
              </a:rPr>
              <a:t>1</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0339" name="Line 179"/>
          <p:cNvSpPr>
            <a:spLocks noChangeShapeType="1"/>
          </p:cNvSpPr>
          <p:nvPr/>
        </p:nvSpPr>
        <p:spPr bwMode="auto">
          <a:xfrm>
            <a:off x="3086100" y="548640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0340" name="Rectangle 180" descr="白色大理石"/>
          <p:cNvSpPr>
            <a:spLocks noChangeArrowheads="1"/>
          </p:cNvSpPr>
          <p:nvPr/>
        </p:nvSpPr>
        <p:spPr bwMode="auto">
          <a:xfrm>
            <a:off x="1257300" y="5314950"/>
            <a:ext cx="457200" cy="342900"/>
          </a:xfrm>
          <a:prstGeom prst="rect">
            <a:avLst/>
          </a:prstGeom>
          <a:blipFill dpi="0" rotWithShape="0">
            <a:blip r:embed="rId1"/>
            <a:srcRect/>
            <a:tile tx="0" ty="0" sx="100000" sy="100000" flip="none" algn="tl"/>
          </a:blipFill>
          <a:ln w="38100">
            <a:solidFill>
              <a:srgbClr val="FF330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1</a:t>
            </a:r>
            <a:r>
              <a:rPr kumimoji="1" lang="en-US" altLang="zh-CN" sz="2100" b="1">
                <a:solidFill>
                  <a:srgbClr val="FF3300"/>
                </a:solidFill>
                <a:latin typeface="Times New Roman" panose="02020603050405020304" pitchFamily="18" charset="0"/>
                <a:ea typeface="宋体" panose="02010600030101010101" pitchFamily="2" charset="-122"/>
              </a:rPr>
              <a:t>0</a:t>
            </a:r>
            <a:r>
              <a:rPr kumimoji="1" lang="en-US" altLang="zh-CN" sz="2100" b="1">
                <a:solidFill>
                  <a:srgbClr val="0000CC"/>
                </a:solidFill>
                <a:latin typeface="Times New Roman" panose="02020603050405020304" pitchFamily="18" charset="0"/>
                <a:ea typeface="宋体" panose="02010600030101010101" pitchFamily="2" charset="-122"/>
              </a:rPr>
              <a:t>1</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0341" name="Line 181"/>
          <p:cNvSpPr>
            <a:spLocks noChangeShapeType="1"/>
          </p:cNvSpPr>
          <p:nvPr/>
        </p:nvSpPr>
        <p:spPr bwMode="auto">
          <a:xfrm>
            <a:off x="3771900" y="548640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0342" name="Rectangle 182" descr="白色大理石"/>
          <p:cNvSpPr>
            <a:spLocks noChangeArrowheads="1"/>
          </p:cNvSpPr>
          <p:nvPr/>
        </p:nvSpPr>
        <p:spPr bwMode="auto">
          <a:xfrm>
            <a:off x="2628900" y="531495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6</a:t>
            </a:r>
            <a:r>
              <a:rPr kumimoji="1" lang="en-US" altLang="zh-CN" sz="2100" b="1">
                <a:solidFill>
                  <a:srgbClr val="FF3300"/>
                </a:solidFill>
                <a:latin typeface="Times New Roman" panose="02020603050405020304" pitchFamily="18" charset="0"/>
                <a:ea typeface="宋体" panose="02010600030101010101" pitchFamily="2" charset="-122"/>
              </a:rPr>
              <a:t>1</a:t>
            </a:r>
            <a:r>
              <a:rPr kumimoji="1" lang="en-US" altLang="zh-CN" sz="2100" b="1">
                <a:solidFill>
                  <a:srgbClr val="0000CC"/>
                </a:solidFill>
                <a:latin typeface="Times New Roman" panose="02020603050405020304" pitchFamily="18" charset="0"/>
                <a:ea typeface="宋体" panose="02010600030101010101" pitchFamily="2" charset="-122"/>
              </a:rPr>
              <a:t>4</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0343" name="Line 183"/>
          <p:cNvSpPr>
            <a:spLocks noChangeShapeType="1"/>
          </p:cNvSpPr>
          <p:nvPr/>
        </p:nvSpPr>
        <p:spPr bwMode="auto">
          <a:xfrm>
            <a:off x="4457700" y="548640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0344" name="Rectangle 184" descr="白色大理石"/>
          <p:cNvSpPr>
            <a:spLocks noChangeArrowheads="1"/>
          </p:cNvSpPr>
          <p:nvPr/>
        </p:nvSpPr>
        <p:spPr bwMode="auto">
          <a:xfrm>
            <a:off x="6743700" y="531495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4</a:t>
            </a:r>
            <a:r>
              <a:rPr kumimoji="1" lang="en-US" altLang="zh-CN" sz="2100" b="1">
                <a:solidFill>
                  <a:srgbClr val="FF3300"/>
                </a:solidFill>
                <a:latin typeface="Times New Roman" panose="02020603050405020304" pitchFamily="18" charset="0"/>
                <a:ea typeface="宋体" panose="02010600030101010101" pitchFamily="2" charset="-122"/>
              </a:rPr>
              <a:t>8</a:t>
            </a:r>
            <a:r>
              <a:rPr kumimoji="1" lang="en-US" altLang="zh-CN" sz="2100" b="1">
                <a:solidFill>
                  <a:srgbClr val="0000CC"/>
                </a:solidFill>
                <a:latin typeface="Times New Roman" panose="02020603050405020304" pitchFamily="18" charset="0"/>
                <a:ea typeface="宋体" panose="02010600030101010101" pitchFamily="2" charset="-122"/>
              </a:rPr>
              <a:t>5</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0345" name="Line 185"/>
          <p:cNvSpPr>
            <a:spLocks noChangeShapeType="1"/>
          </p:cNvSpPr>
          <p:nvPr/>
        </p:nvSpPr>
        <p:spPr bwMode="auto">
          <a:xfrm>
            <a:off x="5143500" y="548640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0346" name="Rectangle 186" descr="白色大理石"/>
          <p:cNvSpPr>
            <a:spLocks noChangeArrowheads="1"/>
          </p:cNvSpPr>
          <p:nvPr/>
        </p:nvSpPr>
        <p:spPr bwMode="auto">
          <a:xfrm>
            <a:off x="3314700" y="531495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2</a:t>
            </a:r>
            <a:r>
              <a:rPr kumimoji="1" lang="en-US" altLang="zh-CN" sz="2100" b="1">
                <a:solidFill>
                  <a:srgbClr val="FF3300"/>
                </a:solidFill>
                <a:latin typeface="Times New Roman" panose="02020603050405020304" pitchFamily="18" charset="0"/>
                <a:ea typeface="宋体" panose="02010600030101010101" pitchFamily="2" charset="-122"/>
              </a:rPr>
              <a:t>1</a:t>
            </a:r>
            <a:r>
              <a:rPr kumimoji="1" lang="en-US" altLang="zh-CN" sz="2100" b="1">
                <a:solidFill>
                  <a:srgbClr val="0000CC"/>
                </a:solidFill>
                <a:latin typeface="Times New Roman" panose="02020603050405020304" pitchFamily="18" charset="0"/>
                <a:ea typeface="宋体" panose="02010600030101010101" pitchFamily="2" charset="-122"/>
              </a:rPr>
              <a:t>5</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0347" name="Line 187"/>
          <p:cNvSpPr>
            <a:spLocks noChangeShapeType="1"/>
          </p:cNvSpPr>
          <p:nvPr/>
        </p:nvSpPr>
        <p:spPr bwMode="auto">
          <a:xfrm>
            <a:off x="5829300" y="548640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0348" name="Rectangle 188" descr="白色大理石"/>
          <p:cNvSpPr>
            <a:spLocks noChangeArrowheads="1"/>
          </p:cNvSpPr>
          <p:nvPr/>
        </p:nvSpPr>
        <p:spPr bwMode="auto">
          <a:xfrm>
            <a:off x="1943100" y="5314950"/>
            <a:ext cx="457200" cy="342900"/>
          </a:xfrm>
          <a:prstGeom prst="rect">
            <a:avLst/>
          </a:prstGeom>
          <a:blipFill dpi="0" rotWithShape="0">
            <a:blip r:embed="rId1"/>
            <a:srcRect/>
            <a:tile tx="0" ty="0" sx="100000" sy="100000" flip="none" algn="tl"/>
          </a:blipFill>
          <a:ln w="38100">
            <a:solidFill>
              <a:srgbClr val="FF330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3</a:t>
            </a:r>
            <a:r>
              <a:rPr kumimoji="1" lang="en-US" altLang="zh-CN" sz="2100" b="1">
                <a:solidFill>
                  <a:srgbClr val="FF3300"/>
                </a:solidFill>
                <a:latin typeface="Times New Roman" panose="02020603050405020304" pitchFamily="18" charset="0"/>
                <a:ea typeface="宋体" panose="02010600030101010101" pitchFamily="2" charset="-122"/>
              </a:rPr>
              <a:t>0</a:t>
            </a:r>
            <a:r>
              <a:rPr kumimoji="1" lang="en-US" altLang="zh-CN" sz="2100" b="1">
                <a:solidFill>
                  <a:srgbClr val="0000CC"/>
                </a:solidFill>
                <a:latin typeface="Times New Roman" panose="02020603050405020304" pitchFamily="18" charset="0"/>
                <a:ea typeface="宋体" panose="02010600030101010101" pitchFamily="2" charset="-122"/>
              </a:rPr>
              <a:t>6</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0349" name="Line 189"/>
          <p:cNvSpPr>
            <a:spLocks noChangeShapeType="1"/>
          </p:cNvSpPr>
          <p:nvPr/>
        </p:nvSpPr>
        <p:spPr bwMode="auto">
          <a:xfrm>
            <a:off x="6515100" y="548640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0350" name="Rectangle 190" descr="白色大理石"/>
          <p:cNvSpPr>
            <a:spLocks noChangeArrowheads="1"/>
          </p:cNvSpPr>
          <p:nvPr/>
        </p:nvSpPr>
        <p:spPr bwMode="auto">
          <a:xfrm>
            <a:off x="5372100" y="531495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6</a:t>
            </a:r>
            <a:r>
              <a:rPr kumimoji="1" lang="en-US" altLang="zh-CN" sz="2100" b="1">
                <a:solidFill>
                  <a:srgbClr val="FF3300"/>
                </a:solidFill>
                <a:latin typeface="Times New Roman" panose="02020603050405020304" pitchFamily="18" charset="0"/>
                <a:ea typeface="宋体" panose="02010600030101010101" pitchFamily="2" charset="-122"/>
              </a:rPr>
              <a:t>3</a:t>
            </a:r>
            <a:r>
              <a:rPr kumimoji="1" lang="en-US" altLang="zh-CN" sz="2100" b="1">
                <a:solidFill>
                  <a:srgbClr val="0000CC"/>
                </a:solidFill>
                <a:latin typeface="Times New Roman" panose="02020603050405020304" pitchFamily="18" charset="0"/>
                <a:ea typeface="宋体" panose="02010600030101010101" pitchFamily="2" charset="-122"/>
              </a:rPr>
              <a:t>7</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0351" name="Line 191"/>
          <p:cNvSpPr>
            <a:spLocks noChangeShapeType="1"/>
          </p:cNvSpPr>
          <p:nvPr/>
        </p:nvSpPr>
        <p:spPr bwMode="auto">
          <a:xfrm>
            <a:off x="7200900" y="548640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0352" name="Rectangle 192" descr="白色大理石"/>
          <p:cNvSpPr>
            <a:spLocks noChangeArrowheads="1"/>
          </p:cNvSpPr>
          <p:nvPr/>
        </p:nvSpPr>
        <p:spPr bwMode="auto">
          <a:xfrm>
            <a:off x="6057900" y="5314950"/>
            <a:ext cx="457200" cy="342900"/>
          </a:xfrm>
          <a:prstGeom prst="rect">
            <a:avLst/>
          </a:prstGeom>
          <a:blipFill dpi="0" rotWithShape="0">
            <a:blip r:embed="rId1"/>
            <a:srcRect/>
            <a:tile tx="0" ty="0" sx="100000" sy="100000" flip="none" algn="tl"/>
          </a:blipFill>
          <a:ln w="38100">
            <a:solidFill>
              <a:srgbClr val="33CC33"/>
            </a:solidFill>
            <a:miter lim="800000"/>
          </a:ln>
          <a:effectLst>
            <a:outerShdw dist="107763" dir="2700000" algn="ctr" rotWithShape="0">
              <a:srgbClr val="808080"/>
            </a:outerShdw>
          </a:effectLst>
        </p:spPr>
        <p:txBody>
          <a:bodyPr wrap="none" anchor="ctr"/>
          <a:lstStyle/>
          <a:p>
            <a:pPr algn="ctr"/>
            <a:r>
              <a:rPr kumimoji="1" lang="en-US" altLang="zh-CN" sz="2100" b="1">
                <a:solidFill>
                  <a:srgbClr val="0000CC"/>
                </a:solidFill>
                <a:latin typeface="Times New Roman" panose="02020603050405020304" pitchFamily="18" charset="0"/>
                <a:ea typeface="宋体" panose="02010600030101010101" pitchFamily="2" charset="-122"/>
              </a:rPr>
              <a:t>7</a:t>
            </a:r>
            <a:r>
              <a:rPr kumimoji="1" lang="en-US" altLang="zh-CN" sz="2100" b="1">
                <a:solidFill>
                  <a:srgbClr val="FF3300"/>
                </a:solidFill>
                <a:latin typeface="Times New Roman" panose="02020603050405020304" pitchFamily="18" charset="0"/>
                <a:ea typeface="宋体" panose="02010600030101010101" pitchFamily="2" charset="-122"/>
              </a:rPr>
              <a:t>3</a:t>
            </a:r>
            <a:r>
              <a:rPr kumimoji="1" lang="en-US" altLang="zh-CN" sz="2100" b="1">
                <a:solidFill>
                  <a:srgbClr val="0000CC"/>
                </a:solidFill>
                <a:latin typeface="Times New Roman" panose="02020603050405020304" pitchFamily="18" charset="0"/>
                <a:ea typeface="宋体" panose="02010600030101010101" pitchFamily="2" charset="-122"/>
              </a:rPr>
              <a:t>8</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0353" name="Rectangle 193"/>
          <p:cNvSpPr>
            <a:spLocks noChangeArrowheads="1"/>
          </p:cNvSpPr>
          <p:nvPr/>
        </p:nvSpPr>
        <p:spPr bwMode="auto">
          <a:xfrm>
            <a:off x="6678216" y="998935"/>
            <a:ext cx="1188244" cy="4387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7500" tIns="35100" rIns="67500" bIns="35100">
            <a:spAutoFit/>
          </a:bodyPr>
          <a:lstStyle/>
          <a:p>
            <a:r>
              <a:rPr kumimoji="1" lang="zh-CN" altLang="en-US" sz="2400" b="1">
                <a:solidFill>
                  <a:schemeClr val="accent1"/>
                </a:solidFill>
                <a:effectLst>
                  <a:outerShdw blurRad="38100" dist="25400" dir="5400000" algn="ctr" rotWithShape="0">
                    <a:srgbClr val="6E747A">
                      <a:alpha val="43000"/>
                    </a:srgbClr>
                  </a:outerShdw>
                </a:effectLst>
                <a:latin typeface="+mn-ea"/>
              </a:rPr>
              <a:t>第二趟</a:t>
            </a:r>
            <a:endParaRPr kumimoji="1" lang="zh-CN" altLang="en-US" sz="2400" b="1">
              <a:solidFill>
                <a:schemeClr val="accent1"/>
              </a:solidFill>
              <a:effectLst>
                <a:outerShdw blurRad="38100" dist="25400" dir="5400000" algn="ctr" rotWithShape="0">
                  <a:srgbClr val="6E747A">
                    <a:alpha val="43000"/>
                  </a:srgbClr>
                </a:outerShdw>
              </a:effectLst>
              <a:latin typeface="+mn-ea"/>
            </a:endParaRPr>
          </a:p>
        </p:txBody>
      </p:sp>
      <p:sp>
        <p:nvSpPr>
          <p:cNvPr id="219203" name="Text Box 67"/>
          <p:cNvSpPr txBox="1">
            <a:spLocks noChangeArrowheads="1"/>
          </p:cNvSpPr>
          <p:nvPr/>
        </p:nvSpPr>
        <p:spPr bwMode="auto">
          <a:xfrm>
            <a:off x="486728" y="994410"/>
            <a:ext cx="5327333" cy="4140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scene3d>
              <a:camera prst="orthographicFront"/>
              <a:lightRig rig="threePt" dir="t"/>
            </a:scene3d>
          </a:bodyPr>
          <a:p>
            <a:r>
              <a:rPr kumimoji="1" lang="zh-CN" altLang="en-US" sz="2100" b="1">
                <a:solidFill>
                  <a:schemeClr val="accent1"/>
                </a:solidFill>
                <a:effectLst>
                  <a:outerShdw blurRad="38100" dist="25400" dir="5400000" algn="ctr" rotWithShape="0">
                    <a:srgbClr val="6E747A">
                      <a:alpha val="43000"/>
                    </a:srgbClr>
                  </a:outerShdw>
                </a:effectLst>
                <a:latin typeface="幼圆" panose="02010509060101010101" pitchFamily="49" charset="-122"/>
                <a:ea typeface="幼圆" panose="02010509060101010101" pitchFamily="49" charset="-122"/>
                <a:cs typeface="幼圆" panose="02010509060101010101" pitchFamily="49" charset="-122"/>
              </a:rPr>
              <a:t>基数排序的“分配”与“收集”过程</a:t>
            </a:r>
            <a:endParaRPr kumimoji="1" lang="zh-CN" altLang="en-US" sz="2100" b="1">
              <a:solidFill>
                <a:schemeClr val="accent1"/>
              </a:solidFill>
              <a:effectLst>
                <a:outerShdw blurRad="38100" dist="25400" dir="5400000" algn="ctr" rotWithShape="0">
                  <a:srgbClr val="6E747A">
                    <a:alpha val="43000"/>
                  </a:srgbClr>
                </a:outerShdw>
              </a:effectLst>
              <a:latin typeface="幼圆" panose="02010509060101010101" pitchFamily="49" charset="-122"/>
              <a:ea typeface="幼圆" panose="02010509060101010101" pitchFamily="49" charset="-122"/>
              <a:cs typeface="幼圆" panose="020105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grpId="0" nodeType="clickEffect">
                                  <p:stCondLst>
                                    <p:cond delay="0"/>
                                  </p:stCondLst>
                                  <p:childTnLst>
                                    <p:set>
                                      <p:cBhvr>
                                        <p:cTn id="6" dur="1" fill="hold">
                                          <p:stCondLst>
                                            <p:cond delay="0"/>
                                          </p:stCondLst>
                                        </p:cTn>
                                        <p:tgtEl>
                                          <p:spTgt spid="220311"/>
                                        </p:tgtEl>
                                        <p:attrNameLst>
                                          <p:attrName>style.visibility</p:attrName>
                                        </p:attrNameLst>
                                      </p:cBhvr>
                                      <p:to>
                                        <p:strVal val="visible"/>
                                      </p:to>
                                    </p:set>
                                    <p:anim calcmode="lin" valueType="num">
                                      <p:cBhvr>
                                        <p:cTn id="7" dur="1000" fill="hold"/>
                                        <p:tgtEl>
                                          <p:spTgt spid="220311"/>
                                        </p:tgtEl>
                                        <p:attrNameLst>
                                          <p:attrName>ppt_x</p:attrName>
                                        </p:attrNameLst>
                                      </p:cBhvr>
                                      <p:tavLst>
                                        <p:tav tm="0">
                                          <p:val>
                                            <p:strVal val="#ppt_x-.2"/>
                                          </p:val>
                                        </p:tav>
                                        <p:tav tm="100000">
                                          <p:val>
                                            <p:strVal val="#ppt_x"/>
                                          </p:val>
                                        </p:tav>
                                      </p:tavLst>
                                    </p:anim>
                                    <p:anim calcmode="lin" valueType="num">
                                      <p:cBhvr>
                                        <p:cTn id="8" dur="1000" fill="hold"/>
                                        <p:tgtEl>
                                          <p:spTgt spid="220311"/>
                                        </p:tgtEl>
                                        <p:attrNameLst>
                                          <p:attrName>ppt_y</p:attrName>
                                        </p:attrNameLst>
                                      </p:cBhvr>
                                      <p:tavLst>
                                        <p:tav tm="0">
                                          <p:val>
                                            <p:strVal val="#ppt_y"/>
                                          </p:val>
                                        </p:tav>
                                        <p:tav tm="100000">
                                          <p:val>
                                            <p:strVal val="#ppt_y"/>
                                          </p:val>
                                        </p:tav>
                                      </p:tavLst>
                                    </p:anim>
                                    <p:animEffect transition="in" filter="wipe(right)" prLst="gradientSize: 0.1">
                                      <p:cBhvr>
                                        <p:cTn id="9" dur="1000"/>
                                        <p:tgtEl>
                                          <p:spTgt spid="220311"/>
                                        </p:tgtEl>
                                      </p:cBhvr>
                                    </p:animEffect>
                                  </p:childTnLst>
                                </p:cTn>
                              </p:par>
                              <p:par>
                                <p:cTn id="10" presetID="29" presetClass="entr" presetSubtype="0" fill="hold" grpId="0" nodeType="withEffect">
                                  <p:stCondLst>
                                    <p:cond delay="0"/>
                                  </p:stCondLst>
                                  <p:childTnLst>
                                    <p:set>
                                      <p:cBhvr>
                                        <p:cTn id="11" dur="1" fill="hold">
                                          <p:stCondLst>
                                            <p:cond delay="0"/>
                                          </p:stCondLst>
                                        </p:cTn>
                                        <p:tgtEl>
                                          <p:spTgt spid="220312"/>
                                        </p:tgtEl>
                                        <p:attrNameLst>
                                          <p:attrName>style.visibility</p:attrName>
                                        </p:attrNameLst>
                                      </p:cBhvr>
                                      <p:to>
                                        <p:strVal val="visible"/>
                                      </p:to>
                                    </p:set>
                                    <p:anim calcmode="lin" valueType="num">
                                      <p:cBhvr>
                                        <p:cTn id="12" dur="1000" fill="hold"/>
                                        <p:tgtEl>
                                          <p:spTgt spid="220312"/>
                                        </p:tgtEl>
                                        <p:attrNameLst>
                                          <p:attrName>ppt_x</p:attrName>
                                        </p:attrNameLst>
                                      </p:cBhvr>
                                      <p:tavLst>
                                        <p:tav tm="0">
                                          <p:val>
                                            <p:strVal val="#ppt_x-.2"/>
                                          </p:val>
                                        </p:tav>
                                        <p:tav tm="100000">
                                          <p:val>
                                            <p:strVal val="#ppt_x"/>
                                          </p:val>
                                        </p:tav>
                                      </p:tavLst>
                                    </p:anim>
                                    <p:anim calcmode="lin" valueType="num">
                                      <p:cBhvr>
                                        <p:cTn id="13" dur="1000" fill="hold"/>
                                        <p:tgtEl>
                                          <p:spTgt spid="220312"/>
                                        </p:tgtEl>
                                        <p:attrNameLst>
                                          <p:attrName>ppt_y</p:attrName>
                                        </p:attrNameLst>
                                      </p:cBhvr>
                                      <p:tavLst>
                                        <p:tav tm="0">
                                          <p:val>
                                            <p:strVal val="#ppt_y"/>
                                          </p:val>
                                        </p:tav>
                                        <p:tav tm="100000">
                                          <p:val>
                                            <p:strVal val="#ppt_y"/>
                                          </p:val>
                                        </p:tav>
                                      </p:tavLst>
                                    </p:anim>
                                    <p:animEffect transition="in" filter="wipe(right)" prLst="gradientSize: 0.1">
                                      <p:cBhvr>
                                        <p:cTn id="14" dur="1000"/>
                                        <p:tgtEl>
                                          <p:spTgt spid="220312"/>
                                        </p:tgtEl>
                                      </p:cBhvr>
                                    </p:animEffect>
                                  </p:childTnLst>
                                </p:cTn>
                              </p:par>
                              <p:par>
                                <p:cTn id="15" presetID="29" presetClass="entr" presetSubtype="0" fill="hold" grpId="0" nodeType="withEffect">
                                  <p:stCondLst>
                                    <p:cond delay="0"/>
                                  </p:stCondLst>
                                  <p:childTnLst>
                                    <p:set>
                                      <p:cBhvr>
                                        <p:cTn id="16" dur="1" fill="hold">
                                          <p:stCondLst>
                                            <p:cond delay="0"/>
                                          </p:stCondLst>
                                        </p:cTn>
                                        <p:tgtEl>
                                          <p:spTgt spid="220313"/>
                                        </p:tgtEl>
                                        <p:attrNameLst>
                                          <p:attrName>style.visibility</p:attrName>
                                        </p:attrNameLst>
                                      </p:cBhvr>
                                      <p:to>
                                        <p:strVal val="visible"/>
                                      </p:to>
                                    </p:set>
                                    <p:anim calcmode="lin" valueType="num">
                                      <p:cBhvr>
                                        <p:cTn id="17" dur="1000" fill="hold"/>
                                        <p:tgtEl>
                                          <p:spTgt spid="220313"/>
                                        </p:tgtEl>
                                        <p:attrNameLst>
                                          <p:attrName>ppt_x</p:attrName>
                                        </p:attrNameLst>
                                      </p:cBhvr>
                                      <p:tavLst>
                                        <p:tav tm="0">
                                          <p:val>
                                            <p:strVal val="#ppt_x-.2"/>
                                          </p:val>
                                        </p:tav>
                                        <p:tav tm="100000">
                                          <p:val>
                                            <p:strVal val="#ppt_x"/>
                                          </p:val>
                                        </p:tav>
                                      </p:tavLst>
                                    </p:anim>
                                    <p:anim calcmode="lin" valueType="num">
                                      <p:cBhvr>
                                        <p:cTn id="18" dur="1000" fill="hold"/>
                                        <p:tgtEl>
                                          <p:spTgt spid="220313"/>
                                        </p:tgtEl>
                                        <p:attrNameLst>
                                          <p:attrName>ppt_y</p:attrName>
                                        </p:attrNameLst>
                                      </p:cBhvr>
                                      <p:tavLst>
                                        <p:tav tm="0">
                                          <p:val>
                                            <p:strVal val="#ppt_y"/>
                                          </p:val>
                                        </p:tav>
                                        <p:tav tm="100000">
                                          <p:val>
                                            <p:strVal val="#ppt_y"/>
                                          </p:val>
                                        </p:tav>
                                      </p:tavLst>
                                    </p:anim>
                                    <p:animEffect transition="in" filter="wipe(right)" prLst="gradientSize: 0.1">
                                      <p:cBhvr>
                                        <p:cTn id="19" dur="1000"/>
                                        <p:tgtEl>
                                          <p:spTgt spid="220313"/>
                                        </p:tgtEl>
                                      </p:cBhvr>
                                    </p:animEffect>
                                  </p:childTnLst>
                                </p:cTn>
                              </p:par>
                              <p:par>
                                <p:cTn id="20" presetID="29" presetClass="entr" presetSubtype="0" fill="hold" grpId="0" nodeType="withEffect">
                                  <p:stCondLst>
                                    <p:cond delay="0"/>
                                  </p:stCondLst>
                                  <p:childTnLst>
                                    <p:set>
                                      <p:cBhvr>
                                        <p:cTn id="21" dur="1" fill="hold">
                                          <p:stCondLst>
                                            <p:cond delay="0"/>
                                          </p:stCondLst>
                                        </p:cTn>
                                        <p:tgtEl>
                                          <p:spTgt spid="220314"/>
                                        </p:tgtEl>
                                        <p:attrNameLst>
                                          <p:attrName>style.visibility</p:attrName>
                                        </p:attrNameLst>
                                      </p:cBhvr>
                                      <p:to>
                                        <p:strVal val="visible"/>
                                      </p:to>
                                    </p:set>
                                    <p:anim calcmode="lin" valueType="num">
                                      <p:cBhvr>
                                        <p:cTn id="22" dur="1000" fill="hold"/>
                                        <p:tgtEl>
                                          <p:spTgt spid="220314"/>
                                        </p:tgtEl>
                                        <p:attrNameLst>
                                          <p:attrName>ppt_x</p:attrName>
                                        </p:attrNameLst>
                                      </p:cBhvr>
                                      <p:tavLst>
                                        <p:tav tm="0">
                                          <p:val>
                                            <p:strVal val="#ppt_x-.2"/>
                                          </p:val>
                                        </p:tav>
                                        <p:tav tm="100000">
                                          <p:val>
                                            <p:strVal val="#ppt_x"/>
                                          </p:val>
                                        </p:tav>
                                      </p:tavLst>
                                    </p:anim>
                                    <p:anim calcmode="lin" valueType="num">
                                      <p:cBhvr>
                                        <p:cTn id="23" dur="1000" fill="hold"/>
                                        <p:tgtEl>
                                          <p:spTgt spid="220314"/>
                                        </p:tgtEl>
                                        <p:attrNameLst>
                                          <p:attrName>ppt_y</p:attrName>
                                        </p:attrNameLst>
                                      </p:cBhvr>
                                      <p:tavLst>
                                        <p:tav tm="0">
                                          <p:val>
                                            <p:strVal val="#ppt_y"/>
                                          </p:val>
                                        </p:tav>
                                        <p:tav tm="100000">
                                          <p:val>
                                            <p:strVal val="#ppt_y"/>
                                          </p:val>
                                        </p:tav>
                                      </p:tavLst>
                                    </p:anim>
                                    <p:animEffect transition="in" filter="wipe(right)" prLst="gradientSize: 0.1">
                                      <p:cBhvr>
                                        <p:cTn id="24" dur="1000"/>
                                        <p:tgtEl>
                                          <p:spTgt spid="220314"/>
                                        </p:tgtEl>
                                      </p:cBhvr>
                                    </p:animEffect>
                                  </p:childTnLst>
                                </p:cTn>
                              </p:par>
                              <p:par>
                                <p:cTn id="25" presetID="29" presetClass="entr" presetSubtype="0" fill="hold" grpId="0" nodeType="withEffect">
                                  <p:stCondLst>
                                    <p:cond delay="0"/>
                                  </p:stCondLst>
                                  <p:childTnLst>
                                    <p:set>
                                      <p:cBhvr>
                                        <p:cTn id="26" dur="1" fill="hold">
                                          <p:stCondLst>
                                            <p:cond delay="0"/>
                                          </p:stCondLst>
                                        </p:cTn>
                                        <p:tgtEl>
                                          <p:spTgt spid="220315"/>
                                        </p:tgtEl>
                                        <p:attrNameLst>
                                          <p:attrName>style.visibility</p:attrName>
                                        </p:attrNameLst>
                                      </p:cBhvr>
                                      <p:to>
                                        <p:strVal val="visible"/>
                                      </p:to>
                                    </p:set>
                                    <p:anim calcmode="lin" valueType="num">
                                      <p:cBhvr>
                                        <p:cTn id="27" dur="1000" fill="hold"/>
                                        <p:tgtEl>
                                          <p:spTgt spid="220315"/>
                                        </p:tgtEl>
                                        <p:attrNameLst>
                                          <p:attrName>ppt_x</p:attrName>
                                        </p:attrNameLst>
                                      </p:cBhvr>
                                      <p:tavLst>
                                        <p:tav tm="0">
                                          <p:val>
                                            <p:strVal val="#ppt_x-.2"/>
                                          </p:val>
                                        </p:tav>
                                        <p:tav tm="100000">
                                          <p:val>
                                            <p:strVal val="#ppt_x"/>
                                          </p:val>
                                        </p:tav>
                                      </p:tavLst>
                                    </p:anim>
                                    <p:anim calcmode="lin" valueType="num">
                                      <p:cBhvr>
                                        <p:cTn id="28" dur="1000" fill="hold"/>
                                        <p:tgtEl>
                                          <p:spTgt spid="220315"/>
                                        </p:tgtEl>
                                        <p:attrNameLst>
                                          <p:attrName>ppt_y</p:attrName>
                                        </p:attrNameLst>
                                      </p:cBhvr>
                                      <p:tavLst>
                                        <p:tav tm="0">
                                          <p:val>
                                            <p:strVal val="#ppt_y"/>
                                          </p:val>
                                        </p:tav>
                                        <p:tav tm="100000">
                                          <p:val>
                                            <p:strVal val="#ppt_y"/>
                                          </p:val>
                                        </p:tav>
                                      </p:tavLst>
                                    </p:anim>
                                    <p:animEffect transition="in" filter="wipe(right)" prLst="gradientSize: 0.1">
                                      <p:cBhvr>
                                        <p:cTn id="29" dur="1000"/>
                                        <p:tgtEl>
                                          <p:spTgt spid="220315"/>
                                        </p:tgtEl>
                                      </p:cBhvr>
                                    </p:animEffect>
                                  </p:childTnLst>
                                </p:cTn>
                              </p:par>
                              <p:par>
                                <p:cTn id="30" presetID="29" presetClass="entr" presetSubtype="0" fill="hold" grpId="0" nodeType="withEffect">
                                  <p:stCondLst>
                                    <p:cond delay="0"/>
                                  </p:stCondLst>
                                  <p:childTnLst>
                                    <p:set>
                                      <p:cBhvr>
                                        <p:cTn id="31" dur="1" fill="hold">
                                          <p:stCondLst>
                                            <p:cond delay="0"/>
                                          </p:stCondLst>
                                        </p:cTn>
                                        <p:tgtEl>
                                          <p:spTgt spid="220316"/>
                                        </p:tgtEl>
                                        <p:attrNameLst>
                                          <p:attrName>style.visibility</p:attrName>
                                        </p:attrNameLst>
                                      </p:cBhvr>
                                      <p:to>
                                        <p:strVal val="visible"/>
                                      </p:to>
                                    </p:set>
                                    <p:anim calcmode="lin" valueType="num">
                                      <p:cBhvr>
                                        <p:cTn id="32" dur="1000" fill="hold"/>
                                        <p:tgtEl>
                                          <p:spTgt spid="220316"/>
                                        </p:tgtEl>
                                        <p:attrNameLst>
                                          <p:attrName>ppt_x</p:attrName>
                                        </p:attrNameLst>
                                      </p:cBhvr>
                                      <p:tavLst>
                                        <p:tav tm="0">
                                          <p:val>
                                            <p:strVal val="#ppt_x-.2"/>
                                          </p:val>
                                        </p:tav>
                                        <p:tav tm="100000">
                                          <p:val>
                                            <p:strVal val="#ppt_x"/>
                                          </p:val>
                                        </p:tav>
                                      </p:tavLst>
                                    </p:anim>
                                    <p:anim calcmode="lin" valueType="num">
                                      <p:cBhvr>
                                        <p:cTn id="33" dur="1000" fill="hold"/>
                                        <p:tgtEl>
                                          <p:spTgt spid="220316"/>
                                        </p:tgtEl>
                                        <p:attrNameLst>
                                          <p:attrName>ppt_y</p:attrName>
                                        </p:attrNameLst>
                                      </p:cBhvr>
                                      <p:tavLst>
                                        <p:tav tm="0">
                                          <p:val>
                                            <p:strVal val="#ppt_y"/>
                                          </p:val>
                                        </p:tav>
                                        <p:tav tm="100000">
                                          <p:val>
                                            <p:strVal val="#ppt_y"/>
                                          </p:val>
                                        </p:tav>
                                      </p:tavLst>
                                    </p:anim>
                                    <p:animEffect transition="in" filter="wipe(right)" prLst="gradientSize: 0.1">
                                      <p:cBhvr>
                                        <p:cTn id="34" dur="1000"/>
                                        <p:tgtEl>
                                          <p:spTgt spid="220316"/>
                                        </p:tgtEl>
                                      </p:cBhvr>
                                    </p:animEffect>
                                  </p:childTnLst>
                                </p:cTn>
                              </p:par>
                              <p:par>
                                <p:cTn id="35" presetID="29" presetClass="entr" presetSubtype="0" fill="hold" grpId="0" nodeType="withEffect">
                                  <p:stCondLst>
                                    <p:cond delay="0"/>
                                  </p:stCondLst>
                                  <p:childTnLst>
                                    <p:set>
                                      <p:cBhvr>
                                        <p:cTn id="36" dur="1" fill="hold">
                                          <p:stCondLst>
                                            <p:cond delay="0"/>
                                          </p:stCondLst>
                                        </p:cTn>
                                        <p:tgtEl>
                                          <p:spTgt spid="220317"/>
                                        </p:tgtEl>
                                        <p:attrNameLst>
                                          <p:attrName>style.visibility</p:attrName>
                                        </p:attrNameLst>
                                      </p:cBhvr>
                                      <p:to>
                                        <p:strVal val="visible"/>
                                      </p:to>
                                    </p:set>
                                    <p:anim calcmode="lin" valueType="num">
                                      <p:cBhvr>
                                        <p:cTn id="37" dur="1000" fill="hold"/>
                                        <p:tgtEl>
                                          <p:spTgt spid="220317"/>
                                        </p:tgtEl>
                                        <p:attrNameLst>
                                          <p:attrName>ppt_x</p:attrName>
                                        </p:attrNameLst>
                                      </p:cBhvr>
                                      <p:tavLst>
                                        <p:tav tm="0">
                                          <p:val>
                                            <p:strVal val="#ppt_x-.2"/>
                                          </p:val>
                                        </p:tav>
                                        <p:tav tm="100000">
                                          <p:val>
                                            <p:strVal val="#ppt_x"/>
                                          </p:val>
                                        </p:tav>
                                      </p:tavLst>
                                    </p:anim>
                                    <p:anim calcmode="lin" valueType="num">
                                      <p:cBhvr>
                                        <p:cTn id="38" dur="1000" fill="hold"/>
                                        <p:tgtEl>
                                          <p:spTgt spid="220317"/>
                                        </p:tgtEl>
                                        <p:attrNameLst>
                                          <p:attrName>ppt_y</p:attrName>
                                        </p:attrNameLst>
                                      </p:cBhvr>
                                      <p:tavLst>
                                        <p:tav tm="0">
                                          <p:val>
                                            <p:strVal val="#ppt_y"/>
                                          </p:val>
                                        </p:tav>
                                        <p:tav tm="100000">
                                          <p:val>
                                            <p:strVal val="#ppt_y"/>
                                          </p:val>
                                        </p:tav>
                                      </p:tavLst>
                                    </p:anim>
                                    <p:animEffect transition="in" filter="wipe(right)" prLst="gradientSize: 0.1">
                                      <p:cBhvr>
                                        <p:cTn id="39" dur="1000"/>
                                        <p:tgtEl>
                                          <p:spTgt spid="220317"/>
                                        </p:tgtEl>
                                      </p:cBhvr>
                                    </p:animEffect>
                                  </p:childTnLst>
                                </p:cTn>
                              </p:par>
                              <p:par>
                                <p:cTn id="40" presetID="29" presetClass="entr" presetSubtype="0" fill="hold" grpId="0" nodeType="withEffect">
                                  <p:stCondLst>
                                    <p:cond delay="0"/>
                                  </p:stCondLst>
                                  <p:childTnLst>
                                    <p:set>
                                      <p:cBhvr>
                                        <p:cTn id="41" dur="1" fill="hold">
                                          <p:stCondLst>
                                            <p:cond delay="0"/>
                                          </p:stCondLst>
                                        </p:cTn>
                                        <p:tgtEl>
                                          <p:spTgt spid="220318"/>
                                        </p:tgtEl>
                                        <p:attrNameLst>
                                          <p:attrName>style.visibility</p:attrName>
                                        </p:attrNameLst>
                                      </p:cBhvr>
                                      <p:to>
                                        <p:strVal val="visible"/>
                                      </p:to>
                                    </p:set>
                                    <p:anim calcmode="lin" valueType="num">
                                      <p:cBhvr>
                                        <p:cTn id="42" dur="1000" fill="hold"/>
                                        <p:tgtEl>
                                          <p:spTgt spid="220318"/>
                                        </p:tgtEl>
                                        <p:attrNameLst>
                                          <p:attrName>ppt_x</p:attrName>
                                        </p:attrNameLst>
                                      </p:cBhvr>
                                      <p:tavLst>
                                        <p:tav tm="0">
                                          <p:val>
                                            <p:strVal val="#ppt_x-.2"/>
                                          </p:val>
                                        </p:tav>
                                        <p:tav tm="100000">
                                          <p:val>
                                            <p:strVal val="#ppt_x"/>
                                          </p:val>
                                        </p:tav>
                                      </p:tavLst>
                                    </p:anim>
                                    <p:anim calcmode="lin" valueType="num">
                                      <p:cBhvr>
                                        <p:cTn id="43" dur="1000" fill="hold"/>
                                        <p:tgtEl>
                                          <p:spTgt spid="220318"/>
                                        </p:tgtEl>
                                        <p:attrNameLst>
                                          <p:attrName>ppt_y</p:attrName>
                                        </p:attrNameLst>
                                      </p:cBhvr>
                                      <p:tavLst>
                                        <p:tav tm="0">
                                          <p:val>
                                            <p:strVal val="#ppt_y"/>
                                          </p:val>
                                        </p:tav>
                                        <p:tav tm="100000">
                                          <p:val>
                                            <p:strVal val="#ppt_y"/>
                                          </p:val>
                                        </p:tav>
                                      </p:tavLst>
                                    </p:anim>
                                    <p:animEffect transition="in" filter="wipe(right)" prLst="gradientSize: 0.1">
                                      <p:cBhvr>
                                        <p:cTn id="44" dur="1000"/>
                                        <p:tgtEl>
                                          <p:spTgt spid="220318"/>
                                        </p:tgtEl>
                                      </p:cBhvr>
                                    </p:animEffect>
                                  </p:childTnLst>
                                </p:cTn>
                              </p:par>
                              <p:par>
                                <p:cTn id="45" presetID="29" presetClass="entr" presetSubtype="0" fill="hold" grpId="0" nodeType="withEffect">
                                  <p:stCondLst>
                                    <p:cond delay="0"/>
                                  </p:stCondLst>
                                  <p:childTnLst>
                                    <p:set>
                                      <p:cBhvr>
                                        <p:cTn id="46" dur="1" fill="hold">
                                          <p:stCondLst>
                                            <p:cond delay="0"/>
                                          </p:stCondLst>
                                        </p:cTn>
                                        <p:tgtEl>
                                          <p:spTgt spid="220319"/>
                                        </p:tgtEl>
                                        <p:attrNameLst>
                                          <p:attrName>style.visibility</p:attrName>
                                        </p:attrNameLst>
                                      </p:cBhvr>
                                      <p:to>
                                        <p:strVal val="visible"/>
                                      </p:to>
                                    </p:set>
                                    <p:anim calcmode="lin" valueType="num">
                                      <p:cBhvr>
                                        <p:cTn id="47" dur="1000" fill="hold"/>
                                        <p:tgtEl>
                                          <p:spTgt spid="220319"/>
                                        </p:tgtEl>
                                        <p:attrNameLst>
                                          <p:attrName>ppt_x</p:attrName>
                                        </p:attrNameLst>
                                      </p:cBhvr>
                                      <p:tavLst>
                                        <p:tav tm="0">
                                          <p:val>
                                            <p:strVal val="#ppt_x-.2"/>
                                          </p:val>
                                        </p:tav>
                                        <p:tav tm="100000">
                                          <p:val>
                                            <p:strVal val="#ppt_x"/>
                                          </p:val>
                                        </p:tav>
                                      </p:tavLst>
                                    </p:anim>
                                    <p:anim calcmode="lin" valueType="num">
                                      <p:cBhvr>
                                        <p:cTn id="48" dur="1000" fill="hold"/>
                                        <p:tgtEl>
                                          <p:spTgt spid="220319"/>
                                        </p:tgtEl>
                                        <p:attrNameLst>
                                          <p:attrName>ppt_y</p:attrName>
                                        </p:attrNameLst>
                                      </p:cBhvr>
                                      <p:tavLst>
                                        <p:tav tm="0">
                                          <p:val>
                                            <p:strVal val="#ppt_y"/>
                                          </p:val>
                                        </p:tav>
                                        <p:tav tm="100000">
                                          <p:val>
                                            <p:strVal val="#ppt_y"/>
                                          </p:val>
                                        </p:tav>
                                      </p:tavLst>
                                    </p:anim>
                                    <p:animEffect transition="in" filter="wipe(right)" prLst="gradientSize: 0.1">
                                      <p:cBhvr>
                                        <p:cTn id="49" dur="1000"/>
                                        <p:tgtEl>
                                          <p:spTgt spid="220319"/>
                                        </p:tgtEl>
                                      </p:cBhvr>
                                    </p:animEffect>
                                  </p:childTnLst>
                                </p:cTn>
                              </p:par>
                              <p:par>
                                <p:cTn id="50" presetID="29" presetClass="entr" presetSubtype="0" fill="hold" grpId="0" nodeType="withEffect">
                                  <p:stCondLst>
                                    <p:cond delay="0"/>
                                  </p:stCondLst>
                                  <p:childTnLst>
                                    <p:set>
                                      <p:cBhvr>
                                        <p:cTn id="51" dur="1" fill="hold">
                                          <p:stCondLst>
                                            <p:cond delay="0"/>
                                          </p:stCondLst>
                                        </p:cTn>
                                        <p:tgtEl>
                                          <p:spTgt spid="220320"/>
                                        </p:tgtEl>
                                        <p:attrNameLst>
                                          <p:attrName>style.visibility</p:attrName>
                                        </p:attrNameLst>
                                      </p:cBhvr>
                                      <p:to>
                                        <p:strVal val="visible"/>
                                      </p:to>
                                    </p:set>
                                    <p:anim calcmode="lin" valueType="num">
                                      <p:cBhvr>
                                        <p:cTn id="52" dur="1000" fill="hold"/>
                                        <p:tgtEl>
                                          <p:spTgt spid="220320"/>
                                        </p:tgtEl>
                                        <p:attrNameLst>
                                          <p:attrName>ppt_x</p:attrName>
                                        </p:attrNameLst>
                                      </p:cBhvr>
                                      <p:tavLst>
                                        <p:tav tm="0">
                                          <p:val>
                                            <p:strVal val="#ppt_x-.2"/>
                                          </p:val>
                                        </p:tav>
                                        <p:tav tm="100000">
                                          <p:val>
                                            <p:strVal val="#ppt_x"/>
                                          </p:val>
                                        </p:tav>
                                      </p:tavLst>
                                    </p:anim>
                                    <p:anim calcmode="lin" valueType="num">
                                      <p:cBhvr>
                                        <p:cTn id="53" dur="1000" fill="hold"/>
                                        <p:tgtEl>
                                          <p:spTgt spid="220320"/>
                                        </p:tgtEl>
                                        <p:attrNameLst>
                                          <p:attrName>ppt_y</p:attrName>
                                        </p:attrNameLst>
                                      </p:cBhvr>
                                      <p:tavLst>
                                        <p:tav tm="0">
                                          <p:val>
                                            <p:strVal val="#ppt_y"/>
                                          </p:val>
                                        </p:tav>
                                        <p:tav tm="100000">
                                          <p:val>
                                            <p:strVal val="#ppt_y"/>
                                          </p:val>
                                        </p:tav>
                                      </p:tavLst>
                                    </p:anim>
                                    <p:animEffect transition="in" filter="wipe(right)" prLst="gradientSize: 0.1">
                                      <p:cBhvr>
                                        <p:cTn id="54" dur="1000"/>
                                        <p:tgtEl>
                                          <p:spTgt spid="220320"/>
                                        </p:tgtEl>
                                      </p:cBhvr>
                                    </p:animEffect>
                                  </p:childTnLst>
                                </p:cTn>
                              </p:par>
                              <p:par>
                                <p:cTn id="55" presetID="29" presetClass="entr" presetSubtype="0" fill="hold" grpId="0" nodeType="withEffect">
                                  <p:stCondLst>
                                    <p:cond delay="0"/>
                                  </p:stCondLst>
                                  <p:childTnLst>
                                    <p:set>
                                      <p:cBhvr>
                                        <p:cTn id="56" dur="1" fill="hold">
                                          <p:stCondLst>
                                            <p:cond delay="0"/>
                                          </p:stCondLst>
                                        </p:cTn>
                                        <p:tgtEl>
                                          <p:spTgt spid="220321"/>
                                        </p:tgtEl>
                                        <p:attrNameLst>
                                          <p:attrName>style.visibility</p:attrName>
                                        </p:attrNameLst>
                                      </p:cBhvr>
                                      <p:to>
                                        <p:strVal val="visible"/>
                                      </p:to>
                                    </p:set>
                                    <p:anim calcmode="lin" valueType="num">
                                      <p:cBhvr>
                                        <p:cTn id="57" dur="1000" fill="hold"/>
                                        <p:tgtEl>
                                          <p:spTgt spid="220321"/>
                                        </p:tgtEl>
                                        <p:attrNameLst>
                                          <p:attrName>ppt_x</p:attrName>
                                        </p:attrNameLst>
                                      </p:cBhvr>
                                      <p:tavLst>
                                        <p:tav tm="0">
                                          <p:val>
                                            <p:strVal val="#ppt_x-.2"/>
                                          </p:val>
                                        </p:tav>
                                        <p:tav tm="100000">
                                          <p:val>
                                            <p:strVal val="#ppt_x"/>
                                          </p:val>
                                        </p:tav>
                                      </p:tavLst>
                                    </p:anim>
                                    <p:anim calcmode="lin" valueType="num">
                                      <p:cBhvr>
                                        <p:cTn id="58" dur="1000" fill="hold"/>
                                        <p:tgtEl>
                                          <p:spTgt spid="220321"/>
                                        </p:tgtEl>
                                        <p:attrNameLst>
                                          <p:attrName>ppt_y</p:attrName>
                                        </p:attrNameLst>
                                      </p:cBhvr>
                                      <p:tavLst>
                                        <p:tav tm="0">
                                          <p:val>
                                            <p:strVal val="#ppt_y"/>
                                          </p:val>
                                        </p:tav>
                                        <p:tav tm="100000">
                                          <p:val>
                                            <p:strVal val="#ppt_y"/>
                                          </p:val>
                                        </p:tav>
                                      </p:tavLst>
                                    </p:anim>
                                    <p:animEffect transition="in" filter="wipe(right)" prLst="gradientSize: 0.1">
                                      <p:cBhvr>
                                        <p:cTn id="59" dur="1000"/>
                                        <p:tgtEl>
                                          <p:spTgt spid="220321"/>
                                        </p:tgtEl>
                                      </p:cBhvr>
                                    </p:animEffect>
                                  </p:childTnLst>
                                </p:cTn>
                              </p:par>
                              <p:par>
                                <p:cTn id="60" presetID="29" presetClass="entr" presetSubtype="0" fill="hold" grpId="0" nodeType="withEffect">
                                  <p:stCondLst>
                                    <p:cond delay="0"/>
                                  </p:stCondLst>
                                  <p:childTnLst>
                                    <p:set>
                                      <p:cBhvr>
                                        <p:cTn id="61" dur="1" fill="hold">
                                          <p:stCondLst>
                                            <p:cond delay="0"/>
                                          </p:stCondLst>
                                        </p:cTn>
                                        <p:tgtEl>
                                          <p:spTgt spid="220310"/>
                                        </p:tgtEl>
                                        <p:attrNameLst>
                                          <p:attrName>style.visibility</p:attrName>
                                        </p:attrNameLst>
                                      </p:cBhvr>
                                      <p:to>
                                        <p:strVal val="visible"/>
                                      </p:to>
                                    </p:set>
                                    <p:anim calcmode="lin" valueType="num">
                                      <p:cBhvr>
                                        <p:cTn id="62" dur="1000" fill="hold"/>
                                        <p:tgtEl>
                                          <p:spTgt spid="220310"/>
                                        </p:tgtEl>
                                        <p:attrNameLst>
                                          <p:attrName>ppt_x</p:attrName>
                                        </p:attrNameLst>
                                      </p:cBhvr>
                                      <p:tavLst>
                                        <p:tav tm="0">
                                          <p:val>
                                            <p:strVal val="#ppt_x-.2"/>
                                          </p:val>
                                        </p:tav>
                                        <p:tav tm="100000">
                                          <p:val>
                                            <p:strVal val="#ppt_x"/>
                                          </p:val>
                                        </p:tav>
                                      </p:tavLst>
                                    </p:anim>
                                    <p:anim calcmode="lin" valueType="num">
                                      <p:cBhvr>
                                        <p:cTn id="63" dur="1000" fill="hold"/>
                                        <p:tgtEl>
                                          <p:spTgt spid="220310"/>
                                        </p:tgtEl>
                                        <p:attrNameLst>
                                          <p:attrName>ppt_y</p:attrName>
                                        </p:attrNameLst>
                                      </p:cBhvr>
                                      <p:tavLst>
                                        <p:tav tm="0">
                                          <p:val>
                                            <p:strVal val="#ppt_y"/>
                                          </p:val>
                                        </p:tav>
                                        <p:tav tm="100000">
                                          <p:val>
                                            <p:strVal val="#ppt_y"/>
                                          </p:val>
                                        </p:tav>
                                      </p:tavLst>
                                    </p:anim>
                                    <p:animEffect transition="in" filter="wipe(right)" prLst="gradientSize: 0.1">
                                      <p:cBhvr>
                                        <p:cTn id="64" dur="1000"/>
                                        <p:tgtEl>
                                          <p:spTgt spid="220310"/>
                                        </p:tgtEl>
                                      </p:cBhvr>
                                    </p:animEffect>
                                  </p:childTnLst>
                                </p:cTn>
                              </p:par>
                              <p:par>
                                <p:cTn id="65" presetID="29" presetClass="entr" presetSubtype="0" fill="hold" grpId="0" nodeType="withEffect">
                                  <p:stCondLst>
                                    <p:cond delay="0"/>
                                  </p:stCondLst>
                                  <p:childTnLst>
                                    <p:set>
                                      <p:cBhvr>
                                        <p:cTn id="66" dur="1" fill="hold">
                                          <p:stCondLst>
                                            <p:cond delay="0"/>
                                          </p:stCondLst>
                                        </p:cTn>
                                        <p:tgtEl>
                                          <p:spTgt spid="220332"/>
                                        </p:tgtEl>
                                        <p:attrNameLst>
                                          <p:attrName>style.visibility</p:attrName>
                                        </p:attrNameLst>
                                      </p:cBhvr>
                                      <p:to>
                                        <p:strVal val="visible"/>
                                      </p:to>
                                    </p:set>
                                    <p:anim calcmode="lin" valueType="num">
                                      <p:cBhvr>
                                        <p:cTn id="67" dur="1000" fill="hold"/>
                                        <p:tgtEl>
                                          <p:spTgt spid="220332"/>
                                        </p:tgtEl>
                                        <p:attrNameLst>
                                          <p:attrName>ppt_x</p:attrName>
                                        </p:attrNameLst>
                                      </p:cBhvr>
                                      <p:tavLst>
                                        <p:tav tm="0">
                                          <p:val>
                                            <p:strVal val="#ppt_x-.2"/>
                                          </p:val>
                                        </p:tav>
                                        <p:tav tm="100000">
                                          <p:val>
                                            <p:strVal val="#ppt_x"/>
                                          </p:val>
                                        </p:tav>
                                      </p:tavLst>
                                    </p:anim>
                                    <p:anim calcmode="lin" valueType="num">
                                      <p:cBhvr>
                                        <p:cTn id="68" dur="1000" fill="hold"/>
                                        <p:tgtEl>
                                          <p:spTgt spid="220332"/>
                                        </p:tgtEl>
                                        <p:attrNameLst>
                                          <p:attrName>ppt_y</p:attrName>
                                        </p:attrNameLst>
                                      </p:cBhvr>
                                      <p:tavLst>
                                        <p:tav tm="0">
                                          <p:val>
                                            <p:strVal val="#ppt_y"/>
                                          </p:val>
                                        </p:tav>
                                        <p:tav tm="100000">
                                          <p:val>
                                            <p:strVal val="#ppt_y"/>
                                          </p:val>
                                        </p:tav>
                                      </p:tavLst>
                                    </p:anim>
                                    <p:animEffect transition="in" filter="wipe(right)" prLst="gradientSize: 0.1">
                                      <p:cBhvr>
                                        <p:cTn id="69" dur="1000"/>
                                        <p:tgtEl>
                                          <p:spTgt spid="220332"/>
                                        </p:tgtEl>
                                      </p:cBhvr>
                                    </p:animEffect>
                                  </p:childTnLst>
                                </p:cTn>
                              </p:par>
                            </p:childTnLst>
                          </p:cTn>
                        </p:par>
                      </p:childTnLst>
                    </p:cTn>
                  </p:par>
                  <p:par>
                    <p:cTn id="70" fill="hold">
                      <p:stCondLst>
                        <p:cond delay="indefinite"/>
                      </p:stCondLst>
                      <p:childTnLst>
                        <p:par>
                          <p:cTn id="71" fill="hold">
                            <p:stCondLst>
                              <p:cond delay="0"/>
                            </p:stCondLst>
                            <p:childTnLst>
                              <p:par>
                                <p:cTn id="72" presetID="29" presetClass="entr" presetSubtype="0" fill="hold" grpId="0" nodeType="clickEffect">
                                  <p:stCondLst>
                                    <p:cond delay="0"/>
                                  </p:stCondLst>
                                  <p:childTnLst>
                                    <p:set>
                                      <p:cBhvr>
                                        <p:cTn id="73" dur="1" fill="hold">
                                          <p:stCondLst>
                                            <p:cond delay="0"/>
                                          </p:stCondLst>
                                        </p:cTn>
                                        <p:tgtEl>
                                          <p:spTgt spid="220329"/>
                                        </p:tgtEl>
                                        <p:attrNameLst>
                                          <p:attrName>style.visibility</p:attrName>
                                        </p:attrNameLst>
                                      </p:cBhvr>
                                      <p:to>
                                        <p:strVal val="visible"/>
                                      </p:to>
                                    </p:set>
                                    <p:anim calcmode="lin" valueType="num">
                                      <p:cBhvr>
                                        <p:cTn id="74" dur="1000" fill="hold"/>
                                        <p:tgtEl>
                                          <p:spTgt spid="220329"/>
                                        </p:tgtEl>
                                        <p:attrNameLst>
                                          <p:attrName>ppt_x</p:attrName>
                                        </p:attrNameLst>
                                      </p:cBhvr>
                                      <p:tavLst>
                                        <p:tav tm="0">
                                          <p:val>
                                            <p:strVal val="#ppt_x-.2"/>
                                          </p:val>
                                        </p:tav>
                                        <p:tav tm="100000">
                                          <p:val>
                                            <p:strVal val="#ppt_x"/>
                                          </p:val>
                                        </p:tav>
                                      </p:tavLst>
                                    </p:anim>
                                    <p:anim calcmode="lin" valueType="num">
                                      <p:cBhvr>
                                        <p:cTn id="75" dur="1000" fill="hold"/>
                                        <p:tgtEl>
                                          <p:spTgt spid="220329"/>
                                        </p:tgtEl>
                                        <p:attrNameLst>
                                          <p:attrName>ppt_y</p:attrName>
                                        </p:attrNameLst>
                                      </p:cBhvr>
                                      <p:tavLst>
                                        <p:tav tm="0">
                                          <p:val>
                                            <p:strVal val="#ppt_y"/>
                                          </p:val>
                                        </p:tav>
                                        <p:tav tm="100000">
                                          <p:val>
                                            <p:strVal val="#ppt_y"/>
                                          </p:val>
                                        </p:tav>
                                      </p:tavLst>
                                    </p:anim>
                                    <p:animEffect transition="in" filter="wipe(right)" prLst="gradientSize: 0.1">
                                      <p:cBhvr>
                                        <p:cTn id="76" dur="1000"/>
                                        <p:tgtEl>
                                          <p:spTgt spid="220329"/>
                                        </p:tgtEl>
                                      </p:cBhvr>
                                    </p:animEffect>
                                  </p:childTnLst>
                                </p:cTn>
                              </p:par>
                            </p:childTnLst>
                          </p:cTn>
                        </p:par>
                      </p:childTnLst>
                    </p:cTn>
                  </p:par>
                  <p:par>
                    <p:cTn id="77" fill="hold">
                      <p:stCondLst>
                        <p:cond delay="indefinite"/>
                      </p:stCondLst>
                      <p:childTnLst>
                        <p:par>
                          <p:cTn id="78" fill="hold">
                            <p:stCondLst>
                              <p:cond delay="0"/>
                            </p:stCondLst>
                            <p:childTnLst>
                              <p:par>
                                <p:cTn id="79" presetID="29" presetClass="entr" presetSubtype="0" fill="hold" grpId="0" nodeType="clickEffect">
                                  <p:stCondLst>
                                    <p:cond delay="0"/>
                                  </p:stCondLst>
                                  <p:childTnLst>
                                    <p:set>
                                      <p:cBhvr>
                                        <p:cTn id="80" dur="1" fill="hold">
                                          <p:stCondLst>
                                            <p:cond delay="0"/>
                                          </p:stCondLst>
                                        </p:cTn>
                                        <p:tgtEl>
                                          <p:spTgt spid="220330"/>
                                        </p:tgtEl>
                                        <p:attrNameLst>
                                          <p:attrName>style.visibility</p:attrName>
                                        </p:attrNameLst>
                                      </p:cBhvr>
                                      <p:to>
                                        <p:strVal val="visible"/>
                                      </p:to>
                                    </p:set>
                                    <p:anim calcmode="lin" valueType="num">
                                      <p:cBhvr>
                                        <p:cTn id="81" dur="1000" fill="hold"/>
                                        <p:tgtEl>
                                          <p:spTgt spid="220330"/>
                                        </p:tgtEl>
                                        <p:attrNameLst>
                                          <p:attrName>ppt_x</p:attrName>
                                        </p:attrNameLst>
                                      </p:cBhvr>
                                      <p:tavLst>
                                        <p:tav tm="0">
                                          <p:val>
                                            <p:strVal val="#ppt_x-.2"/>
                                          </p:val>
                                        </p:tav>
                                        <p:tav tm="100000">
                                          <p:val>
                                            <p:strVal val="#ppt_x"/>
                                          </p:val>
                                        </p:tav>
                                      </p:tavLst>
                                    </p:anim>
                                    <p:anim calcmode="lin" valueType="num">
                                      <p:cBhvr>
                                        <p:cTn id="82" dur="1000" fill="hold"/>
                                        <p:tgtEl>
                                          <p:spTgt spid="220330"/>
                                        </p:tgtEl>
                                        <p:attrNameLst>
                                          <p:attrName>ppt_y</p:attrName>
                                        </p:attrNameLst>
                                      </p:cBhvr>
                                      <p:tavLst>
                                        <p:tav tm="0">
                                          <p:val>
                                            <p:strVal val="#ppt_y"/>
                                          </p:val>
                                        </p:tav>
                                        <p:tav tm="100000">
                                          <p:val>
                                            <p:strVal val="#ppt_y"/>
                                          </p:val>
                                        </p:tav>
                                      </p:tavLst>
                                    </p:anim>
                                    <p:animEffect transition="in" filter="wipe(right)" prLst="gradientSize: 0.1">
                                      <p:cBhvr>
                                        <p:cTn id="83" dur="1000"/>
                                        <p:tgtEl>
                                          <p:spTgt spid="220330"/>
                                        </p:tgtEl>
                                      </p:cBhvr>
                                    </p:animEffect>
                                  </p:childTnLst>
                                </p:cTn>
                              </p:par>
                            </p:childTnLst>
                          </p:cTn>
                        </p:par>
                      </p:childTnLst>
                    </p:cTn>
                  </p:par>
                  <p:par>
                    <p:cTn id="84" fill="hold">
                      <p:stCondLst>
                        <p:cond delay="indefinite"/>
                      </p:stCondLst>
                      <p:childTnLst>
                        <p:par>
                          <p:cTn id="85" fill="hold">
                            <p:stCondLst>
                              <p:cond delay="0"/>
                            </p:stCondLst>
                            <p:childTnLst>
                              <p:par>
                                <p:cTn id="86" presetID="29" presetClass="entr" presetSubtype="0" fill="hold" grpId="0" nodeType="clickEffect">
                                  <p:stCondLst>
                                    <p:cond delay="0"/>
                                  </p:stCondLst>
                                  <p:childTnLst>
                                    <p:set>
                                      <p:cBhvr>
                                        <p:cTn id="87" dur="1" fill="hold">
                                          <p:stCondLst>
                                            <p:cond delay="0"/>
                                          </p:stCondLst>
                                        </p:cTn>
                                        <p:tgtEl>
                                          <p:spTgt spid="220324"/>
                                        </p:tgtEl>
                                        <p:attrNameLst>
                                          <p:attrName>style.visibility</p:attrName>
                                        </p:attrNameLst>
                                      </p:cBhvr>
                                      <p:to>
                                        <p:strVal val="visible"/>
                                      </p:to>
                                    </p:set>
                                    <p:anim calcmode="lin" valueType="num">
                                      <p:cBhvr>
                                        <p:cTn id="88" dur="1000" fill="hold"/>
                                        <p:tgtEl>
                                          <p:spTgt spid="220324"/>
                                        </p:tgtEl>
                                        <p:attrNameLst>
                                          <p:attrName>ppt_x</p:attrName>
                                        </p:attrNameLst>
                                      </p:cBhvr>
                                      <p:tavLst>
                                        <p:tav tm="0">
                                          <p:val>
                                            <p:strVal val="#ppt_x-.2"/>
                                          </p:val>
                                        </p:tav>
                                        <p:tav tm="100000">
                                          <p:val>
                                            <p:strVal val="#ppt_x"/>
                                          </p:val>
                                        </p:tav>
                                      </p:tavLst>
                                    </p:anim>
                                    <p:anim calcmode="lin" valueType="num">
                                      <p:cBhvr>
                                        <p:cTn id="89" dur="1000" fill="hold"/>
                                        <p:tgtEl>
                                          <p:spTgt spid="220324"/>
                                        </p:tgtEl>
                                        <p:attrNameLst>
                                          <p:attrName>ppt_y</p:attrName>
                                        </p:attrNameLst>
                                      </p:cBhvr>
                                      <p:tavLst>
                                        <p:tav tm="0">
                                          <p:val>
                                            <p:strVal val="#ppt_y"/>
                                          </p:val>
                                        </p:tav>
                                        <p:tav tm="100000">
                                          <p:val>
                                            <p:strVal val="#ppt_y"/>
                                          </p:val>
                                        </p:tav>
                                      </p:tavLst>
                                    </p:anim>
                                    <p:animEffect transition="in" filter="wipe(right)" prLst="gradientSize: 0.1">
                                      <p:cBhvr>
                                        <p:cTn id="90" dur="1000"/>
                                        <p:tgtEl>
                                          <p:spTgt spid="220324"/>
                                        </p:tgtEl>
                                      </p:cBhvr>
                                    </p:animEffect>
                                  </p:childTnLst>
                                </p:cTn>
                              </p:par>
                            </p:childTnLst>
                          </p:cTn>
                        </p:par>
                      </p:childTnLst>
                    </p:cTn>
                  </p:par>
                  <p:par>
                    <p:cTn id="91" fill="hold">
                      <p:stCondLst>
                        <p:cond delay="indefinite"/>
                      </p:stCondLst>
                      <p:childTnLst>
                        <p:par>
                          <p:cTn id="92" fill="hold">
                            <p:stCondLst>
                              <p:cond delay="0"/>
                            </p:stCondLst>
                            <p:childTnLst>
                              <p:par>
                                <p:cTn id="93" presetID="29" presetClass="entr" presetSubtype="0" fill="hold" grpId="0" nodeType="clickEffect">
                                  <p:stCondLst>
                                    <p:cond delay="0"/>
                                  </p:stCondLst>
                                  <p:childTnLst>
                                    <p:set>
                                      <p:cBhvr>
                                        <p:cTn id="94" dur="1" fill="hold">
                                          <p:stCondLst>
                                            <p:cond delay="0"/>
                                          </p:stCondLst>
                                        </p:cTn>
                                        <p:tgtEl>
                                          <p:spTgt spid="220327"/>
                                        </p:tgtEl>
                                        <p:attrNameLst>
                                          <p:attrName>style.visibility</p:attrName>
                                        </p:attrNameLst>
                                      </p:cBhvr>
                                      <p:to>
                                        <p:strVal val="visible"/>
                                      </p:to>
                                    </p:set>
                                    <p:anim calcmode="lin" valueType="num">
                                      <p:cBhvr>
                                        <p:cTn id="95" dur="1000" fill="hold"/>
                                        <p:tgtEl>
                                          <p:spTgt spid="220327"/>
                                        </p:tgtEl>
                                        <p:attrNameLst>
                                          <p:attrName>ppt_x</p:attrName>
                                        </p:attrNameLst>
                                      </p:cBhvr>
                                      <p:tavLst>
                                        <p:tav tm="0">
                                          <p:val>
                                            <p:strVal val="#ppt_x-.2"/>
                                          </p:val>
                                        </p:tav>
                                        <p:tav tm="100000">
                                          <p:val>
                                            <p:strVal val="#ppt_x"/>
                                          </p:val>
                                        </p:tav>
                                      </p:tavLst>
                                    </p:anim>
                                    <p:anim calcmode="lin" valueType="num">
                                      <p:cBhvr>
                                        <p:cTn id="96" dur="1000" fill="hold"/>
                                        <p:tgtEl>
                                          <p:spTgt spid="220327"/>
                                        </p:tgtEl>
                                        <p:attrNameLst>
                                          <p:attrName>ppt_y</p:attrName>
                                        </p:attrNameLst>
                                      </p:cBhvr>
                                      <p:tavLst>
                                        <p:tav tm="0">
                                          <p:val>
                                            <p:strVal val="#ppt_y"/>
                                          </p:val>
                                        </p:tav>
                                        <p:tav tm="100000">
                                          <p:val>
                                            <p:strVal val="#ppt_y"/>
                                          </p:val>
                                        </p:tav>
                                      </p:tavLst>
                                    </p:anim>
                                    <p:animEffect transition="in" filter="wipe(right)" prLst="gradientSize: 0.1">
                                      <p:cBhvr>
                                        <p:cTn id="97" dur="1000"/>
                                        <p:tgtEl>
                                          <p:spTgt spid="220327"/>
                                        </p:tgtEl>
                                      </p:cBhvr>
                                    </p:animEffect>
                                  </p:childTnLst>
                                </p:cTn>
                              </p:par>
                            </p:childTnLst>
                          </p:cTn>
                        </p:par>
                      </p:childTnLst>
                    </p:cTn>
                  </p:par>
                  <p:par>
                    <p:cTn id="98" fill="hold">
                      <p:stCondLst>
                        <p:cond delay="indefinite"/>
                      </p:stCondLst>
                      <p:childTnLst>
                        <p:par>
                          <p:cTn id="99" fill="hold">
                            <p:stCondLst>
                              <p:cond delay="0"/>
                            </p:stCondLst>
                            <p:childTnLst>
                              <p:par>
                                <p:cTn id="100" presetID="29" presetClass="entr" presetSubtype="0" fill="hold" grpId="0" nodeType="clickEffect">
                                  <p:stCondLst>
                                    <p:cond delay="0"/>
                                  </p:stCondLst>
                                  <p:childTnLst>
                                    <p:set>
                                      <p:cBhvr>
                                        <p:cTn id="101" dur="1" fill="hold">
                                          <p:stCondLst>
                                            <p:cond delay="0"/>
                                          </p:stCondLst>
                                        </p:cTn>
                                        <p:tgtEl>
                                          <p:spTgt spid="220322"/>
                                        </p:tgtEl>
                                        <p:attrNameLst>
                                          <p:attrName>style.visibility</p:attrName>
                                        </p:attrNameLst>
                                      </p:cBhvr>
                                      <p:to>
                                        <p:strVal val="visible"/>
                                      </p:to>
                                    </p:set>
                                    <p:anim calcmode="lin" valueType="num">
                                      <p:cBhvr>
                                        <p:cTn id="102" dur="1000" fill="hold"/>
                                        <p:tgtEl>
                                          <p:spTgt spid="220322"/>
                                        </p:tgtEl>
                                        <p:attrNameLst>
                                          <p:attrName>ppt_x</p:attrName>
                                        </p:attrNameLst>
                                      </p:cBhvr>
                                      <p:tavLst>
                                        <p:tav tm="0">
                                          <p:val>
                                            <p:strVal val="#ppt_x-.2"/>
                                          </p:val>
                                        </p:tav>
                                        <p:tav tm="100000">
                                          <p:val>
                                            <p:strVal val="#ppt_x"/>
                                          </p:val>
                                        </p:tav>
                                      </p:tavLst>
                                    </p:anim>
                                    <p:anim calcmode="lin" valueType="num">
                                      <p:cBhvr>
                                        <p:cTn id="103" dur="1000" fill="hold"/>
                                        <p:tgtEl>
                                          <p:spTgt spid="220322"/>
                                        </p:tgtEl>
                                        <p:attrNameLst>
                                          <p:attrName>ppt_y</p:attrName>
                                        </p:attrNameLst>
                                      </p:cBhvr>
                                      <p:tavLst>
                                        <p:tav tm="0">
                                          <p:val>
                                            <p:strVal val="#ppt_y"/>
                                          </p:val>
                                        </p:tav>
                                        <p:tav tm="100000">
                                          <p:val>
                                            <p:strVal val="#ppt_y"/>
                                          </p:val>
                                        </p:tav>
                                      </p:tavLst>
                                    </p:anim>
                                    <p:animEffect transition="in" filter="wipe(right)" prLst="gradientSize: 0.1">
                                      <p:cBhvr>
                                        <p:cTn id="104" dur="1000"/>
                                        <p:tgtEl>
                                          <p:spTgt spid="220322"/>
                                        </p:tgtEl>
                                      </p:cBhvr>
                                    </p:animEffect>
                                  </p:childTnLst>
                                </p:cTn>
                              </p:par>
                            </p:childTnLst>
                          </p:cTn>
                        </p:par>
                      </p:childTnLst>
                    </p:cTn>
                  </p:par>
                  <p:par>
                    <p:cTn id="105" fill="hold">
                      <p:stCondLst>
                        <p:cond delay="indefinite"/>
                      </p:stCondLst>
                      <p:childTnLst>
                        <p:par>
                          <p:cTn id="106" fill="hold">
                            <p:stCondLst>
                              <p:cond delay="0"/>
                            </p:stCondLst>
                            <p:childTnLst>
                              <p:par>
                                <p:cTn id="107" presetID="29" presetClass="entr" presetSubtype="0" fill="hold" grpId="0" nodeType="clickEffect">
                                  <p:stCondLst>
                                    <p:cond delay="0"/>
                                  </p:stCondLst>
                                  <p:childTnLst>
                                    <p:set>
                                      <p:cBhvr>
                                        <p:cTn id="108" dur="1" fill="hold">
                                          <p:stCondLst>
                                            <p:cond delay="0"/>
                                          </p:stCondLst>
                                        </p:cTn>
                                        <p:tgtEl>
                                          <p:spTgt spid="220325"/>
                                        </p:tgtEl>
                                        <p:attrNameLst>
                                          <p:attrName>style.visibility</p:attrName>
                                        </p:attrNameLst>
                                      </p:cBhvr>
                                      <p:to>
                                        <p:strVal val="visible"/>
                                      </p:to>
                                    </p:set>
                                    <p:anim calcmode="lin" valueType="num">
                                      <p:cBhvr>
                                        <p:cTn id="109" dur="1000" fill="hold"/>
                                        <p:tgtEl>
                                          <p:spTgt spid="220325"/>
                                        </p:tgtEl>
                                        <p:attrNameLst>
                                          <p:attrName>ppt_x</p:attrName>
                                        </p:attrNameLst>
                                      </p:cBhvr>
                                      <p:tavLst>
                                        <p:tav tm="0">
                                          <p:val>
                                            <p:strVal val="#ppt_x-.2"/>
                                          </p:val>
                                        </p:tav>
                                        <p:tav tm="100000">
                                          <p:val>
                                            <p:strVal val="#ppt_x"/>
                                          </p:val>
                                        </p:tav>
                                      </p:tavLst>
                                    </p:anim>
                                    <p:anim calcmode="lin" valueType="num">
                                      <p:cBhvr>
                                        <p:cTn id="110" dur="1000" fill="hold"/>
                                        <p:tgtEl>
                                          <p:spTgt spid="220325"/>
                                        </p:tgtEl>
                                        <p:attrNameLst>
                                          <p:attrName>ppt_y</p:attrName>
                                        </p:attrNameLst>
                                      </p:cBhvr>
                                      <p:tavLst>
                                        <p:tav tm="0">
                                          <p:val>
                                            <p:strVal val="#ppt_y"/>
                                          </p:val>
                                        </p:tav>
                                        <p:tav tm="100000">
                                          <p:val>
                                            <p:strVal val="#ppt_y"/>
                                          </p:val>
                                        </p:tav>
                                      </p:tavLst>
                                    </p:anim>
                                    <p:animEffect transition="in" filter="wipe(right)" prLst="gradientSize: 0.1">
                                      <p:cBhvr>
                                        <p:cTn id="111" dur="1000"/>
                                        <p:tgtEl>
                                          <p:spTgt spid="220325"/>
                                        </p:tgtEl>
                                      </p:cBhvr>
                                    </p:animEffect>
                                  </p:childTnLst>
                                </p:cTn>
                              </p:par>
                            </p:childTnLst>
                          </p:cTn>
                        </p:par>
                      </p:childTnLst>
                    </p:cTn>
                  </p:par>
                  <p:par>
                    <p:cTn id="112" fill="hold">
                      <p:stCondLst>
                        <p:cond delay="indefinite"/>
                      </p:stCondLst>
                      <p:childTnLst>
                        <p:par>
                          <p:cTn id="113" fill="hold">
                            <p:stCondLst>
                              <p:cond delay="0"/>
                            </p:stCondLst>
                            <p:childTnLst>
                              <p:par>
                                <p:cTn id="114" presetID="29" presetClass="entr" presetSubtype="0" fill="hold" grpId="0" nodeType="clickEffect">
                                  <p:stCondLst>
                                    <p:cond delay="0"/>
                                  </p:stCondLst>
                                  <p:childTnLst>
                                    <p:set>
                                      <p:cBhvr>
                                        <p:cTn id="115" dur="1" fill="hold">
                                          <p:stCondLst>
                                            <p:cond delay="0"/>
                                          </p:stCondLst>
                                        </p:cTn>
                                        <p:tgtEl>
                                          <p:spTgt spid="220328"/>
                                        </p:tgtEl>
                                        <p:attrNameLst>
                                          <p:attrName>style.visibility</p:attrName>
                                        </p:attrNameLst>
                                      </p:cBhvr>
                                      <p:to>
                                        <p:strVal val="visible"/>
                                      </p:to>
                                    </p:set>
                                    <p:anim calcmode="lin" valueType="num">
                                      <p:cBhvr>
                                        <p:cTn id="116" dur="1000" fill="hold"/>
                                        <p:tgtEl>
                                          <p:spTgt spid="220328"/>
                                        </p:tgtEl>
                                        <p:attrNameLst>
                                          <p:attrName>ppt_x</p:attrName>
                                        </p:attrNameLst>
                                      </p:cBhvr>
                                      <p:tavLst>
                                        <p:tav tm="0">
                                          <p:val>
                                            <p:strVal val="#ppt_x-.2"/>
                                          </p:val>
                                        </p:tav>
                                        <p:tav tm="100000">
                                          <p:val>
                                            <p:strVal val="#ppt_x"/>
                                          </p:val>
                                        </p:tav>
                                      </p:tavLst>
                                    </p:anim>
                                    <p:anim calcmode="lin" valueType="num">
                                      <p:cBhvr>
                                        <p:cTn id="117" dur="1000" fill="hold"/>
                                        <p:tgtEl>
                                          <p:spTgt spid="220328"/>
                                        </p:tgtEl>
                                        <p:attrNameLst>
                                          <p:attrName>ppt_y</p:attrName>
                                        </p:attrNameLst>
                                      </p:cBhvr>
                                      <p:tavLst>
                                        <p:tav tm="0">
                                          <p:val>
                                            <p:strVal val="#ppt_y"/>
                                          </p:val>
                                        </p:tav>
                                        <p:tav tm="100000">
                                          <p:val>
                                            <p:strVal val="#ppt_y"/>
                                          </p:val>
                                        </p:tav>
                                      </p:tavLst>
                                    </p:anim>
                                    <p:animEffect transition="in" filter="wipe(right)" prLst="gradientSize: 0.1">
                                      <p:cBhvr>
                                        <p:cTn id="118" dur="1000"/>
                                        <p:tgtEl>
                                          <p:spTgt spid="220328"/>
                                        </p:tgtEl>
                                      </p:cBhvr>
                                    </p:animEffect>
                                  </p:childTnLst>
                                </p:cTn>
                              </p:par>
                            </p:childTnLst>
                          </p:cTn>
                        </p:par>
                      </p:childTnLst>
                    </p:cTn>
                  </p:par>
                  <p:par>
                    <p:cTn id="119" fill="hold">
                      <p:stCondLst>
                        <p:cond delay="indefinite"/>
                      </p:stCondLst>
                      <p:childTnLst>
                        <p:par>
                          <p:cTn id="120" fill="hold">
                            <p:stCondLst>
                              <p:cond delay="0"/>
                            </p:stCondLst>
                            <p:childTnLst>
                              <p:par>
                                <p:cTn id="121" presetID="29" presetClass="entr" presetSubtype="0" fill="hold" grpId="0" nodeType="clickEffect">
                                  <p:stCondLst>
                                    <p:cond delay="0"/>
                                  </p:stCondLst>
                                  <p:childTnLst>
                                    <p:set>
                                      <p:cBhvr>
                                        <p:cTn id="122" dur="1" fill="hold">
                                          <p:stCondLst>
                                            <p:cond delay="0"/>
                                          </p:stCondLst>
                                        </p:cTn>
                                        <p:tgtEl>
                                          <p:spTgt spid="220331"/>
                                        </p:tgtEl>
                                        <p:attrNameLst>
                                          <p:attrName>style.visibility</p:attrName>
                                        </p:attrNameLst>
                                      </p:cBhvr>
                                      <p:to>
                                        <p:strVal val="visible"/>
                                      </p:to>
                                    </p:set>
                                    <p:anim calcmode="lin" valueType="num">
                                      <p:cBhvr>
                                        <p:cTn id="123" dur="1000" fill="hold"/>
                                        <p:tgtEl>
                                          <p:spTgt spid="220331"/>
                                        </p:tgtEl>
                                        <p:attrNameLst>
                                          <p:attrName>ppt_x</p:attrName>
                                        </p:attrNameLst>
                                      </p:cBhvr>
                                      <p:tavLst>
                                        <p:tav tm="0">
                                          <p:val>
                                            <p:strVal val="#ppt_x-.2"/>
                                          </p:val>
                                        </p:tav>
                                        <p:tav tm="100000">
                                          <p:val>
                                            <p:strVal val="#ppt_x"/>
                                          </p:val>
                                        </p:tav>
                                      </p:tavLst>
                                    </p:anim>
                                    <p:anim calcmode="lin" valueType="num">
                                      <p:cBhvr>
                                        <p:cTn id="124" dur="1000" fill="hold"/>
                                        <p:tgtEl>
                                          <p:spTgt spid="220331"/>
                                        </p:tgtEl>
                                        <p:attrNameLst>
                                          <p:attrName>ppt_y</p:attrName>
                                        </p:attrNameLst>
                                      </p:cBhvr>
                                      <p:tavLst>
                                        <p:tav tm="0">
                                          <p:val>
                                            <p:strVal val="#ppt_y"/>
                                          </p:val>
                                        </p:tav>
                                        <p:tav tm="100000">
                                          <p:val>
                                            <p:strVal val="#ppt_y"/>
                                          </p:val>
                                        </p:tav>
                                      </p:tavLst>
                                    </p:anim>
                                    <p:animEffect transition="in" filter="wipe(right)" prLst="gradientSize: 0.1">
                                      <p:cBhvr>
                                        <p:cTn id="125" dur="1000"/>
                                        <p:tgtEl>
                                          <p:spTgt spid="220331"/>
                                        </p:tgtEl>
                                      </p:cBhvr>
                                    </p:animEffect>
                                  </p:childTnLst>
                                </p:cTn>
                              </p:par>
                            </p:childTnLst>
                          </p:cTn>
                        </p:par>
                      </p:childTnLst>
                    </p:cTn>
                  </p:par>
                  <p:par>
                    <p:cTn id="126" fill="hold">
                      <p:stCondLst>
                        <p:cond delay="indefinite"/>
                      </p:stCondLst>
                      <p:childTnLst>
                        <p:par>
                          <p:cTn id="127" fill="hold">
                            <p:stCondLst>
                              <p:cond delay="0"/>
                            </p:stCondLst>
                            <p:childTnLst>
                              <p:par>
                                <p:cTn id="128" presetID="29" presetClass="entr" presetSubtype="0" fill="hold" grpId="0" nodeType="clickEffect">
                                  <p:stCondLst>
                                    <p:cond delay="0"/>
                                  </p:stCondLst>
                                  <p:childTnLst>
                                    <p:set>
                                      <p:cBhvr>
                                        <p:cTn id="129" dur="1" fill="hold">
                                          <p:stCondLst>
                                            <p:cond delay="0"/>
                                          </p:stCondLst>
                                        </p:cTn>
                                        <p:tgtEl>
                                          <p:spTgt spid="220326"/>
                                        </p:tgtEl>
                                        <p:attrNameLst>
                                          <p:attrName>style.visibility</p:attrName>
                                        </p:attrNameLst>
                                      </p:cBhvr>
                                      <p:to>
                                        <p:strVal val="visible"/>
                                      </p:to>
                                    </p:set>
                                    <p:anim calcmode="lin" valueType="num">
                                      <p:cBhvr>
                                        <p:cTn id="130" dur="1000" fill="hold"/>
                                        <p:tgtEl>
                                          <p:spTgt spid="220326"/>
                                        </p:tgtEl>
                                        <p:attrNameLst>
                                          <p:attrName>ppt_x</p:attrName>
                                        </p:attrNameLst>
                                      </p:cBhvr>
                                      <p:tavLst>
                                        <p:tav tm="0">
                                          <p:val>
                                            <p:strVal val="#ppt_x-.2"/>
                                          </p:val>
                                        </p:tav>
                                        <p:tav tm="100000">
                                          <p:val>
                                            <p:strVal val="#ppt_x"/>
                                          </p:val>
                                        </p:tav>
                                      </p:tavLst>
                                    </p:anim>
                                    <p:anim calcmode="lin" valueType="num">
                                      <p:cBhvr>
                                        <p:cTn id="131" dur="1000" fill="hold"/>
                                        <p:tgtEl>
                                          <p:spTgt spid="220326"/>
                                        </p:tgtEl>
                                        <p:attrNameLst>
                                          <p:attrName>ppt_y</p:attrName>
                                        </p:attrNameLst>
                                      </p:cBhvr>
                                      <p:tavLst>
                                        <p:tav tm="0">
                                          <p:val>
                                            <p:strVal val="#ppt_y"/>
                                          </p:val>
                                        </p:tav>
                                        <p:tav tm="100000">
                                          <p:val>
                                            <p:strVal val="#ppt_y"/>
                                          </p:val>
                                        </p:tav>
                                      </p:tavLst>
                                    </p:anim>
                                    <p:animEffect transition="in" filter="wipe(right)" prLst="gradientSize: 0.1">
                                      <p:cBhvr>
                                        <p:cTn id="132" dur="1000"/>
                                        <p:tgtEl>
                                          <p:spTgt spid="220326"/>
                                        </p:tgtEl>
                                      </p:cBhvr>
                                    </p:animEffect>
                                  </p:childTnLst>
                                </p:cTn>
                              </p:par>
                            </p:childTnLst>
                          </p:cTn>
                        </p:par>
                      </p:childTnLst>
                    </p:cTn>
                  </p:par>
                  <p:par>
                    <p:cTn id="133" fill="hold">
                      <p:stCondLst>
                        <p:cond delay="indefinite"/>
                      </p:stCondLst>
                      <p:childTnLst>
                        <p:par>
                          <p:cTn id="134" fill="hold">
                            <p:stCondLst>
                              <p:cond delay="0"/>
                            </p:stCondLst>
                            <p:childTnLst>
                              <p:par>
                                <p:cTn id="135" presetID="29" presetClass="entr" presetSubtype="0" fill="hold" grpId="0" nodeType="clickEffect">
                                  <p:stCondLst>
                                    <p:cond delay="0"/>
                                  </p:stCondLst>
                                  <p:childTnLst>
                                    <p:set>
                                      <p:cBhvr>
                                        <p:cTn id="136" dur="1" fill="hold">
                                          <p:stCondLst>
                                            <p:cond delay="0"/>
                                          </p:stCondLst>
                                        </p:cTn>
                                        <p:tgtEl>
                                          <p:spTgt spid="220323"/>
                                        </p:tgtEl>
                                        <p:attrNameLst>
                                          <p:attrName>style.visibility</p:attrName>
                                        </p:attrNameLst>
                                      </p:cBhvr>
                                      <p:to>
                                        <p:strVal val="visible"/>
                                      </p:to>
                                    </p:set>
                                    <p:anim calcmode="lin" valueType="num">
                                      <p:cBhvr>
                                        <p:cTn id="137" dur="1000" fill="hold"/>
                                        <p:tgtEl>
                                          <p:spTgt spid="220323"/>
                                        </p:tgtEl>
                                        <p:attrNameLst>
                                          <p:attrName>ppt_x</p:attrName>
                                        </p:attrNameLst>
                                      </p:cBhvr>
                                      <p:tavLst>
                                        <p:tav tm="0">
                                          <p:val>
                                            <p:strVal val="#ppt_x-.2"/>
                                          </p:val>
                                        </p:tav>
                                        <p:tav tm="100000">
                                          <p:val>
                                            <p:strVal val="#ppt_x"/>
                                          </p:val>
                                        </p:tav>
                                      </p:tavLst>
                                    </p:anim>
                                    <p:anim calcmode="lin" valueType="num">
                                      <p:cBhvr>
                                        <p:cTn id="138" dur="1000" fill="hold"/>
                                        <p:tgtEl>
                                          <p:spTgt spid="220323"/>
                                        </p:tgtEl>
                                        <p:attrNameLst>
                                          <p:attrName>ppt_y</p:attrName>
                                        </p:attrNameLst>
                                      </p:cBhvr>
                                      <p:tavLst>
                                        <p:tav tm="0">
                                          <p:val>
                                            <p:strVal val="#ppt_y"/>
                                          </p:val>
                                        </p:tav>
                                        <p:tav tm="100000">
                                          <p:val>
                                            <p:strVal val="#ppt_y"/>
                                          </p:val>
                                        </p:tav>
                                      </p:tavLst>
                                    </p:anim>
                                    <p:animEffect transition="in" filter="wipe(right)" prLst="gradientSize: 0.1">
                                      <p:cBhvr>
                                        <p:cTn id="139" dur="1000"/>
                                        <p:tgtEl>
                                          <p:spTgt spid="220323"/>
                                        </p:tgtEl>
                                      </p:cBhvr>
                                    </p:animEffect>
                                  </p:childTnLst>
                                </p:cTn>
                              </p:par>
                            </p:childTnLst>
                          </p:cTn>
                        </p:par>
                      </p:childTnLst>
                    </p:cTn>
                  </p:par>
                  <p:par>
                    <p:cTn id="140" fill="hold">
                      <p:stCondLst>
                        <p:cond delay="indefinite"/>
                      </p:stCondLst>
                      <p:childTnLst>
                        <p:par>
                          <p:cTn id="141" fill="hold">
                            <p:stCondLst>
                              <p:cond delay="0"/>
                            </p:stCondLst>
                            <p:childTnLst>
                              <p:par>
                                <p:cTn id="142" presetID="29" presetClass="entr" presetSubtype="0" fill="hold" grpId="0" nodeType="clickEffect">
                                  <p:stCondLst>
                                    <p:cond delay="0"/>
                                  </p:stCondLst>
                                  <p:childTnLst>
                                    <p:set>
                                      <p:cBhvr>
                                        <p:cTn id="143" dur="1" fill="hold">
                                          <p:stCondLst>
                                            <p:cond delay="0"/>
                                          </p:stCondLst>
                                        </p:cTn>
                                        <p:tgtEl>
                                          <p:spTgt spid="220333"/>
                                        </p:tgtEl>
                                        <p:attrNameLst>
                                          <p:attrName>style.visibility</p:attrName>
                                        </p:attrNameLst>
                                      </p:cBhvr>
                                      <p:to>
                                        <p:strVal val="visible"/>
                                      </p:to>
                                    </p:set>
                                    <p:anim calcmode="lin" valueType="num">
                                      <p:cBhvr>
                                        <p:cTn id="144" dur="1000" fill="hold"/>
                                        <p:tgtEl>
                                          <p:spTgt spid="220333"/>
                                        </p:tgtEl>
                                        <p:attrNameLst>
                                          <p:attrName>ppt_x</p:attrName>
                                        </p:attrNameLst>
                                      </p:cBhvr>
                                      <p:tavLst>
                                        <p:tav tm="0">
                                          <p:val>
                                            <p:strVal val="#ppt_x-.2"/>
                                          </p:val>
                                        </p:tav>
                                        <p:tav tm="100000">
                                          <p:val>
                                            <p:strVal val="#ppt_x"/>
                                          </p:val>
                                        </p:tav>
                                      </p:tavLst>
                                    </p:anim>
                                    <p:anim calcmode="lin" valueType="num">
                                      <p:cBhvr>
                                        <p:cTn id="145" dur="1000" fill="hold"/>
                                        <p:tgtEl>
                                          <p:spTgt spid="220333"/>
                                        </p:tgtEl>
                                        <p:attrNameLst>
                                          <p:attrName>ppt_y</p:attrName>
                                        </p:attrNameLst>
                                      </p:cBhvr>
                                      <p:tavLst>
                                        <p:tav tm="0">
                                          <p:val>
                                            <p:strVal val="#ppt_y"/>
                                          </p:val>
                                        </p:tav>
                                        <p:tav tm="100000">
                                          <p:val>
                                            <p:strVal val="#ppt_y"/>
                                          </p:val>
                                        </p:tav>
                                      </p:tavLst>
                                    </p:anim>
                                    <p:animEffect transition="in" filter="wipe(right)" prLst="gradientSize: 0.1">
                                      <p:cBhvr>
                                        <p:cTn id="146" dur="1000"/>
                                        <p:tgtEl>
                                          <p:spTgt spid="220333"/>
                                        </p:tgtEl>
                                      </p:cBhvr>
                                    </p:animEffect>
                                  </p:childTnLst>
                                </p:cTn>
                              </p:par>
                              <p:par>
                                <p:cTn id="147" presetID="29" presetClass="entr" presetSubtype="0" fill="hold" grpId="0" nodeType="withEffect">
                                  <p:stCondLst>
                                    <p:cond delay="0"/>
                                  </p:stCondLst>
                                  <p:childTnLst>
                                    <p:set>
                                      <p:cBhvr>
                                        <p:cTn id="148" dur="1" fill="hold">
                                          <p:stCondLst>
                                            <p:cond delay="0"/>
                                          </p:stCondLst>
                                        </p:cTn>
                                        <p:tgtEl>
                                          <p:spTgt spid="220334"/>
                                        </p:tgtEl>
                                        <p:attrNameLst>
                                          <p:attrName>style.visibility</p:attrName>
                                        </p:attrNameLst>
                                      </p:cBhvr>
                                      <p:to>
                                        <p:strVal val="visible"/>
                                      </p:to>
                                    </p:set>
                                    <p:anim calcmode="lin" valueType="num">
                                      <p:cBhvr>
                                        <p:cTn id="149" dur="1000" fill="hold"/>
                                        <p:tgtEl>
                                          <p:spTgt spid="220334"/>
                                        </p:tgtEl>
                                        <p:attrNameLst>
                                          <p:attrName>ppt_x</p:attrName>
                                        </p:attrNameLst>
                                      </p:cBhvr>
                                      <p:tavLst>
                                        <p:tav tm="0">
                                          <p:val>
                                            <p:strVal val="#ppt_x-.2"/>
                                          </p:val>
                                        </p:tav>
                                        <p:tav tm="100000">
                                          <p:val>
                                            <p:strVal val="#ppt_x"/>
                                          </p:val>
                                        </p:tav>
                                      </p:tavLst>
                                    </p:anim>
                                    <p:anim calcmode="lin" valueType="num">
                                      <p:cBhvr>
                                        <p:cTn id="150" dur="1000" fill="hold"/>
                                        <p:tgtEl>
                                          <p:spTgt spid="220334"/>
                                        </p:tgtEl>
                                        <p:attrNameLst>
                                          <p:attrName>ppt_y</p:attrName>
                                        </p:attrNameLst>
                                      </p:cBhvr>
                                      <p:tavLst>
                                        <p:tav tm="0">
                                          <p:val>
                                            <p:strVal val="#ppt_y"/>
                                          </p:val>
                                        </p:tav>
                                        <p:tav tm="100000">
                                          <p:val>
                                            <p:strVal val="#ppt_y"/>
                                          </p:val>
                                        </p:tav>
                                      </p:tavLst>
                                    </p:anim>
                                    <p:animEffect transition="in" filter="wipe(right)" prLst="gradientSize: 0.1">
                                      <p:cBhvr>
                                        <p:cTn id="151" dur="1000"/>
                                        <p:tgtEl>
                                          <p:spTgt spid="220334"/>
                                        </p:tgtEl>
                                      </p:cBhvr>
                                    </p:animEffect>
                                  </p:childTnLst>
                                </p:cTn>
                              </p:par>
                              <p:par>
                                <p:cTn id="152" presetID="29" presetClass="entr" presetSubtype="0" fill="hold" grpId="0" nodeType="withEffect">
                                  <p:stCondLst>
                                    <p:cond delay="0"/>
                                  </p:stCondLst>
                                  <p:childTnLst>
                                    <p:set>
                                      <p:cBhvr>
                                        <p:cTn id="153" dur="1" fill="hold">
                                          <p:stCondLst>
                                            <p:cond delay="0"/>
                                          </p:stCondLst>
                                        </p:cTn>
                                        <p:tgtEl>
                                          <p:spTgt spid="220335"/>
                                        </p:tgtEl>
                                        <p:attrNameLst>
                                          <p:attrName>style.visibility</p:attrName>
                                        </p:attrNameLst>
                                      </p:cBhvr>
                                      <p:to>
                                        <p:strVal val="visible"/>
                                      </p:to>
                                    </p:set>
                                    <p:anim calcmode="lin" valueType="num">
                                      <p:cBhvr>
                                        <p:cTn id="154" dur="1000" fill="hold"/>
                                        <p:tgtEl>
                                          <p:spTgt spid="220335"/>
                                        </p:tgtEl>
                                        <p:attrNameLst>
                                          <p:attrName>ppt_x</p:attrName>
                                        </p:attrNameLst>
                                      </p:cBhvr>
                                      <p:tavLst>
                                        <p:tav tm="0">
                                          <p:val>
                                            <p:strVal val="#ppt_x-.2"/>
                                          </p:val>
                                        </p:tav>
                                        <p:tav tm="100000">
                                          <p:val>
                                            <p:strVal val="#ppt_x"/>
                                          </p:val>
                                        </p:tav>
                                      </p:tavLst>
                                    </p:anim>
                                    <p:anim calcmode="lin" valueType="num">
                                      <p:cBhvr>
                                        <p:cTn id="155" dur="1000" fill="hold"/>
                                        <p:tgtEl>
                                          <p:spTgt spid="220335"/>
                                        </p:tgtEl>
                                        <p:attrNameLst>
                                          <p:attrName>ppt_y</p:attrName>
                                        </p:attrNameLst>
                                      </p:cBhvr>
                                      <p:tavLst>
                                        <p:tav tm="0">
                                          <p:val>
                                            <p:strVal val="#ppt_y"/>
                                          </p:val>
                                        </p:tav>
                                        <p:tav tm="100000">
                                          <p:val>
                                            <p:strVal val="#ppt_y"/>
                                          </p:val>
                                        </p:tav>
                                      </p:tavLst>
                                    </p:anim>
                                    <p:animEffect transition="in" filter="wipe(right)" prLst="gradientSize: 0.1">
                                      <p:cBhvr>
                                        <p:cTn id="156" dur="1000"/>
                                        <p:tgtEl>
                                          <p:spTgt spid="220335"/>
                                        </p:tgtEl>
                                      </p:cBhvr>
                                    </p:animEffect>
                                  </p:childTnLst>
                                </p:cTn>
                              </p:par>
                              <p:par>
                                <p:cTn id="157" presetID="29" presetClass="entr" presetSubtype="0" fill="hold" grpId="0" nodeType="withEffect">
                                  <p:stCondLst>
                                    <p:cond delay="0"/>
                                  </p:stCondLst>
                                  <p:childTnLst>
                                    <p:set>
                                      <p:cBhvr>
                                        <p:cTn id="158" dur="1" fill="hold">
                                          <p:stCondLst>
                                            <p:cond delay="0"/>
                                          </p:stCondLst>
                                        </p:cTn>
                                        <p:tgtEl>
                                          <p:spTgt spid="220336"/>
                                        </p:tgtEl>
                                        <p:attrNameLst>
                                          <p:attrName>style.visibility</p:attrName>
                                        </p:attrNameLst>
                                      </p:cBhvr>
                                      <p:to>
                                        <p:strVal val="visible"/>
                                      </p:to>
                                    </p:set>
                                    <p:anim calcmode="lin" valueType="num">
                                      <p:cBhvr>
                                        <p:cTn id="159" dur="1000" fill="hold"/>
                                        <p:tgtEl>
                                          <p:spTgt spid="220336"/>
                                        </p:tgtEl>
                                        <p:attrNameLst>
                                          <p:attrName>ppt_x</p:attrName>
                                        </p:attrNameLst>
                                      </p:cBhvr>
                                      <p:tavLst>
                                        <p:tav tm="0">
                                          <p:val>
                                            <p:strVal val="#ppt_x-.2"/>
                                          </p:val>
                                        </p:tav>
                                        <p:tav tm="100000">
                                          <p:val>
                                            <p:strVal val="#ppt_x"/>
                                          </p:val>
                                        </p:tav>
                                      </p:tavLst>
                                    </p:anim>
                                    <p:anim calcmode="lin" valueType="num">
                                      <p:cBhvr>
                                        <p:cTn id="160" dur="1000" fill="hold"/>
                                        <p:tgtEl>
                                          <p:spTgt spid="220336"/>
                                        </p:tgtEl>
                                        <p:attrNameLst>
                                          <p:attrName>ppt_y</p:attrName>
                                        </p:attrNameLst>
                                      </p:cBhvr>
                                      <p:tavLst>
                                        <p:tav tm="0">
                                          <p:val>
                                            <p:strVal val="#ppt_y"/>
                                          </p:val>
                                        </p:tav>
                                        <p:tav tm="100000">
                                          <p:val>
                                            <p:strVal val="#ppt_y"/>
                                          </p:val>
                                        </p:tav>
                                      </p:tavLst>
                                    </p:anim>
                                    <p:animEffect transition="in" filter="wipe(right)" prLst="gradientSize: 0.1">
                                      <p:cBhvr>
                                        <p:cTn id="161" dur="1000"/>
                                        <p:tgtEl>
                                          <p:spTgt spid="220336"/>
                                        </p:tgtEl>
                                      </p:cBhvr>
                                    </p:animEffect>
                                  </p:childTnLst>
                                </p:cTn>
                              </p:par>
                              <p:par>
                                <p:cTn id="162" presetID="29" presetClass="entr" presetSubtype="0" fill="hold" grpId="0" nodeType="withEffect">
                                  <p:stCondLst>
                                    <p:cond delay="0"/>
                                  </p:stCondLst>
                                  <p:childTnLst>
                                    <p:set>
                                      <p:cBhvr>
                                        <p:cTn id="163" dur="1" fill="hold">
                                          <p:stCondLst>
                                            <p:cond delay="0"/>
                                          </p:stCondLst>
                                        </p:cTn>
                                        <p:tgtEl>
                                          <p:spTgt spid="220337"/>
                                        </p:tgtEl>
                                        <p:attrNameLst>
                                          <p:attrName>style.visibility</p:attrName>
                                        </p:attrNameLst>
                                      </p:cBhvr>
                                      <p:to>
                                        <p:strVal val="visible"/>
                                      </p:to>
                                    </p:set>
                                    <p:anim calcmode="lin" valueType="num">
                                      <p:cBhvr>
                                        <p:cTn id="164" dur="1000" fill="hold"/>
                                        <p:tgtEl>
                                          <p:spTgt spid="220337"/>
                                        </p:tgtEl>
                                        <p:attrNameLst>
                                          <p:attrName>ppt_x</p:attrName>
                                        </p:attrNameLst>
                                      </p:cBhvr>
                                      <p:tavLst>
                                        <p:tav tm="0">
                                          <p:val>
                                            <p:strVal val="#ppt_x-.2"/>
                                          </p:val>
                                        </p:tav>
                                        <p:tav tm="100000">
                                          <p:val>
                                            <p:strVal val="#ppt_x"/>
                                          </p:val>
                                        </p:tav>
                                      </p:tavLst>
                                    </p:anim>
                                    <p:anim calcmode="lin" valueType="num">
                                      <p:cBhvr>
                                        <p:cTn id="165" dur="1000" fill="hold"/>
                                        <p:tgtEl>
                                          <p:spTgt spid="220337"/>
                                        </p:tgtEl>
                                        <p:attrNameLst>
                                          <p:attrName>ppt_y</p:attrName>
                                        </p:attrNameLst>
                                      </p:cBhvr>
                                      <p:tavLst>
                                        <p:tav tm="0">
                                          <p:val>
                                            <p:strVal val="#ppt_y"/>
                                          </p:val>
                                        </p:tav>
                                        <p:tav tm="100000">
                                          <p:val>
                                            <p:strVal val="#ppt_y"/>
                                          </p:val>
                                        </p:tav>
                                      </p:tavLst>
                                    </p:anim>
                                    <p:animEffect transition="in" filter="wipe(right)" prLst="gradientSize: 0.1">
                                      <p:cBhvr>
                                        <p:cTn id="166" dur="1000"/>
                                        <p:tgtEl>
                                          <p:spTgt spid="220337"/>
                                        </p:tgtEl>
                                      </p:cBhvr>
                                    </p:animEffect>
                                  </p:childTnLst>
                                </p:cTn>
                              </p:par>
                              <p:par>
                                <p:cTn id="167" presetID="29" presetClass="entr" presetSubtype="0" fill="hold" grpId="0" nodeType="withEffect">
                                  <p:stCondLst>
                                    <p:cond delay="0"/>
                                  </p:stCondLst>
                                  <p:childTnLst>
                                    <p:set>
                                      <p:cBhvr>
                                        <p:cTn id="168" dur="1" fill="hold">
                                          <p:stCondLst>
                                            <p:cond delay="0"/>
                                          </p:stCondLst>
                                        </p:cTn>
                                        <p:tgtEl>
                                          <p:spTgt spid="220338"/>
                                        </p:tgtEl>
                                        <p:attrNameLst>
                                          <p:attrName>style.visibility</p:attrName>
                                        </p:attrNameLst>
                                      </p:cBhvr>
                                      <p:to>
                                        <p:strVal val="visible"/>
                                      </p:to>
                                    </p:set>
                                    <p:anim calcmode="lin" valueType="num">
                                      <p:cBhvr>
                                        <p:cTn id="169" dur="1000" fill="hold"/>
                                        <p:tgtEl>
                                          <p:spTgt spid="220338"/>
                                        </p:tgtEl>
                                        <p:attrNameLst>
                                          <p:attrName>ppt_x</p:attrName>
                                        </p:attrNameLst>
                                      </p:cBhvr>
                                      <p:tavLst>
                                        <p:tav tm="0">
                                          <p:val>
                                            <p:strVal val="#ppt_x-.2"/>
                                          </p:val>
                                        </p:tav>
                                        <p:tav tm="100000">
                                          <p:val>
                                            <p:strVal val="#ppt_x"/>
                                          </p:val>
                                        </p:tav>
                                      </p:tavLst>
                                    </p:anim>
                                    <p:anim calcmode="lin" valueType="num">
                                      <p:cBhvr>
                                        <p:cTn id="170" dur="1000" fill="hold"/>
                                        <p:tgtEl>
                                          <p:spTgt spid="220338"/>
                                        </p:tgtEl>
                                        <p:attrNameLst>
                                          <p:attrName>ppt_y</p:attrName>
                                        </p:attrNameLst>
                                      </p:cBhvr>
                                      <p:tavLst>
                                        <p:tav tm="0">
                                          <p:val>
                                            <p:strVal val="#ppt_y"/>
                                          </p:val>
                                        </p:tav>
                                        <p:tav tm="100000">
                                          <p:val>
                                            <p:strVal val="#ppt_y"/>
                                          </p:val>
                                        </p:tav>
                                      </p:tavLst>
                                    </p:anim>
                                    <p:animEffect transition="in" filter="wipe(right)" prLst="gradientSize: 0.1">
                                      <p:cBhvr>
                                        <p:cTn id="171" dur="1000"/>
                                        <p:tgtEl>
                                          <p:spTgt spid="220338"/>
                                        </p:tgtEl>
                                      </p:cBhvr>
                                    </p:animEffect>
                                  </p:childTnLst>
                                </p:cTn>
                              </p:par>
                              <p:par>
                                <p:cTn id="172" presetID="29" presetClass="entr" presetSubtype="0" fill="hold" grpId="0" nodeType="withEffect">
                                  <p:stCondLst>
                                    <p:cond delay="0"/>
                                  </p:stCondLst>
                                  <p:childTnLst>
                                    <p:set>
                                      <p:cBhvr>
                                        <p:cTn id="173" dur="1" fill="hold">
                                          <p:stCondLst>
                                            <p:cond delay="0"/>
                                          </p:stCondLst>
                                        </p:cTn>
                                        <p:tgtEl>
                                          <p:spTgt spid="220339"/>
                                        </p:tgtEl>
                                        <p:attrNameLst>
                                          <p:attrName>style.visibility</p:attrName>
                                        </p:attrNameLst>
                                      </p:cBhvr>
                                      <p:to>
                                        <p:strVal val="visible"/>
                                      </p:to>
                                    </p:set>
                                    <p:anim calcmode="lin" valueType="num">
                                      <p:cBhvr>
                                        <p:cTn id="174" dur="1000" fill="hold"/>
                                        <p:tgtEl>
                                          <p:spTgt spid="220339"/>
                                        </p:tgtEl>
                                        <p:attrNameLst>
                                          <p:attrName>ppt_x</p:attrName>
                                        </p:attrNameLst>
                                      </p:cBhvr>
                                      <p:tavLst>
                                        <p:tav tm="0">
                                          <p:val>
                                            <p:strVal val="#ppt_x-.2"/>
                                          </p:val>
                                        </p:tav>
                                        <p:tav tm="100000">
                                          <p:val>
                                            <p:strVal val="#ppt_x"/>
                                          </p:val>
                                        </p:tav>
                                      </p:tavLst>
                                    </p:anim>
                                    <p:anim calcmode="lin" valueType="num">
                                      <p:cBhvr>
                                        <p:cTn id="175" dur="1000" fill="hold"/>
                                        <p:tgtEl>
                                          <p:spTgt spid="220339"/>
                                        </p:tgtEl>
                                        <p:attrNameLst>
                                          <p:attrName>ppt_y</p:attrName>
                                        </p:attrNameLst>
                                      </p:cBhvr>
                                      <p:tavLst>
                                        <p:tav tm="0">
                                          <p:val>
                                            <p:strVal val="#ppt_y"/>
                                          </p:val>
                                        </p:tav>
                                        <p:tav tm="100000">
                                          <p:val>
                                            <p:strVal val="#ppt_y"/>
                                          </p:val>
                                        </p:tav>
                                      </p:tavLst>
                                    </p:anim>
                                    <p:animEffect transition="in" filter="wipe(right)" prLst="gradientSize: 0.1">
                                      <p:cBhvr>
                                        <p:cTn id="176" dur="1000"/>
                                        <p:tgtEl>
                                          <p:spTgt spid="220339"/>
                                        </p:tgtEl>
                                      </p:cBhvr>
                                    </p:animEffect>
                                  </p:childTnLst>
                                </p:cTn>
                              </p:par>
                              <p:par>
                                <p:cTn id="177" presetID="29" presetClass="entr" presetSubtype="0" fill="hold" grpId="0" nodeType="withEffect">
                                  <p:stCondLst>
                                    <p:cond delay="0"/>
                                  </p:stCondLst>
                                  <p:childTnLst>
                                    <p:set>
                                      <p:cBhvr>
                                        <p:cTn id="178" dur="1" fill="hold">
                                          <p:stCondLst>
                                            <p:cond delay="0"/>
                                          </p:stCondLst>
                                        </p:cTn>
                                        <p:tgtEl>
                                          <p:spTgt spid="220340"/>
                                        </p:tgtEl>
                                        <p:attrNameLst>
                                          <p:attrName>style.visibility</p:attrName>
                                        </p:attrNameLst>
                                      </p:cBhvr>
                                      <p:to>
                                        <p:strVal val="visible"/>
                                      </p:to>
                                    </p:set>
                                    <p:anim calcmode="lin" valueType="num">
                                      <p:cBhvr>
                                        <p:cTn id="179" dur="1000" fill="hold"/>
                                        <p:tgtEl>
                                          <p:spTgt spid="220340"/>
                                        </p:tgtEl>
                                        <p:attrNameLst>
                                          <p:attrName>ppt_x</p:attrName>
                                        </p:attrNameLst>
                                      </p:cBhvr>
                                      <p:tavLst>
                                        <p:tav tm="0">
                                          <p:val>
                                            <p:strVal val="#ppt_x-.2"/>
                                          </p:val>
                                        </p:tav>
                                        <p:tav tm="100000">
                                          <p:val>
                                            <p:strVal val="#ppt_x"/>
                                          </p:val>
                                        </p:tav>
                                      </p:tavLst>
                                    </p:anim>
                                    <p:anim calcmode="lin" valueType="num">
                                      <p:cBhvr>
                                        <p:cTn id="180" dur="1000" fill="hold"/>
                                        <p:tgtEl>
                                          <p:spTgt spid="220340"/>
                                        </p:tgtEl>
                                        <p:attrNameLst>
                                          <p:attrName>ppt_y</p:attrName>
                                        </p:attrNameLst>
                                      </p:cBhvr>
                                      <p:tavLst>
                                        <p:tav tm="0">
                                          <p:val>
                                            <p:strVal val="#ppt_y"/>
                                          </p:val>
                                        </p:tav>
                                        <p:tav tm="100000">
                                          <p:val>
                                            <p:strVal val="#ppt_y"/>
                                          </p:val>
                                        </p:tav>
                                      </p:tavLst>
                                    </p:anim>
                                    <p:animEffect transition="in" filter="wipe(right)" prLst="gradientSize: 0.1">
                                      <p:cBhvr>
                                        <p:cTn id="181" dur="1000"/>
                                        <p:tgtEl>
                                          <p:spTgt spid="220340"/>
                                        </p:tgtEl>
                                      </p:cBhvr>
                                    </p:animEffect>
                                  </p:childTnLst>
                                </p:cTn>
                              </p:par>
                              <p:par>
                                <p:cTn id="182" presetID="29" presetClass="entr" presetSubtype="0" fill="hold" grpId="0" nodeType="withEffect">
                                  <p:stCondLst>
                                    <p:cond delay="0"/>
                                  </p:stCondLst>
                                  <p:childTnLst>
                                    <p:set>
                                      <p:cBhvr>
                                        <p:cTn id="183" dur="1" fill="hold">
                                          <p:stCondLst>
                                            <p:cond delay="0"/>
                                          </p:stCondLst>
                                        </p:cTn>
                                        <p:tgtEl>
                                          <p:spTgt spid="220341"/>
                                        </p:tgtEl>
                                        <p:attrNameLst>
                                          <p:attrName>style.visibility</p:attrName>
                                        </p:attrNameLst>
                                      </p:cBhvr>
                                      <p:to>
                                        <p:strVal val="visible"/>
                                      </p:to>
                                    </p:set>
                                    <p:anim calcmode="lin" valueType="num">
                                      <p:cBhvr>
                                        <p:cTn id="184" dur="1000" fill="hold"/>
                                        <p:tgtEl>
                                          <p:spTgt spid="220341"/>
                                        </p:tgtEl>
                                        <p:attrNameLst>
                                          <p:attrName>ppt_x</p:attrName>
                                        </p:attrNameLst>
                                      </p:cBhvr>
                                      <p:tavLst>
                                        <p:tav tm="0">
                                          <p:val>
                                            <p:strVal val="#ppt_x-.2"/>
                                          </p:val>
                                        </p:tav>
                                        <p:tav tm="100000">
                                          <p:val>
                                            <p:strVal val="#ppt_x"/>
                                          </p:val>
                                        </p:tav>
                                      </p:tavLst>
                                    </p:anim>
                                    <p:anim calcmode="lin" valueType="num">
                                      <p:cBhvr>
                                        <p:cTn id="185" dur="1000" fill="hold"/>
                                        <p:tgtEl>
                                          <p:spTgt spid="220341"/>
                                        </p:tgtEl>
                                        <p:attrNameLst>
                                          <p:attrName>ppt_y</p:attrName>
                                        </p:attrNameLst>
                                      </p:cBhvr>
                                      <p:tavLst>
                                        <p:tav tm="0">
                                          <p:val>
                                            <p:strVal val="#ppt_y"/>
                                          </p:val>
                                        </p:tav>
                                        <p:tav tm="100000">
                                          <p:val>
                                            <p:strVal val="#ppt_y"/>
                                          </p:val>
                                        </p:tav>
                                      </p:tavLst>
                                    </p:anim>
                                    <p:animEffect transition="in" filter="wipe(right)" prLst="gradientSize: 0.1">
                                      <p:cBhvr>
                                        <p:cTn id="186" dur="1000"/>
                                        <p:tgtEl>
                                          <p:spTgt spid="220341"/>
                                        </p:tgtEl>
                                      </p:cBhvr>
                                    </p:animEffect>
                                  </p:childTnLst>
                                </p:cTn>
                              </p:par>
                              <p:par>
                                <p:cTn id="187" presetID="29" presetClass="entr" presetSubtype="0" fill="hold" grpId="0" nodeType="withEffect">
                                  <p:stCondLst>
                                    <p:cond delay="0"/>
                                  </p:stCondLst>
                                  <p:childTnLst>
                                    <p:set>
                                      <p:cBhvr>
                                        <p:cTn id="188" dur="1" fill="hold">
                                          <p:stCondLst>
                                            <p:cond delay="0"/>
                                          </p:stCondLst>
                                        </p:cTn>
                                        <p:tgtEl>
                                          <p:spTgt spid="220342"/>
                                        </p:tgtEl>
                                        <p:attrNameLst>
                                          <p:attrName>style.visibility</p:attrName>
                                        </p:attrNameLst>
                                      </p:cBhvr>
                                      <p:to>
                                        <p:strVal val="visible"/>
                                      </p:to>
                                    </p:set>
                                    <p:anim calcmode="lin" valueType="num">
                                      <p:cBhvr>
                                        <p:cTn id="189" dur="1000" fill="hold"/>
                                        <p:tgtEl>
                                          <p:spTgt spid="220342"/>
                                        </p:tgtEl>
                                        <p:attrNameLst>
                                          <p:attrName>ppt_x</p:attrName>
                                        </p:attrNameLst>
                                      </p:cBhvr>
                                      <p:tavLst>
                                        <p:tav tm="0">
                                          <p:val>
                                            <p:strVal val="#ppt_x-.2"/>
                                          </p:val>
                                        </p:tav>
                                        <p:tav tm="100000">
                                          <p:val>
                                            <p:strVal val="#ppt_x"/>
                                          </p:val>
                                        </p:tav>
                                      </p:tavLst>
                                    </p:anim>
                                    <p:anim calcmode="lin" valueType="num">
                                      <p:cBhvr>
                                        <p:cTn id="190" dur="1000" fill="hold"/>
                                        <p:tgtEl>
                                          <p:spTgt spid="220342"/>
                                        </p:tgtEl>
                                        <p:attrNameLst>
                                          <p:attrName>ppt_y</p:attrName>
                                        </p:attrNameLst>
                                      </p:cBhvr>
                                      <p:tavLst>
                                        <p:tav tm="0">
                                          <p:val>
                                            <p:strVal val="#ppt_y"/>
                                          </p:val>
                                        </p:tav>
                                        <p:tav tm="100000">
                                          <p:val>
                                            <p:strVal val="#ppt_y"/>
                                          </p:val>
                                        </p:tav>
                                      </p:tavLst>
                                    </p:anim>
                                    <p:animEffect transition="in" filter="wipe(right)" prLst="gradientSize: 0.1">
                                      <p:cBhvr>
                                        <p:cTn id="191" dur="1000"/>
                                        <p:tgtEl>
                                          <p:spTgt spid="220342"/>
                                        </p:tgtEl>
                                      </p:cBhvr>
                                    </p:animEffect>
                                  </p:childTnLst>
                                </p:cTn>
                              </p:par>
                              <p:par>
                                <p:cTn id="192" presetID="29" presetClass="entr" presetSubtype="0" fill="hold" grpId="0" nodeType="withEffect">
                                  <p:stCondLst>
                                    <p:cond delay="0"/>
                                  </p:stCondLst>
                                  <p:childTnLst>
                                    <p:set>
                                      <p:cBhvr>
                                        <p:cTn id="193" dur="1" fill="hold">
                                          <p:stCondLst>
                                            <p:cond delay="0"/>
                                          </p:stCondLst>
                                        </p:cTn>
                                        <p:tgtEl>
                                          <p:spTgt spid="220343"/>
                                        </p:tgtEl>
                                        <p:attrNameLst>
                                          <p:attrName>style.visibility</p:attrName>
                                        </p:attrNameLst>
                                      </p:cBhvr>
                                      <p:to>
                                        <p:strVal val="visible"/>
                                      </p:to>
                                    </p:set>
                                    <p:anim calcmode="lin" valueType="num">
                                      <p:cBhvr>
                                        <p:cTn id="194" dur="1000" fill="hold"/>
                                        <p:tgtEl>
                                          <p:spTgt spid="220343"/>
                                        </p:tgtEl>
                                        <p:attrNameLst>
                                          <p:attrName>ppt_x</p:attrName>
                                        </p:attrNameLst>
                                      </p:cBhvr>
                                      <p:tavLst>
                                        <p:tav tm="0">
                                          <p:val>
                                            <p:strVal val="#ppt_x-.2"/>
                                          </p:val>
                                        </p:tav>
                                        <p:tav tm="100000">
                                          <p:val>
                                            <p:strVal val="#ppt_x"/>
                                          </p:val>
                                        </p:tav>
                                      </p:tavLst>
                                    </p:anim>
                                    <p:anim calcmode="lin" valueType="num">
                                      <p:cBhvr>
                                        <p:cTn id="195" dur="1000" fill="hold"/>
                                        <p:tgtEl>
                                          <p:spTgt spid="220343"/>
                                        </p:tgtEl>
                                        <p:attrNameLst>
                                          <p:attrName>ppt_y</p:attrName>
                                        </p:attrNameLst>
                                      </p:cBhvr>
                                      <p:tavLst>
                                        <p:tav tm="0">
                                          <p:val>
                                            <p:strVal val="#ppt_y"/>
                                          </p:val>
                                        </p:tav>
                                        <p:tav tm="100000">
                                          <p:val>
                                            <p:strVal val="#ppt_y"/>
                                          </p:val>
                                        </p:tav>
                                      </p:tavLst>
                                    </p:anim>
                                    <p:animEffect transition="in" filter="wipe(right)" prLst="gradientSize: 0.1">
                                      <p:cBhvr>
                                        <p:cTn id="196" dur="1000"/>
                                        <p:tgtEl>
                                          <p:spTgt spid="220343"/>
                                        </p:tgtEl>
                                      </p:cBhvr>
                                    </p:animEffect>
                                  </p:childTnLst>
                                </p:cTn>
                              </p:par>
                              <p:par>
                                <p:cTn id="197" presetID="29" presetClass="entr" presetSubtype="0" fill="hold" grpId="0" nodeType="withEffect">
                                  <p:stCondLst>
                                    <p:cond delay="0"/>
                                  </p:stCondLst>
                                  <p:childTnLst>
                                    <p:set>
                                      <p:cBhvr>
                                        <p:cTn id="198" dur="1" fill="hold">
                                          <p:stCondLst>
                                            <p:cond delay="0"/>
                                          </p:stCondLst>
                                        </p:cTn>
                                        <p:tgtEl>
                                          <p:spTgt spid="220344"/>
                                        </p:tgtEl>
                                        <p:attrNameLst>
                                          <p:attrName>style.visibility</p:attrName>
                                        </p:attrNameLst>
                                      </p:cBhvr>
                                      <p:to>
                                        <p:strVal val="visible"/>
                                      </p:to>
                                    </p:set>
                                    <p:anim calcmode="lin" valueType="num">
                                      <p:cBhvr>
                                        <p:cTn id="199" dur="1000" fill="hold"/>
                                        <p:tgtEl>
                                          <p:spTgt spid="220344"/>
                                        </p:tgtEl>
                                        <p:attrNameLst>
                                          <p:attrName>ppt_x</p:attrName>
                                        </p:attrNameLst>
                                      </p:cBhvr>
                                      <p:tavLst>
                                        <p:tav tm="0">
                                          <p:val>
                                            <p:strVal val="#ppt_x-.2"/>
                                          </p:val>
                                        </p:tav>
                                        <p:tav tm="100000">
                                          <p:val>
                                            <p:strVal val="#ppt_x"/>
                                          </p:val>
                                        </p:tav>
                                      </p:tavLst>
                                    </p:anim>
                                    <p:anim calcmode="lin" valueType="num">
                                      <p:cBhvr>
                                        <p:cTn id="200" dur="1000" fill="hold"/>
                                        <p:tgtEl>
                                          <p:spTgt spid="220344"/>
                                        </p:tgtEl>
                                        <p:attrNameLst>
                                          <p:attrName>ppt_y</p:attrName>
                                        </p:attrNameLst>
                                      </p:cBhvr>
                                      <p:tavLst>
                                        <p:tav tm="0">
                                          <p:val>
                                            <p:strVal val="#ppt_y"/>
                                          </p:val>
                                        </p:tav>
                                        <p:tav tm="100000">
                                          <p:val>
                                            <p:strVal val="#ppt_y"/>
                                          </p:val>
                                        </p:tav>
                                      </p:tavLst>
                                    </p:anim>
                                    <p:animEffect transition="in" filter="wipe(right)" prLst="gradientSize: 0.1">
                                      <p:cBhvr>
                                        <p:cTn id="201" dur="1000"/>
                                        <p:tgtEl>
                                          <p:spTgt spid="220344"/>
                                        </p:tgtEl>
                                      </p:cBhvr>
                                    </p:animEffect>
                                  </p:childTnLst>
                                </p:cTn>
                              </p:par>
                              <p:par>
                                <p:cTn id="202" presetID="29" presetClass="entr" presetSubtype="0" fill="hold" grpId="0" nodeType="withEffect">
                                  <p:stCondLst>
                                    <p:cond delay="0"/>
                                  </p:stCondLst>
                                  <p:childTnLst>
                                    <p:set>
                                      <p:cBhvr>
                                        <p:cTn id="203" dur="1" fill="hold">
                                          <p:stCondLst>
                                            <p:cond delay="0"/>
                                          </p:stCondLst>
                                        </p:cTn>
                                        <p:tgtEl>
                                          <p:spTgt spid="220345"/>
                                        </p:tgtEl>
                                        <p:attrNameLst>
                                          <p:attrName>style.visibility</p:attrName>
                                        </p:attrNameLst>
                                      </p:cBhvr>
                                      <p:to>
                                        <p:strVal val="visible"/>
                                      </p:to>
                                    </p:set>
                                    <p:anim calcmode="lin" valueType="num">
                                      <p:cBhvr>
                                        <p:cTn id="204" dur="1000" fill="hold"/>
                                        <p:tgtEl>
                                          <p:spTgt spid="220345"/>
                                        </p:tgtEl>
                                        <p:attrNameLst>
                                          <p:attrName>ppt_x</p:attrName>
                                        </p:attrNameLst>
                                      </p:cBhvr>
                                      <p:tavLst>
                                        <p:tav tm="0">
                                          <p:val>
                                            <p:strVal val="#ppt_x-.2"/>
                                          </p:val>
                                        </p:tav>
                                        <p:tav tm="100000">
                                          <p:val>
                                            <p:strVal val="#ppt_x"/>
                                          </p:val>
                                        </p:tav>
                                      </p:tavLst>
                                    </p:anim>
                                    <p:anim calcmode="lin" valueType="num">
                                      <p:cBhvr>
                                        <p:cTn id="205" dur="1000" fill="hold"/>
                                        <p:tgtEl>
                                          <p:spTgt spid="220345"/>
                                        </p:tgtEl>
                                        <p:attrNameLst>
                                          <p:attrName>ppt_y</p:attrName>
                                        </p:attrNameLst>
                                      </p:cBhvr>
                                      <p:tavLst>
                                        <p:tav tm="0">
                                          <p:val>
                                            <p:strVal val="#ppt_y"/>
                                          </p:val>
                                        </p:tav>
                                        <p:tav tm="100000">
                                          <p:val>
                                            <p:strVal val="#ppt_y"/>
                                          </p:val>
                                        </p:tav>
                                      </p:tavLst>
                                    </p:anim>
                                    <p:animEffect transition="in" filter="wipe(right)" prLst="gradientSize: 0.1">
                                      <p:cBhvr>
                                        <p:cTn id="206" dur="1000"/>
                                        <p:tgtEl>
                                          <p:spTgt spid="220345"/>
                                        </p:tgtEl>
                                      </p:cBhvr>
                                    </p:animEffect>
                                  </p:childTnLst>
                                </p:cTn>
                              </p:par>
                              <p:par>
                                <p:cTn id="207" presetID="29" presetClass="entr" presetSubtype="0" fill="hold" grpId="0" nodeType="withEffect">
                                  <p:stCondLst>
                                    <p:cond delay="0"/>
                                  </p:stCondLst>
                                  <p:childTnLst>
                                    <p:set>
                                      <p:cBhvr>
                                        <p:cTn id="208" dur="1" fill="hold">
                                          <p:stCondLst>
                                            <p:cond delay="0"/>
                                          </p:stCondLst>
                                        </p:cTn>
                                        <p:tgtEl>
                                          <p:spTgt spid="220346"/>
                                        </p:tgtEl>
                                        <p:attrNameLst>
                                          <p:attrName>style.visibility</p:attrName>
                                        </p:attrNameLst>
                                      </p:cBhvr>
                                      <p:to>
                                        <p:strVal val="visible"/>
                                      </p:to>
                                    </p:set>
                                    <p:anim calcmode="lin" valueType="num">
                                      <p:cBhvr>
                                        <p:cTn id="209" dur="1000" fill="hold"/>
                                        <p:tgtEl>
                                          <p:spTgt spid="220346"/>
                                        </p:tgtEl>
                                        <p:attrNameLst>
                                          <p:attrName>ppt_x</p:attrName>
                                        </p:attrNameLst>
                                      </p:cBhvr>
                                      <p:tavLst>
                                        <p:tav tm="0">
                                          <p:val>
                                            <p:strVal val="#ppt_x-.2"/>
                                          </p:val>
                                        </p:tav>
                                        <p:tav tm="100000">
                                          <p:val>
                                            <p:strVal val="#ppt_x"/>
                                          </p:val>
                                        </p:tav>
                                      </p:tavLst>
                                    </p:anim>
                                    <p:anim calcmode="lin" valueType="num">
                                      <p:cBhvr>
                                        <p:cTn id="210" dur="1000" fill="hold"/>
                                        <p:tgtEl>
                                          <p:spTgt spid="220346"/>
                                        </p:tgtEl>
                                        <p:attrNameLst>
                                          <p:attrName>ppt_y</p:attrName>
                                        </p:attrNameLst>
                                      </p:cBhvr>
                                      <p:tavLst>
                                        <p:tav tm="0">
                                          <p:val>
                                            <p:strVal val="#ppt_y"/>
                                          </p:val>
                                        </p:tav>
                                        <p:tav tm="100000">
                                          <p:val>
                                            <p:strVal val="#ppt_y"/>
                                          </p:val>
                                        </p:tav>
                                      </p:tavLst>
                                    </p:anim>
                                    <p:animEffect transition="in" filter="wipe(right)" prLst="gradientSize: 0.1">
                                      <p:cBhvr>
                                        <p:cTn id="211" dur="1000"/>
                                        <p:tgtEl>
                                          <p:spTgt spid="220346"/>
                                        </p:tgtEl>
                                      </p:cBhvr>
                                    </p:animEffect>
                                  </p:childTnLst>
                                </p:cTn>
                              </p:par>
                              <p:par>
                                <p:cTn id="212" presetID="29" presetClass="entr" presetSubtype="0" fill="hold" grpId="0" nodeType="withEffect">
                                  <p:stCondLst>
                                    <p:cond delay="0"/>
                                  </p:stCondLst>
                                  <p:childTnLst>
                                    <p:set>
                                      <p:cBhvr>
                                        <p:cTn id="213" dur="1" fill="hold">
                                          <p:stCondLst>
                                            <p:cond delay="0"/>
                                          </p:stCondLst>
                                        </p:cTn>
                                        <p:tgtEl>
                                          <p:spTgt spid="220347"/>
                                        </p:tgtEl>
                                        <p:attrNameLst>
                                          <p:attrName>style.visibility</p:attrName>
                                        </p:attrNameLst>
                                      </p:cBhvr>
                                      <p:to>
                                        <p:strVal val="visible"/>
                                      </p:to>
                                    </p:set>
                                    <p:anim calcmode="lin" valueType="num">
                                      <p:cBhvr>
                                        <p:cTn id="214" dur="1000" fill="hold"/>
                                        <p:tgtEl>
                                          <p:spTgt spid="220347"/>
                                        </p:tgtEl>
                                        <p:attrNameLst>
                                          <p:attrName>ppt_x</p:attrName>
                                        </p:attrNameLst>
                                      </p:cBhvr>
                                      <p:tavLst>
                                        <p:tav tm="0">
                                          <p:val>
                                            <p:strVal val="#ppt_x-.2"/>
                                          </p:val>
                                        </p:tav>
                                        <p:tav tm="100000">
                                          <p:val>
                                            <p:strVal val="#ppt_x"/>
                                          </p:val>
                                        </p:tav>
                                      </p:tavLst>
                                    </p:anim>
                                    <p:anim calcmode="lin" valueType="num">
                                      <p:cBhvr>
                                        <p:cTn id="215" dur="1000" fill="hold"/>
                                        <p:tgtEl>
                                          <p:spTgt spid="220347"/>
                                        </p:tgtEl>
                                        <p:attrNameLst>
                                          <p:attrName>ppt_y</p:attrName>
                                        </p:attrNameLst>
                                      </p:cBhvr>
                                      <p:tavLst>
                                        <p:tav tm="0">
                                          <p:val>
                                            <p:strVal val="#ppt_y"/>
                                          </p:val>
                                        </p:tav>
                                        <p:tav tm="100000">
                                          <p:val>
                                            <p:strVal val="#ppt_y"/>
                                          </p:val>
                                        </p:tav>
                                      </p:tavLst>
                                    </p:anim>
                                    <p:animEffect transition="in" filter="wipe(right)" prLst="gradientSize: 0.1">
                                      <p:cBhvr>
                                        <p:cTn id="216" dur="1000"/>
                                        <p:tgtEl>
                                          <p:spTgt spid="220347"/>
                                        </p:tgtEl>
                                      </p:cBhvr>
                                    </p:animEffect>
                                  </p:childTnLst>
                                </p:cTn>
                              </p:par>
                              <p:par>
                                <p:cTn id="217" presetID="29" presetClass="entr" presetSubtype="0" fill="hold" grpId="0" nodeType="withEffect">
                                  <p:stCondLst>
                                    <p:cond delay="0"/>
                                  </p:stCondLst>
                                  <p:childTnLst>
                                    <p:set>
                                      <p:cBhvr>
                                        <p:cTn id="218" dur="1" fill="hold">
                                          <p:stCondLst>
                                            <p:cond delay="0"/>
                                          </p:stCondLst>
                                        </p:cTn>
                                        <p:tgtEl>
                                          <p:spTgt spid="220348"/>
                                        </p:tgtEl>
                                        <p:attrNameLst>
                                          <p:attrName>style.visibility</p:attrName>
                                        </p:attrNameLst>
                                      </p:cBhvr>
                                      <p:to>
                                        <p:strVal val="visible"/>
                                      </p:to>
                                    </p:set>
                                    <p:anim calcmode="lin" valueType="num">
                                      <p:cBhvr>
                                        <p:cTn id="219" dur="1000" fill="hold"/>
                                        <p:tgtEl>
                                          <p:spTgt spid="220348"/>
                                        </p:tgtEl>
                                        <p:attrNameLst>
                                          <p:attrName>ppt_x</p:attrName>
                                        </p:attrNameLst>
                                      </p:cBhvr>
                                      <p:tavLst>
                                        <p:tav tm="0">
                                          <p:val>
                                            <p:strVal val="#ppt_x-.2"/>
                                          </p:val>
                                        </p:tav>
                                        <p:tav tm="100000">
                                          <p:val>
                                            <p:strVal val="#ppt_x"/>
                                          </p:val>
                                        </p:tav>
                                      </p:tavLst>
                                    </p:anim>
                                    <p:anim calcmode="lin" valueType="num">
                                      <p:cBhvr>
                                        <p:cTn id="220" dur="1000" fill="hold"/>
                                        <p:tgtEl>
                                          <p:spTgt spid="220348"/>
                                        </p:tgtEl>
                                        <p:attrNameLst>
                                          <p:attrName>ppt_y</p:attrName>
                                        </p:attrNameLst>
                                      </p:cBhvr>
                                      <p:tavLst>
                                        <p:tav tm="0">
                                          <p:val>
                                            <p:strVal val="#ppt_y"/>
                                          </p:val>
                                        </p:tav>
                                        <p:tav tm="100000">
                                          <p:val>
                                            <p:strVal val="#ppt_y"/>
                                          </p:val>
                                        </p:tav>
                                      </p:tavLst>
                                    </p:anim>
                                    <p:animEffect transition="in" filter="wipe(right)" prLst="gradientSize: 0.1">
                                      <p:cBhvr>
                                        <p:cTn id="221" dur="1000"/>
                                        <p:tgtEl>
                                          <p:spTgt spid="220348"/>
                                        </p:tgtEl>
                                      </p:cBhvr>
                                    </p:animEffect>
                                  </p:childTnLst>
                                </p:cTn>
                              </p:par>
                              <p:par>
                                <p:cTn id="222" presetID="29" presetClass="entr" presetSubtype="0" fill="hold" grpId="0" nodeType="withEffect">
                                  <p:stCondLst>
                                    <p:cond delay="0"/>
                                  </p:stCondLst>
                                  <p:childTnLst>
                                    <p:set>
                                      <p:cBhvr>
                                        <p:cTn id="223" dur="1" fill="hold">
                                          <p:stCondLst>
                                            <p:cond delay="0"/>
                                          </p:stCondLst>
                                        </p:cTn>
                                        <p:tgtEl>
                                          <p:spTgt spid="220349"/>
                                        </p:tgtEl>
                                        <p:attrNameLst>
                                          <p:attrName>style.visibility</p:attrName>
                                        </p:attrNameLst>
                                      </p:cBhvr>
                                      <p:to>
                                        <p:strVal val="visible"/>
                                      </p:to>
                                    </p:set>
                                    <p:anim calcmode="lin" valueType="num">
                                      <p:cBhvr>
                                        <p:cTn id="224" dur="1000" fill="hold"/>
                                        <p:tgtEl>
                                          <p:spTgt spid="220349"/>
                                        </p:tgtEl>
                                        <p:attrNameLst>
                                          <p:attrName>ppt_x</p:attrName>
                                        </p:attrNameLst>
                                      </p:cBhvr>
                                      <p:tavLst>
                                        <p:tav tm="0">
                                          <p:val>
                                            <p:strVal val="#ppt_x-.2"/>
                                          </p:val>
                                        </p:tav>
                                        <p:tav tm="100000">
                                          <p:val>
                                            <p:strVal val="#ppt_x"/>
                                          </p:val>
                                        </p:tav>
                                      </p:tavLst>
                                    </p:anim>
                                    <p:anim calcmode="lin" valueType="num">
                                      <p:cBhvr>
                                        <p:cTn id="225" dur="1000" fill="hold"/>
                                        <p:tgtEl>
                                          <p:spTgt spid="220349"/>
                                        </p:tgtEl>
                                        <p:attrNameLst>
                                          <p:attrName>ppt_y</p:attrName>
                                        </p:attrNameLst>
                                      </p:cBhvr>
                                      <p:tavLst>
                                        <p:tav tm="0">
                                          <p:val>
                                            <p:strVal val="#ppt_y"/>
                                          </p:val>
                                        </p:tav>
                                        <p:tav tm="100000">
                                          <p:val>
                                            <p:strVal val="#ppt_y"/>
                                          </p:val>
                                        </p:tav>
                                      </p:tavLst>
                                    </p:anim>
                                    <p:animEffect transition="in" filter="wipe(right)" prLst="gradientSize: 0.1">
                                      <p:cBhvr>
                                        <p:cTn id="226" dur="1000"/>
                                        <p:tgtEl>
                                          <p:spTgt spid="220349"/>
                                        </p:tgtEl>
                                      </p:cBhvr>
                                    </p:animEffect>
                                  </p:childTnLst>
                                </p:cTn>
                              </p:par>
                              <p:par>
                                <p:cTn id="227" presetID="29" presetClass="entr" presetSubtype="0" fill="hold" grpId="0" nodeType="withEffect">
                                  <p:stCondLst>
                                    <p:cond delay="0"/>
                                  </p:stCondLst>
                                  <p:childTnLst>
                                    <p:set>
                                      <p:cBhvr>
                                        <p:cTn id="228" dur="1" fill="hold">
                                          <p:stCondLst>
                                            <p:cond delay="0"/>
                                          </p:stCondLst>
                                        </p:cTn>
                                        <p:tgtEl>
                                          <p:spTgt spid="220350"/>
                                        </p:tgtEl>
                                        <p:attrNameLst>
                                          <p:attrName>style.visibility</p:attrName>
                                        </p:attrNameLst>
                                      </p:cBhvr>
                                      <p:to>
                                        <p:strVal val="visible"/>
                                      </p:to>
                                    </p:set>
                                    <p:anim calcmode="lin" valueType="num">
                                      <p:cBhvr>
                                        <p:cTn id="229" dur="1000" fill="hold"/>
                                        <p:tgtEl>
                                          <p:spTgt spid="220350"/>
                                        </p:tgtEl>
                                        <p:attrNameLst>
                                          <p:attrName>ppt_x</p:attrName>
                                        </p:attrNameLst>
                                      </p:cBhvr>
                                      <p:tavLst>
                                        <p:tav tm="0">
                                          <p:val>
                                            <p:strVal val="#ppt_x-.2"/>
                                          </p:val>
                                        </p:tav>
                                        <p:tav tm="100000">
                                          <p:val>
                                            <p:strVal val="#ppt_x"/>
                                          </p:val>
                                        </p:tav>
                                      </p:tavLst>
                                    </p:anim>
                                    <p:anim calcmode="lin" valueType="num">
                                      <p:cBhvr>
                                        <p:cTn id="230" dur="1000" fill="hold"/>
                                        <p:tgtEl>
                                          <p:spTgt spid="220350"/>
                                        </p:tgtEl>
                                        <p:attrNameLst>
                                          <p:attrName>ppt_y</p:attrName>
                                        </p:attrNameLst>
                                      </p:cBhvr>
                                      <p:tavLst>
                                        <p:tav tm="0">
                                          <p:val>
                                            <p:strVal val="#ppt_y"/>
                                          </p:val>
                                        </p:tav>
                                        <p:tav tm="100000">
                                          <p:val>
                                            <p:strVal val="#ppt_y"/>
                                          </p:val>
                                        </p:tav>
                                      </p:tavLst>
                                    </p:anim>
                                    <p:animEffect transition="in" filter="wipe(right)" prLst="gradientSize: 0.1">
                                      <p:cBhvr>
                                        <p:cTn id="231" dur="1000"/>
                                        <p:tgtEl>
                                          <p:spTgt spid="220350"/>
                                        </p:tgtEl>
                                      </p:cBhvr>
                                    </p:animEffect>
                                  </p:childTnLst>
                                </p:cTn>
                              </p:par>
                              <p:par>
                                <p:cTn id="232" presetID="29" presetClass="entr" presetSubtype="0" fill="hold" grpId="0" nodeType="withEffect">
                                  <p:stCondLst>
                                    <p:cond delay="0"/>
                                  </p:stCondLst>
                                  <p:childTnLst>
                                    <p:set>
                                      <p:cBhvr>
                                        <p:cTn id="233" dur="1" fill="hold">
                                          <p:stCondLst>
                                            <p:cond delay="0"/>
                                          </p:stCondLst>
                                        </p:cTn>
                                        <p:tgtEl>
                                          <p:spTgt spid="220351"/>
                                        </p:tgtEl>
                                        <p:attrNameLst>
                                          <p:attrName>style.visibility</p:attrName>
                                        </p:attrNameLst>
                                      </p:cBhvr>
                                      <p:to>
                                        <p:strVal val="visible"/>
                                      </p:to>
                                    </p:set>
                                    <p:anim calcmode="lin" valueType="num">
                                      <p:cBhvr>
                                        <p:cTn id="234" dur="1000" fill="hold"/>
                                        <p:tgtEl>
                                          <p:spTgt spid="220351"/>
                                        </p:tgtEl>
                                        <p:attrNameLst>
                                          <p:attrName>ppt_x</p:attrName>
                                        </p:attrNameLst>
                                      </p:cBhvr>
                                      <p:tavLst>
                                        <p:tav tm="0">
                                          <p:val>
                                            <p:strVal val="#ppt_x-.2"/>
                                          </p:val>
                                        </p:tav>
                                        <p:tav tm="100000">
                                          <p:val>
                                            <p:strVal val="#ppt_x"/>
                                          </p:val>
                                        </p:tav>
                                      </p:tavLst>
                                    </p:anim>
                                    <p:anim calcmode="lin" valueType="num">
                                      <p:cBhvr>
                                        <p:cTn id="235" dur="1000" fill="hold"/>
                                        <p:tgtEl>
                                          <p:spTgt spid="220351"/>
                                        </p:tgtEl>
                                        <p:attrNameLst>
                                          <p:attrName>ppt_y</p:attrName>
                                        </p:attrNameLst>
                                      </p:cBhvr>
                                      <p:tavLst>
                                        <p:tav tm="0">
                                          <p:val>
                                            <p:strVal val="#ppt_y"/>
                                          </p:val>
                                        </p:tav>
                                        <p:tav tm="100000">
                                          <p:val>
                                            <p:strVal val="#ppt_y"/>
                                          </p:val>
                                        </p:tav>
                                      </p:tavLst>
                                    </p:anim>
                                    <p:animEffect transition="in" filter="wipe(right)" prLst="gradientSize: 0.1">
                                      <p:cBhvr>
                                        <p:cTn id="236" dur="1000"/>
                                        <p:tgtEl>
                                          <p:spTgt spid="220351"/>
                                        </p:tgtEl>
                                      </p:cBhvr>
                                    </p:animEffect>
                                  </p:childTnLst>
                                </p:cTn>
                              </p:par>
                              <p:par>
                                <p:cTn id="237" presetID="29" presetClass="entr" presetSubtype="0" fill="hold" grpId="0" nodeType="withEffect">
                                  <p:stCondLst>
                                    <p:cond delay="0"/>
                                  </p:stCondLst>
                                  <p:childTnLst>
                                    <p:set>
                                      <p:cBhvr>
                                        <p:cTn id="238" dur="1" fill="hold">
                                          <p:stCondLst>
                                            <p:cond delay="0"/>
                                          </p:stCondLst>
                                        </p:cTn>
                                        <p:tgtEl>
                                          <p:spTgt spid="220352"/>
                                        </p:tgtEl>
                                        <p:attrNameLst>
                                          <p:attrName>style.visibility</p:attrName>
                                        </p:attrNameLst>
                                      </p:cBhvr>
                                      <p:to>
                                        <p:strVal val="visible"/>
                                      </p:to>
                                    </p:set>
                                    <p:anim calcmode="lin" valueType="num">
                                      <p:cBhvr>
                                        <p:cTn id="239" dur="1000" fill="hold"/>
                                        <p:tgtEl>
                                          <p:spTgt spid="220352"/>
                                        </p:tgtEl>
                                        <p:attrNameLst>
                                          <p:attrName>ppt_x</p:attrName>
                                        </p:attrNameLst>
                                      </p:cBhvr>
                                      <p:tavLst>
                                        <p:tav tm="0">
                                          <p:val>
                                            <p:strVal val="#ppt_x-.2"/>
                                          </p:val>
                                        </p:tav>
                                        <p:tav tm="100000">
                                          <p:val>
                                            <p:strVal val="#ppt_x"/>
                                          </p:val>
                                        </p:tav>
                                      </p:tavLst>
                                    </p:anim>
                                    <p:anim calcmode="lin" valueType="num">
                                      <p:cBhvr>
                                        <p:cTn id="240" dur="1000" fill="hold"/>
                                        <p:tgtEl>
                                          <p:spTgt spid="220352"/>
                                        </p:tgtEl>
                                        <p:attrNameLst>
                                          <p:attrName>ppt_y</p:attrName>
                                        </p:attrNameLst>
                                      </p:cBhvr>
                                      <p:tavLst>
                                        <p:tav tm="0">
                                          <p:val>
                                            <p:strVal val="#ppt_y"/>
                                          </p:val>
                                        </p:tav>
                                        <p:tav tm="100000">
                                          <p:val>
                                            <p:strVal val="#ppt_y"/>
                                          </p:val>
                                        </p:tav>
                                      </p:tavLst>
                                    </p:anim>
                                    <p:animEffect transition="in" filter="wipe(right)" prLst="gradientSize: 0.1">
                                      <p:cBhvr>
                                        <p:cTn id="241" dur="1000"/>
                                        <p:tgtEl>
                                          <p:spTgt spid="2203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310" grpId="0"/>
      <p:bldP spid="220311" grpId="0"/>
      <p:bldP spid="220312" grpId="0" bldLvl="0" animBg="1"/>
      <p:bldP spid="220313" grpId="0" bldLvl="0" animBg="1"/>
      <p:bldP spid="220314" grpId="0" bldLvl="0" animBg="1"/>
      <p:bldP spid="220315" grpId="0" bldLvl="0" animBg="1"/>
      <p:bldP spid="220316" grpId="0" bldLvl="0" animBg="1"/>
      <p:bldP spid="220317" grpId="0" bldLvl="0" animBg="1"/>
      <p:bldP spid="220318" grpId="0" bldLvl="0" animBg="1"/>
      <p:bldP spid="220319" grpId="0" bldLvl="0" animBg="1"/>
      <p:bldP spid="220320" grpId="0" bldLvl="0" animBg="1"/>
      <p:bldP spid="220321" grpId="0" bldLvl="0" animBg="1"/>
      <p:bldP spid="220322" grpId="0" bldLvl="0" animBg="1"/>
      <p:bldP spid="220323" grpId="0" bldLvl="0" animBg="1"/>
      <p:bldP spid="220324" grpId="0" bldLvl="0" animBg="1"/>
      <p:bldP spid="220325" grpId="0" bldLvl="0" animBg="1"/>
      <p:bldP spid="220326" grpId="0" bldLvl="0" animBg="1"/>
      <p:bldP spid="220327" grpId="0" bldLvl="0" animBg="1"/>
      <p:bldP spid="220328" grpId="0" bldLvl="0" animBg="1"/>
      <p:bldP spid="220329" grpId="0" bldLvl="0" animBg="1"/>
      <p:bldP spid="220330" grpId="0" bldLvl="0" animBg="1"/>
      <p:bldP spid="220331" grpId="0" bldLvl="0" animBg="1"/>
      <p:bldP spid="220332" grpId="0"/>
      <p:bldP spid="220333" grpId="0"/>
      <p:bldP spid="220334" grpId="0" bldLvl="0" animBg="1"/>
      <p:bldP spid="220335" grpId="0" bldLvl="0" animBg="1"/>
      <p:bldP spid="220336" grpId="0" bldLvl="0" animBg="1"/>
      <p:bldP spid="220337" grpId="0" bldLvl="0" animBg="1"/>
      <p:bldP spid="220338" grpId="0" bldLvl="0" animBg="1"/>
      <p:bldP spid="220339" grpId="0" bldLvl="0" animBg="1"/>
      <p:bldP spid="220340" grpId="0" bldLvl="0" animBg="1"/>
      <p:bldP spid="220341" grpId="0" bldLvl="0" animBg="1"/>
      <p:bldP spid="220342" grpId="0" bldLvl="0" animBg="1"/>
      <p:bldP spid="220343" grpId="0" bldLvl="0" animBg="1"/>
      <p:bldP spid="220344" grpId="0" bldLvl="0" animBg="1"/>
      <p:bldP spid="220345" grpId="0" bldLvl="0" animBg="1"/>
      <p:bldP spid="220346" grpId="0" bldLvl="0" animBg="1"/>
      <p:bldP spid="220347" grpId="0" bldLvl="0" animBg="1"/>
      <p:bldP spid="220348" grpId="0" bldLvl="0" animBg="1"/>
      <p:bldP spid="220349" grpId="0" bldLvl="0" animBg="1"/>
      <p:bldP spid="220350" grpId="0" bldLvl="0" animBg="1"/>
      <p:bldP spid="220351" grpId="0" bldLvl="0" animBg="1"/>
      <p:bldP spid="220352"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kumimoji="1" lang="zh-CN" altLang="en-US">
                <a:latin typeface="Times New Roman" panose="02020603050405020304" pitchFamily="18" charset="0"/>
                <a:cs typeface="Times New Roman" panose="02020603050405020304" pitchFamily="18" charset="0"/>
                <a:sym typeface="+mn-ea"/>
              </a:rPr>
              <a:t>链式基数排序</a:t>
            </a:r>
            <a:endParaRPr lang="zh-CN" altLang="en-US"/>
          </a:p>
        </p:txBody>
      </p:sp>
      <p:sp>
        <p:nvSpPr>
          <p:cNvPr id="221313" name="Rectangle 129" descr="白色大理石"/>
          <p:cNvSpPr>
            <a:spLocks noChangeArrowheads="1"/>
          </p:cNvSpPr>
          <p:nvPr/>
        </p:nvSpPr>
        <p:spPr bwMode="auto">
          <a:xfrm>
            <a:off x="2628900" y="160020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FF3300"/>
                </a:solidFill>
                <a:latin typeface="Times New Roman" panose="02020603050405020304" pitchFamily="18" charset="0"/>
                <a:ea typeface="宋体" panose="02010600030101010101" pitchFamily="2" charset="-122"/>
              </a:rPr>
              <a:t>6</a:t>
            </a:r>
            <a:r>
              <a:rPr kumimoji="1" lang="en-US" altLang="zh-CN" sz="2100" b="1">
                <a:solidFill>
                  <a:srgbClr val="0000CC"/>
                </a:solidFill>
                <a:latin typeface="Times New Roman" panose="02020603050405020304" pitchFamily="18" charset="0"/>
                <a:ea typeface="宋体" panose="02010600030101010101" pitchFamily="2" charset="-122"/>
              </a:rPr>
              <a:t>14</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1314" name="Line 130"/>
          <p:cNvSpPr>
            <a:spLocks noChangeShapeType="1"/>
          </p:cNvSpPr>
          <p:nvPr/>
        </p:nvSpPr>
        <p:spPr bwMode="auto">
          <a:xfrm>
            <a:off x="1714500" y="177165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1315" name="Line 131"/>
          <p:cNvSpPr>
            <a:spLocks noChangeShapeType="1"/>
          </p:cNvSpPr>
          <p:nvPr/>
        </p:nvSpPr>
        <p:spPr bwMode="auto">
          <a:xfrm>
            <a:off x="2400300" y="177165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1316" name="Rectangle 132" descr="白色大理石"/>
          <p:cNvSpPr>
            <a:spLocks noChangeArrowheads="1"/>
          </p:cNvSpPr>
          <p:nvPr/>
        </p:nvSpPr>
        <p:spPr bwMode="auto">
          <a:xfrm>
            <a:off x="4000500" y="160020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FF3300"/>
                </a:solidFill>
                <a:latin typeface="Times New Roman" panose="02020603050405020304" pitchFamily="18" charset="0"/>
                <a:ea typeface="宋体" panose="02010600030101010101" pitchFamily="2" charset="-122"/>
              </a:rPr>
              <a:t>9</a:t>
            </a:r>
            <a:r>
              <a:rPr kumimoji="1" lang="en-US" altLang="zh-CN" sz="2100" b="1">
                <a:solidFill>
                  <a:srgbClr val="0000CC"/>
                </a:solidFill>
                <a:latin typeface="Times New Roman" panose="02020603050405020304" pitchFamily="18" charset="0"/>
                <a:ea typeface="宋体" panose="02010600030101010101" pitchFamily="2" charset="-122"/>
              </a:rPr>
              <a:t>21</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1317" name="Line 133"/>
          <p:cNvSpPr>
            <a:spLocks noChangeShapeType="1"/>
          </p:cNvSpPr>
          <p:nvPr/>
        </p:nvSpPr>
        <p:spPr bwMode="auto">
          <a:xfrm>
            <a:off x="3086100" y="177165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1318" name="Rectangle 134" descr="白色大理石"/>
          <p:cNvSpPr>
            <a:spLocks noChangeArrowheads="1"/>
          </p:cNvSpPr>
          <p:nvPr/>
        </p:nvSpPr>
        <p:spPr bwMode="auto">
          <a:xfrm>
            <a:off x="6743700" y="160020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FF3300"/>
                </a:solidFill>
                <a:latin typeface="Times New Roman" panose="02020603050405020304" pitchFamily="18" charset="0"/>
                <a:ea typeface="宋体" panose="02010600030101010101" pitchFamily="2" charset="-122"/>
              </a:rPr>
              <a:t>4</a:t>
            </a:r>
            <a:r>
              <a:rPr kumimoji="1" lang="en-US" altLang="zh-CN" sz="2100" b="1">
                <a:solidFill>
                  <a:srgbClr val="0000CC"/>
                </a:solidFill>
                <a:latin typeface="Times New Roman" panose="02020603050405020304" pitchFamily="18" charset="0"/>
                <a:ea typeface="宋体" panose="02010600030101010101" pitchFamily="2" charset="-122"/>
              </a:rPr>
              <a:t>85</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1319" name="Line 135"/>
          <p:cNvSpPr>
            <a:spLocks noChangeShapeType="1"/>
          </p:cNvSpPr>
          <p:nvPr/>
        </p:nvSpPr>
        <p:spPr bwMode="auto">
          <a:xfrm>
            <a:off x="3771900" y="177165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1320" name="Rectangle 136" descr="白色大理石"/>
          <p:cNvSpPr>
            <a:spLocks noChangeArrowheads="1"/>
          </p:cNvSpPr>
          <p:nvPr/>
        </p:nvSpPr>
        <p:spPr bwMode="auto">
          <a:xfrm>
            <a:off x="5372100" y="160020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FF3300"/>
                </a:solidFill>
                <a:latin typeface="Times New Roman" panose="02020603050405020304" pitchFamily="18" charset="0"/>
                <a:ea typeface="宋体" panose="02010600030101010101" pitchFamily="2" charset="-122"/>
              </a:rPr>
              <a:t>6</a:t>
            </a:r>
            <a:r>
              <a:rPr kumimoji="1" lang="en-US" altLang="zh-CN" sz="2100" b="1">
                <a:solidFill>
                  <a:srgbClr val="0000CC"/>
                </a:solidFill>
                <a:latin typeface="Times New Roman" panose="02020603050405020304" pitchFamily="18" charset="0"/>
                <a:ea typeface="宋体" panose="02010600030101010101" pitchFamily="2" charset="-122"/>
              </a:rPr>
              <a:t>37</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1321" name="Rectangle 137" descr="白色大理石"/>
          <p:cNvSpPr>
            <a:spLocks noChangeArrowheads="1"/>
          </p:cNvSpPr>
          <p:nvPr/>
        </p:nvSpPr>
        <p:spPr bwMode="auto">
          <a:xfrm>
            <a:off x="6057900" y="160020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FF3300"/>
                </a:solidFill>
                <a:latin typeface="Times New Roman" panose="02020603050405020304" pitchFamily="18" charset="0"/>
                <a:ea typeface="宋体" panose="02010600030101010101" pitchFamily="2" charset="-122"/>
              </a:rPr>
              <a:t>7</a:t>
            </a:r>
            <a:r>
              <a:rPr kumimoji="1" lang="en-US" altLang="zh-CN" sz="2100" b="1">
                <a:solidFill>
                  <a:srgbClr val="0000CC"/>
                </a:solidFill>
                <a:latin typeface="Times New Roman" panose="02020603050405020304" pitchFamily="18" charset="0"/>
                <a:ea typeface="宋体" panose="02010600030101010101" pitchFamily="2" charset="-122"/>
              </a:rPr>
              <a:t>38</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1322" name="Line 138"/>
          <p:cNvSpPr>
            <a:spLocks noChangeShapeType="1"/>
          </p:cNvSpPr>
          <p:nvPr/>
        </p:nvSpPr>
        <p:spPr bwMode="auto">
          <a:xfrm>
            <a:off x="4457700" y="177165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1323" name="Rectangle 139" descr="白色大理石"/>
          <p:cNvSpPr>
            <a:spLocks noChangeArrowheads="1"/>
          </p:cNvSpPr>
          <p:nvPr/>
        </p:nvSpPr>
        <p:spPr bwMode="auto">
          <a:xfrm>
            <a:off x="1257300" y="160020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FF3300"/>
                </a:solidFill>
                <a:latin typeface="Times New Roman" panose="02020603050405020304" pitchFamily="18" charset="0"/>
                <a:ea typeface="宋体" panose="02010600030101010101" pitchFamily="2" charset="-122"/>
              </a:rPr>
              <a:t>1</a:t>
            </a:r>
            <a:r>
              <a:rPr kumimoji="1" lang="en-US" altLang="zh-CN" sz="2100" b="1">
                <a:solidFill>
                  <a:srgbClr val="0000CC"/>
                </a:solidFill>
                <a:latin typeface="Times New Roman" panose="02020603050405020304" pitchFamily="18" charset="0"/>
                <a:ea typeface="宋体" panose="02010600030101010101" pitchFamily="2" charset="-122"/>
              </a:rPr>
              <a:t>01</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1324" name="Line 140"/>
          <p:cNvSpPr>
            <a:spLocks noChangeShapeType="1"/>
          </p:cNvSpPr>
          <p:nvPr/>
        </p:nvSpPr>
        <p:spPr bwMode="auto">
          <a:xfrm>
            <a:off x="5143500" y="177165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1325" name="Rectangle 141" descr="白色大理石"/>
          <p:cNvSpPr>
            <a:spLocks noChangeArrowheads="1"/>
          </p:cNvSpPr>
          <p:nvPr/>
        </p:nvSpPr>
        <p:spPr bwMode="auto">
          <a:xfrm>
            <a:off x="3314700" y="160020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FF3300"/>
                </a:solidFill>
                <a:latin typeface="Times New Roman" panose="02020603050405020304" pitchFamily="18" charset="0"/>
                <a:ea typeface="宋体" panose="02010600030101010101" pitchFamily="2" charset="-122"/>
              </a:rPr>
              <a:t>2</a:t>
            </a:r>
            <a:r>
              <a:rPr kumimoji="1" lang="en-US" altLang="zh-CN" sz="2100" b="1">
                <a:solidFill>
                  <a:srgbClr val="0000CC"/>
                </a:solidFill>
                <a:latin typeface="Times New Roman" panose="02020603050405020304" pitchFamily="18" charset="0"/>
                <a:ea typeface="宋体" panose="02010600030101010101" pitchFamily="2" charset="-122"/>
              </a:rPr>
              <a:t>15</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1326" name="Line 142"/>
          <p:cNvSpPr>
            <a:spLocks noChangeShapeType="1"/>
          </p:cNvSpPr>
          <p:nvPr/>
        </p:nvSpPr>
        <p:spPr bwMode="auto">
          <a:xfrm>
            <a:off x="5829300" y="177165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1327" name="Rectangle 143" descr="白色大理石"/>
          <p:cNvSpPr>
            <a:spLocks noChangeArrowheads="1"/>
          </p:cNvSpPr>
          <p:nvPr/>
        </p:nvSpPr>
        <p:spPr bwMode="auto">
          <a:xfrm>
            <a:off x="4686300" y="160020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FF3300"/>
                </a:solidFill>
                <a:latin typeface="Times New Roman" panose="02020603050405020304" pitchFamily="18" charset="0"/>
                <a:ea typeface="宋体" panose="02010600030101010101" pitchFamily="2" charset="-122"/>
              </a:rPr>
              <a:t>5</a:t>
            </a:r>
            <a:r>
              <a:rPr kumimoji="1" lang="en-US" altLang="zh-CN" sz="2100" b="1">
                <a:solidFill>
                  <a:srgbClr val="0000CC"/>
                </a:solidFill>
                <a:latin typeface="Times New Roman" panose="02020603050405020304" pitchFamily="18" charset="0"/>
                <a:ea typeface="宋体" panose="02010600030101010101" pitchFamily="2" charset="-122"/>
              </a:rPr>
              <a:t>30</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1328" name="Line 144"/>
          <p:cNvSpPr>
            <a:spLocks noChangeShapeType="1"/>
          </p:cNvSpPr>
          <p:nvPr/>
        </p:nvSpPr>
        <p:spPr bwMode="auto">
          <a:xfrm>
            <a:off x="6515100" y="177165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1329" name="Rectangle 145" descr="白色大理石"/>
          <p:cNvSpPr>
            <a:spLocks noChangeArrowheads="1"/>
          </p:cNvSpPr>
          <p:nvPr/>
        </p:nvSpPr>
        <p:spPr bwMode="auto">
          <a:xfrm>
            <a:off x="7429500" y="160020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FF3300"/>
                </a:solidFill>
                <a:latin typeface="Times New Roman" panose="02020603050405020304" pitchFamily="18" charset="0"/>
                <a:ea typeface="宋体" panose="02010600030101010101" pitchFamily="2" charset="-122"/>
              </a:rPr>
              <a:t>7</a:t>
            </a:r>
            <a:r>
              <a:rPr kumimoji="1" lang="en-US" altLang="zh-CN" sz="2100" b="1">
                <a:solidFill>
                  <a:srgbClr val="0000CC"/>
                </a:solidFill>
                <a:latin typeface="Times New Roman" panose="02020603050405020304" pitchFamily="18" charset="0"/>
                <a:ea typeface="宋体" panose="02010600030101010101" pitchFamily="2" charset="-122"/>
              </a:rPr>
              <a:t>90</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1330" name="Line 146"/>
          <p:cNvSpPr>
            <a:spLocks noChangeShapeType="1"/>
          </p:cNvSpPr>
          <p:nvPr/>
        </p:nvSpPr>
        <p:spPr bwMode="auto">
          <a:xfrm>
            <a:off x="7200900" y="177165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1331" name="Rectangle 147" descr="白色大理石"/>
          <p:cNvSpPr>
            <a:spLocks noChangeArrowheads="1"/>
          </p:cNvSpPr>
          <p:nvPr/>
        </p:nvSpPr>
        <p:spPr bwMode="auto">
          <a:xfrm>
            <a:off x="1943100" y="160020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FF3300"/>
                </a:solidFill>
                <a:latin typeface="Times New Roman" panose="02020603050405020304" pitchFamily="18" charset="0"/>
                <a:ea typeface="宋体" panose="02010600030101010101" pitchFamily="2" charset="-122"/>
              </a:rPr>
              <a:t>3</a:t>
            </a:r>
            <a:r>
              <a:rPr kumimoji="1" lang="en-US" altLang="zh-CN" sz="2100" b="1">
                <a:solidFill>
                  <a:srgbClr val="0000CC"/>
                </a:solidFill>
                <a:latin typeface="Times New Roman" panose="02020603050405020304" pitchFamily="18" charset="0"/>
                <a:ea typeface="宋体" panose="02010600030101010101" pitchFamily="2" charset="-122"/>
              </a:rPr>
              <a:t>06</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1332" name="Text Box 148"/>
          <p:cNvSpPr txBox="1">
            <a:spLocks noChangeArrowheads="1"/>
          </p:cNvSpPr>
          <p:nvPr/>
        </p:nvSpPr>
        <p:spPr bwMode="auto">
          <a:xfrm>
            <a:off x="1200150" y="2182416"/>
            <a:ext cx="4074319" cy="414020"/>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CC"/>
                </a:solidFill>
                <a:miter lim="800000"/>
                <a:headEnd/>
                <a:tailEnd/>
              </a14:hiddenLine>
            </a:ext>
          </a:extLst>
        </p:spPr>
        <p:txBody>
          <a:bodyPr>
            <a:spAutoFit/>
          </a:bodyPr>
          <a:lstStyle/>
          <a:p>
            <a:r>
              <a:rPr kumimoji="1" lang="zh-CN" altLang="en-US" sz="2100" b="1">
                <a:solidFill>
                  <a:schemeClr val="accent1"/>
                </a:solidFill>
                <a:effectLst>
                  <a:outerShdw blurRad="38100" dist="25400" dir="5400000" algn="ctr" rotWithShape="0">
                    <a:srgbClr val="6E747A">
                      <a:alpha val="43000"/>
                    </a:srgbClr>
                  </a:outerShdw>
                </a:effectLst>
                <a:latin typeface="幼圆" panose="02010509060101010101" pitchFamily="49" charset="-122"/>
                <a:ea typeface="幼圆" panose="02010509060101010101" pitchFamily="49" charset="-122"/>
                <a:cs typeface="幼圆" panose="02010509060101010101" pitchFamily="49" charset="-122"/>
              </a:rPr>
              <a:t>第三趟分配（按最高位 </a:t>
            </a:r>
            <a:r>
              <a:rPr kumimoji="1" lang="en-US" altLang="zh-CN" sz="2100" b="1" i="1">
                <a:solidFill>
                  <a:schemeClr val="accent1"/>
                </a:solidFill>
                <a:effectLst>
                  <a:outerShdw blurRad="38100" dist="25400" dir="5400000" algn="ctr" rotWithShape="0">
                    <a:srgbClr val="6E747A">
                      <a:alpha val="43000"/>
                    </a:srgbClr>
                  </a:outerShdw>
                </a:effectLst>
                <a:latin typeface="幼圆" panose="02010509060101010101" pitchFamily="49" charset="-122"/>
                <a:ea typeface="幼圆" panose="02010509060101010101" pitchFamily="49" charset="-122"/>
                <a:cs typeface="幼圆" panose="02010509060101010101" pitchFamily="49" charset="-122"/>
              </a:rPr>
              <a:t>i</a:t>
            </a:r>
            <a:r>
              <a:rPr kumimoji="1" lang="en-US" altLang="zh-CN" sz="2100" b="1">
                <a:solidFill>
                  <a:schemeClr val="accent1"/>
                </a:solidFill>
                <a:effectLst>
                  <a:outerShdw blurRad="38100" dist="25400" dir="5400000" algn="ctr" rotWithShape="0">
                    <a:srgbClr val="6E747A">
                      <a:alpha val="43000"/>
                    </a:srgbClr>
                  </a:outerShdw>
                </a:effectLst>
                <a:latin typeface="幼圆" panose="02010509060101010101" pitchFamily="49" charset="-122"/>
                <a:ea typeface="幼圆" panose="02010509060101010101" pitchFamily="49" charset="-122"/>
                <a:cs typeface="幼圆" panose="02010509060101010101" pitchFamily="49" charset="-122"/>
              </a:rPr>
              <a:t> = 1 </a:t>
            </a:r>
            <a:r>
              <a:rPr kumimoji="1" lang="zh-CN" altLang="en-US" sz="2100" b="1">
                <a:solidFill>
                  <a:schemeClr val="accent1"/>
                </a:solidFill>
                <a:effectLst>
                  <a:outerShdw blurRad="38100" dist="25400" dir="5400000" algn="ctr" rotWithShape="0">
                    <a:srgbClr val="6E747A">
                      <a:alpha val="43000"/>
                    </a:srgbClr>
                  </a:outerShdw>
                </a:effectLst>
                <a:latin typeface="幼圆" panose="02010509060101010101" pitchFamily="49" charset="-122"/>
                <a:ea typeface="幼圆" panose="02010509060101010101" pitchFamily="49" charset="-122"/>
                <a:cs typeface="幼圆" panose="02010509060101010101" pitchFamily="49" charset="-122"/>
              </a:rPr>
              <a:t>）</a:t>
            </a:r>
            <a:endParaRPr kumimoji="1" lang="zh-CN" altLang="en-US" sz="2100" b="1">
              <a:solidFill>
                <a:schemeClr val="accent1"/>
              </a:solidFill>
              <a:effectLst>
                <a:outerShdw blurRad="38100" dist="25400" dir="5400000" algn="ctr" rotWithShape="0">
                  <a:srgbClr val="6E747A">
                    <a:alpha val="43000"/>
                  </a:srgbClr>
                </a:outerShdw>
              </a:effectLst>
              <a:latin typeface="幼圆" panose="02010509060101010101" pitchFamily="49" charset="-122"/>
              <a:ea typeface="幼圆" panose="02010509060101010101" pitchFamily="49" charset="-122"/>
              <a:cs typeface="幼圆" panose="02010509060101010101" pitchFamily="49" charset="-122"/>
            </a:endParaRPr>
          </a:p>
        </p:txBody>
      </p:sp>
      <p:sp>
        <p:nvSpPr>
          <p:cNvPr id="221333" name="Text Box 149"/>
          <p:cNvSpPr txBox="1">
            <a:spLocks noChangeArrowheads="1"/>
          </p:cNvSpPr>
          <p:nvPr/>
        </p:nvSpPr>
        <p:spPr bwMode="auto">
          <a:xfrm>
            <a:off x="1271588" y="2564606"/>
            <a:ext cx="6710680" cy="414020"/>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CC"/>
                </a:solidFill>
                <a:miter lim="800000"/>
                <a:headEnd/>
                <a:tailEnd/>
              </a14:hiddenLine>
            </a:ext>
          </a:extLst>
        </p:spPr>
        <p:txBody>
          <a:bodyPr wrap="none">
            <a:spAutoFit/>
          </a:bodyPr>
          <a:lstStyle/>
          <a:p>
            <a:r>
              <a:rPr kumimoji="1" lang="en-US" altLang="zh-CN" sz="2100" b="1" i="1">
                <a:solidFill>
                  <a:srgbClr val="FF3300"/>
                </a:solidFill>
                <a:latin typeface="Times New Roman" panose="02020603050405020304" pitchFamily="18" charset="0"/>
                <a:ea typeface="仿宋_GB2312" panose="02010609030101010101" pitchFamily="49" charset="-122"/>
              </a:rPr>
              <a:t>re</a:t>
            </a:r>
            <a:r>
              <a:rPr kumimoji="1" lang="en-US" altLang="zh-CN" sz="2100" b="1">
                <a:solidFill>
                  <a:srgbClr val="FF3300"/>
                </a:solidFill>
                <a:latin typeface="Times New Roman" panose="02020603050405020304" pitchFamily="18" charset="0"/>
                <a:ea typeface="仿宋_GB2312" panose="02010609030101010101" pitchFamily="49" charset="-122"/>
              </a:rPr>
              <a:t>[0]  </a:t>
            </a:r>
            <a:r>
              <a:rPr kumimoji="1" lang="en-US" altLang="zh-CN" sz="2100" b="1" i="1">
                <a:solidFill>
                  <a:srgbClr val="FF3300"/>
                </a:solidFill>
                <a:latin typeface="Times New Roman" panose="02020603050405020304" pitchFamily="18" charset="0"/>
                <a:ea typeface="仿宋_GB2312" panose="02010609030101010101" pitchFamily="49" charset="-122"/>
              </a:rPr>
              <a:t>re</a:t>
            </a:r>
            <a:r>
              <a:rPr kumimoji="1" lang="en-US" altLang="zh-CN" sz="2100" b="1">
                <a:solidFill>
                  <a:srgbClr val="FF3300"/>
                </a:solidFill>
                <a:latin typeface="Times New Roman" panose="02020603050405020304" pitchFamily="18" charset="0"/>
                <a:ea typeface="仿宋_GB2312" panose="02010609030101010101" pitchFamily="49" charset="-122"/>
              </a:rPr>
              <a:t>[1]  </a:t>
            </a:r>
            <a:r>
              <a:rPr kumimoji="1" lang="en-US" altLang="zh-CN" sz="2100" b="1" i="1">
                <a:solidFill>
                  <a:srgbClr val="FF3300"/>
                </a:solidFill>
                <a:latin typeface="Times New Roman" panose="02020603050405020304" pitchFamily="18" charset="0"/>
                <a:ea typeface="仿宋_GB2312" panose="02010609030101010101" pitchFamily="49" charset="-122"/>
              </a:rPr>
              <a:t>re</a:t>
            </a:r>
            <a:r>
              <a:rPr kumimoji="1" lang="en-US" altLang="zh-CN" sz="2100" b="1">
                <a:solidFill>
                  <a:srgbClr val="FF3300"/>
                </a:solidFill>
                <a:latin typeface="Times New Roman" panose="02020603050405020304" pitchFamily="18" charset="0"/>
                <a:ea typeface="仿宋_GB2312" panose="02010609030101010101" pitchFamily="49" charset="-122"/>
              </a:rPr>
              <a:t>[2]  </a:t>
            </a:r>
            <a:r>
              <a:rPr kumimoji="1" lang="en-US" altLang="zh-CN" sz="2100" b="1" i="1">
                <a:solidFill>
                  <a:srgbClr val="FF3300"/>
                </a:solidFill>
                <a:latin typeface="Times New Roman" panose="02020603050405020304" pitchFamily="18" charset="0"/>
                <a:ea typeface="仿宋_GB2312" panose="02010609030101010101" pitchFamily="49" charset="-122"/>
              </a:rPr>
              <a:t>re</a:t>
            </a:r>
            <a:r>
              <a:rPr kumimoji="1" lang="en-US" altLang="zh-CN" sz="2100" b="1">
                <a:solidFill>
                  <a:srgbClr val="FF3300"/>
                </a:solidFill>
                <a:latin typeface="Times New Roman" panose="02020603050405020304" pitchFamily="18" charset="0"/>
                <a:ea typeface="仿宋_GB2312" panose="02010609030101010101" pitchFamily="49" charset="-122"/>
              </a:rPr>
              <a:t>[3]  </a:t>
            </a:r>
            <a:r>
              <a:rPr kumimoji="1" lang="en-US" altLang="zh-CN" sz="2100" b="1" i="1">
                <a:solidFill>
                  <a:srgbClr val="FF3300"/>
                </a:solidFill>
                <a:latin typeface="Times New Roman" panose="02020603050405020304" pitchFamily="18" charset="0"/>
                <a:ea typeface="仿宋_GB2312" panose="02010609030101010101" pitchFamily="49" charset="-122"/>
              </a:rPr>
              <a:t>re</a:t>
            </a:r>
            <a:r>
              <a:rPr kumimoji="1" lang="en-US" altLang="zh-CN" sz="2100" b="1">
                <a:solidFill>
                  <a:srgbClr val="FF3300"/>
                </a:solidFill>
                <a:latin typeface="Times New Roman" panose="02020603050405020304" pitchFamily="18" charset="0"/>
                <a:ea typeface="仿宋_GB2312" panose="02010609030101010101" pitchFamily="49" charset="-122"/>
              </a:rPr>
              <a:t>[4]  </a:t>
            </a:r>
            <a:r>
              <a:rPr kumimoji="1" lang="en-US" altLang="zh-CN" sz="2100" b="1" i="1">
                <a:solidFill>
                  <a:srgbClr val="FF3300"/>
                </a:solidFill>
                <a:latin typeface="Times New Roman" panose="02020603050405020304" pitchFamily="18" charset="0"/>
                <a:ea typeface="仿宋_GB2312" panose="02010609030101010101" pitchFamily="49" charset="-122"/>
              </a:rPr>
              <a:t>re</a:t>
            </a:r>
            <a:r>
              <a:rPr kumimoji="1" lang="en-US" altLang="zh-CN" sz="2100" b="1">
                <a:solidFill>
                  <a:srgbClr val="FF3300"/>
                </a:solidFill>
                <a:latin typeface="Times New Roman" panose="02020603050405020304" pitchFamily="18" charset="0"/>
                <a:ea typeface="仿宋_GB2312" panose="02010609030101010101" pitchFamily="49" charset="-122"/>
              </a:rPr>
              <a:t>[5]  </a:t>
            </a:r>
            <a:r>
              <a:rPr kumimoji="1" lang="en-US" altLang="zh-CN" sz="2100" b="1" i="1">
                <a:solidFill>
                  <a:srgbClr val="FF3300"/>
                </a:solidFill>
                <a:latin typeface="Times New Roman" panose="02020603050405020304" pitchFamily="18" charset="0"/>
                <a:ea typeface="仿宋_GB2312" panose="02010609030101010101" pitchFamily="49" charset="-122"/>
              </a:rPr>
              <a:t>re</a:t>
            </a:r>
            <a:r>
              <a:rPr kumimoji="1" lang="en-US" altLang="zh-CN" sz="2100" b="1">
                <a:solidFill>
                  <a:srgbClr val="FF3300"/>
                </a:solidFill>
                <a:latin typeface="Times New Roman" panose="02020603050405020304" pitchFamily="18" charset="0"/>
                <a:ea typeface="仿宋_GB2312" panose="02010609030101010101" pitchFamily="49" charset="-122"/>
              </a:rPr>
              <a:t>[6]  </a:t>
            </a:r>
            <a:r>
              <a:rPr kumimoji="1" lang="en-US" altLang="zh-CN" sz="2100" b="1" i="1">
                <a:solidFill>
                  <a:srgbClr val="FF3300"/>
                </a:solidFill>
                <a:latin typeface="Times New Roman" panose="02020603050405020304" pitchFamily="18" charset="0"/>
                <a:ea typeface="仿宋_GB2312" panose="02010609030101010101" pitchFamily="49" charset="-122"/>
              </a:rPr>
              <a:t>re</a:t>
            </a:r>
            <a:r>
              <a:rPr kumimoji="1" lang="en-US" altLang="zh-CN" sz="2100" b="1">
                <a:solidFill>
                  <a:srgbClr val="FF3300"/>
                </a:solidFill>
                <a:latin typeface="Times New Roman" panose="02020603050405020304" pitchFamily="18" charset="0"/>
                <a:ea typeface="仿宋_GB2312" panose="02010609030101010101" pitchFamily="49" charset="-122"/>
              </a:rPr>
              <a:t>[7]  </a:t>
            </a:r>
            <a:r>
              <a:rPr kumimoji="1" lang="en-US" altLang="zh-CN" sz="2100" b="1" i="1">
                <a:solidFill>
                  <a:srgbClr val="FF3300"/>
                </a:solidFill>
                <a:latin typeface="Times New Roman" panose="02020603050405020304" pitchFamily="18" charset="0"/>
                <a:ea typeface="仿宋_GB2312" panose="02010609030101010101" pitchFamily="49" charset="-122"/>
              </a:rPr>
              <a:t>re</a:t>
            </a:r>
            <a:r>
              <a:rPr kumimoji="1" lang="en-US" altLang="zh-CN" sz="2100" b="1">
                <a:solidFill>
                  <a:srgbClr val="FF3300"/>
                </a:solidFill>
                <a:latin typeface="Times New Roman" panose="02020603050405020304" pitchFamily="18" charset="0"/>
                <a:ea typeface="仿宋_GB2312" panose="02010609030101010101" pitchFamily="49" charset="-122"/>
              </a:rPr>
              <a:t>[8]  </a:t>
            </a:r>
            <a:r>
              <a:rPr kumimoji="1" lang="en-US" altLang="zh-CN" sz="2100" b="1" i="1">
                <a:solidFill>
                  <a:srgbClr val="FF3300"/>
                </a:solidFill>
                <a:latin typeface="Times New Roman" panose="02020603050405020304" pitchFamily="18" charset="0"/>
                <a:ea typeface="仿宋_GB2312" panose="02010609030101010101" pitchFamily="49" charset="-122"/>
              </a:rPr>
              <a:t>re</a:t>
            </a:r>
            <a:r>
              <a:rPr kumimoji="1" lang="en-US" altLang="zh-CN" sz="2100" b="1">
                <a:solidFill>
                  <a:srgbClr val="FF3300"/>
                </a:solidFill>
                <a:latin typeface="Times New Roman" panose="02020603050405020304" pitchFamily="18" charset="0"/>
                <a:ea typeface="仿宋_GB2312" panose="02010609030101010101" pitchFamily="49" charset="-122"/>
              </a:rPr>
              <a:t>[9]</a:t>
            </a:r>
            <a:endParaRPr kumimoji="1" lang="en-US" altLang="zh-CN" sz="2100" b="1">
              <a:solidFill>
                <a:srgbClr val="0000CC"/>
              </a:solidFill>
              <a:latin typeface="Times New Roman" panose="02020603050405020304" pitchFamily="18" charset="0"/>
              <a:ea typeface="仿宋_GB2312" panose="02010609030101010101" pitchFamily="49" charset="-122"/>
            </a:endParaRPr>
          </a:p>
        </p:txBody>
      </p:sp>
      <p:sp>
        <p:nvSpPr>
          <p:cNvPr id="221334" name="Line 150"/>
          <p:cNvSpPr>
            <a:spLocks noChangeShapeType="1"/>
          </p:cNvSpPr>
          <p:nvPr/>
        </p:nvSpPr>
        <p:spPr bwMode="auto">
          <a:xfrm>
            <a:off x="1543050" y="2971800"/>
            <a:ext cx="0" cy="1314450"/>
          </a:xfrm>
          <a:prstGeom prst="line">
            <a:avLst/>
          </a:prstGeom>
          <a:noFill/>
          <a:ln w="38100" cmpd="dbl">
            <a:solidFill>
              <a:srgbClr val="0000CC"/>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1335" name="Line 151"/>
          <p:cNvSpPr>
            <a:spLocks noChangeShapeType="1"/>
          </p:cNvSpPr>
          <p:nvPr/>
        </p:nvSpPr>
        <p:spPr bwMode="auto">
          <a:xfrm>
            <a:off x="2228850" y="2971800"/>
            <a:ext cx="0" cy="1314450"/>
          </a:xfrm>
          <a:prstGeom prst="line">
            <a:avLst/>
          </a:prstGeom>
          <a:noFill/>
          <a:ln w="38100" cmpd="dbl">
            <a:solidFill>
              <a:srgbClr val="0000CC"/>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1336" name="Line 152"/>
          <p:cNvSpPr>
            <a:spLocks noChangeShapeType="1"/>
          </p:cNvSpPr>
          <p:nvPr/>
        </p:nvSpPr>
        <p:spPr bwMode="auto">
          <a:xfrm>
            <a:off x="2914650" y="2971800"/>
            <a:ext cx="0" cy="1314450"/>
          </a:xfrm>
          <a:prstGeom prst="line">
            <a:avLst/>
          </a:prstGeom>
          <a:noFill/>
          <a:ln w="38100" cmpd="dbl">
            <a:solidFill>
              <a:srgbClr val="0000CC"/>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1337" name="Line 153"/>
          <p:cNvSpPr>
            <a:spLocks noChangeShapeType="1"/>
          </p:cNvSpPr>
          <p:nvPr/>
        </p:nvSpPr>
        <p:spPr bwMode="auto">
          <a:xfrm>
            <a:off x="3543300" y="2971800"/>
            <a:ext cx="0" cy="1314450"/>
          </a:xfrm>
          <a:prstGeom prst="line">
            <a:avLst/>
          </a:prstGeom>
          <a:noFill/>
          <a:ln w="38100" cmpd="dbl">
            <a:solidFill>
              <a:srgbClr val="0000CC"/>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1338" name="Line 154"/>
          <p:cNvSpPr>
            <a:spLocks noChangeShapeType="1"/>
          </p:cNvSpPr>
          <p:nvPr/>
        </p:nvSpPr>
        <p:spPr bwMode="auto">
          <a:xfrm>
            <a:off x="4229100" y="2971800"/>
            <a:ext cx="0" cy="1314450"/>
          </a:xfrm>
          <a:prstGeom prst="line">
            <a:avLst/>
          </a:prstGeom>
          <a:noFill/>
          <a:ln w="38100" cmpd="dbl">
            <a:solidFill>
              <a:srgbClr val="0000CC"/>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1339" name="Line 155"/>
          <p:cNvSpPr>
            <a:spLocks noChangeShapeType="1"/>
          </p:cNvSpPr>
          <p:nvPr/>
        </p:nvSpPr>
        <p:spPr bwMode="auto">
          <a:xfrm>
            <a:off x="4914900" y="2971800"/>
            <a:ext cx="0" cy="1314450"/>
          </a:xfrm>
          <a:prstGeom prst="line">
            <a:avLst/>
          </a:prstGeom>
          <a:noFill/>
          <a:ln w="38100" cmpd="dbl">
            <a:solidFill>
              <a:srgbClr val="0000CC"/>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1340" name="Line 156"/>
          <p:cNvSpPr>
            <a:spLocks noChangeShapeType="1"/>
          </p:cNvSpPr>
          <p:nvPr/>
        </p:nvSpPr>
        <p:spPr bwMode="auto">
          <a:xfrm>
            <a:off x="5543550" y="2971800"/>
            <a:ext cx="0" cy="1314450"/>
          </a:xfrm>
          <a:prstGeom prst="line">
            <a:avLst/>
          </a:prstGeom>
          <a:noFill/>
          <a:ln w="38100" cmpd="dbl">
            <a:solidFill>
              <a:srgbClr val="0000CC"/>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1341" name="Line 157"/>
          <p:cNvSpPr>
            <a:spLocks noChangeShapeType="1"/>
          </p:cNvSpPr>
          <p:nvPr/>
        </p:nvSpPr>
        <p:spPr bwMode="auto">
          <a:xfrm>
            <a:off x="6229350" y="2971800"/>
            <a:ext cx="0" cy="1314450"/>
          </a:xfrm>
          <a:prstGeom prst="line">
            <a:avLst/>
          </a:prstGeom>
          <a:noFill/>
          <a:ln w="38100" cmpd="dbl">
            <a:solidFill>
              <a:srgbClr val="0000CC"/>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1342" name="Line 158"/>
          <p:cNvSpPr>
            <a:spLocks noChangeShapeType="1"/>
          </p:cNvSpPr>
          <p:nvPr/>
        </p:nvSpPr>
        <p:spPr bwMode="auto">
          <a:xfrm>
            <a:off x="6915150" y="2971800"/>
            <a:ext cx="0" cy="1314450"/>
          </a:xfrm>
          <a:prstGeom prst="line">
            <a:avLst/>
          </a:prstGeom>
          <a:noFill/>
          <a:ln w="38100" cmpd="dbl">
            <a:solidFill>
              <a:srgbClr val="0000CC"/>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1343" name="Line 159"/>
          <p:cNvSpPr>
            <a:spLocks noChangeShapeType="1"/>
          </p:cNvSpPr>
          <p:nvPr/>
        </p:nvSpPr>
        <p:spPr bwMode="auto">
          <a:xfrm flipH="1">
            <a:off x="7600950" y="2971800"/>
            <a:ext cx="0" cy="1314450"/>
          </a:xfrm>
          <a:prstGeom prst="line">
            <a:avLst/>
          </a:prstGeom>
          <a:noFill/>
          <a:ln w="38100" cmpd="dbl">
            <a:solidFill>
              <a:srgbClr val="0000CC"/>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1344" name="Rectangle 160" descr="白色大理石"/>
          <p:cNvSpPr>
            <a:spLocks noChangeArrowheads="1"/>
          </p:cNvSpPr>
          <p:nvPr/>
        </p:nvSpPr>
        <p:spPr bwMode="auto">
          <a:xfrm>
            <a:off x="5314950" y="365760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FF3300"/>
                </a:solidFill>
                <a:latin typeface="Times New Roman" panose="02020603050405020304" pitchFamily="18" charset="0"/>
                <a:ea typeface="宋体" panose="02010600030101010101" pitchFamily="2" charset="-122"/>
              </a:rPr>
              <a:t>6</a:t>
            </a:r>
            <a:r>
              <a:rPr kumimoji="1" lang="en-US" altLang="zh-CN" sz="2100" b="1">
                <a:solidFill>
                  <a:srgbClr val="0000CC"/>
                </a:solidFill>
                <a:latin typeface="Times New Roman" panose="02020603050405020304" pitchFamily="18" charset="0"/>
                <a:ea typeface="宋体" panose="02010600030101010101" pitchFamily="2" charset="-122"/>
              </a:rPr>
              <a:t>14</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1345" name="Rectangle 161" descr="白色大理石"/>
          <p:cNvSpPr>
            <a:spLocks noChangeArrowheads="1"/>
          </p:cNvSpPr>
          <p:nvPr/>
        </p:nvSpPr>
        <p:spPr bwMode="auto">
          <a:xfrm>
            <a:off x="6000750" y="365760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FF3300"/>
                </a:solidFill>
                <a:latin typeface="Times New Roman" panose="02020603050405020304" pitchFamily="18" charset="0"/>
                <a:ea typeface="宋体" panose="02010600030101010101" pitchFamily="2" charset="-122"/>
              </a:rPr>
              <a:t>7</a:t>
            </a:r>
            <a:r>
              <a:rPr kumimoji="1" lang="en-US" altLang="zh-CN" sz="2100" b="1">
                <a:solidFill>
                  <a:srgbClr val="0000CC"/>
                </a:solidFill>
                <a:latin typeface="Times New Roman" panose="02020603050405020304" pitchFamily="18" charset="0"/>
                <a:ea typeface="宋体" panose="02010600030101010101" pitchFamily="2" charset="-122"/>
              </a:rPr>
              <a:t>38</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1346" name="Rectangle 162" descr="白色大理石"/>
          <p:cNvSpPr>
            <a:spLocks noChangeArrowheads="1"/>
          </p:cNvSpPr>
          <p:nvPr/>
        </p:nvSpPr>
        <p:spPr bwMode="auto">
          <a:xfrm>
            <a:off x="7372350" y="365760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FF3300"/>
                </a:solidFill>
                <a:latin typeface="Times New Roman" panose="02020603050405020304" pitchFamily="18" charset="0"/>
                <a:ea typeface="宋体" panose="02010600030101010101" pitchFamily="2" charset="-122"/>
              </a:rPr>
              <a:t>9</a:t>
            </a:r>
            <a:r>
              <a:rPr kumimoji="1" lang="en-US" altLang="zh-CN" sz="2100" b="1">
                <a:solidFill>
                  <a:srgbClr val="0000CC"/>
                </a:solidFill>
                <a:latin typeface="Times New Roman" panose="02020603050405020304" pitchFamily="18" charset="0"/>
                <a:ea typeface="宋体" panose="02010600030101010101" pitchFamily="2" charset="-122"/>
              </a:rPr>
              <a:t>21</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1347" name="Rectangle 163" descr="白色大理石"/>
          <p:cNvSpPr>
            <a:spLocks noChangeArrowheads="1"/>
          </p:cNvSpPr>
          <p:nvPr/>
        </p:nvSpPr>
        <p:spPr bwMode="auto">
          <a:xfrm>
            <a:off x="4000500" y="365760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FF3300"/>
                </a:solidFill>
                <a:latin typeface="Times New Roman" panose="02020603050405020304" pitchFamily="18" charset="0"/>
                <a:ea typeface="宋体" panose="02010600030101010101" pitchFamily="2" charset="-122"/>
              </a:rPr>
              <a:t>4</a:t>
            </a:r>
            <a:r>
              <a:rPr kumimoji="1" lang="en-US" altLang="zh-CN" sz="2100" b="1">
                <a:solidFill>
                  <a:srgbClr val="0000CC"/>
                </a:solidFill>
                <a:latin typeface="Times New Roman" panose="02020603050405020304" pitchFamily="18" charset="0"/>
                <a:ea typeface="宋体" panose="02010600030101010101" pitchFamily="2" charset="-122"/>
              </a:rPr>
              <a:t>85</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1348" name="Rectangle 164" descr="白色大理石"/>
          <p:cNvSpPr>
            <a:spLocks noChangeArrowheads="1"/>
          </p:cNvSpPr>
          <p:nvPr/>
        </p:nvSpPr>
        <p:spPr bwMode="auto">
          <a:xfrm>
            <a:off x="5314950" y="314325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FF3300"/>
                </a:solidFill>
                <a:latin typeface="Times New Roman" panose="02020603050405020304" pitchFamily="18" charset="0"/>
                <a:ea typeface="宋体" panose="02010600030101010101" pitchFamily="2" charset="-122"/>
              </a:rPr>
              <a:t>6</a:t>
            </a:r>
            <a:r>
              <a:rPr kumimoji="1" lang="en-US" altLang="zh-CN" sz="2100" b="1">
                <a:solidFill>
                  <a:srgbClr val="0000CC"/>
                </a:solidFill>
                <a:latin typeface="Times New Roman" panose="02020603050405020304" pitchFamily="18" charset="0"/>
                <a:ea typeface="宋体" panose="02010600030101010101" pitchFamily="2" charset="-122"/>
              </a:rPr>
              <a:t>37</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1349" name="Rectangle 165" descr="白色大理石"/>
          <p:cNvSpPr>
            <a:spLocks noChangeArrowheads="1"/>
          </p:cNvSpPr>
          <p:nvPr/>
        </p:nvSpPr>
        <p:spPr bwMode="auto">
          <a:xfrm>
            <a:off x="2000250" y="365760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FF3300"/>
                </a:solidFill>
                <a:latin typeface="Times New Roman" panose="02020603050405020304" pitchFamily="18" charset="0"/>
                <a:ea typeface="宋体" panose="02010600030101010101" pitchFamily="2" charset="-122"/>
              </a:rPr>
              <a:t>1</a:t>
            </a:r>
            <a:r>
              <a:rPr kumimoji="1" lang="en-US" altLang="zh-CN" sz="2100" b="1">
                <a:solidFill>
                  <a:srgbClr val="0000CC"/>
                </a:solidFill>
                <a:latin typeface="Times New Roman" panose="02020603050405020304" pitchFamily="18" charset="0"/>
                <a:ea typeface="宋体" panose="02010600030101010101" pitchFamily="2" charset="-122"/>
              </a:rPr>
              <a:t>01</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1350" name="Rectangle 166" descr="白色大理石"/>
          <p:cNvSpPr>
            <a:spLocks noChangeArrowheads="1"/>
          </p:cNvSpPr>
          <p:nvPr/>
        </p:nvSpPr>
        <p:spPr bwMode="auto">
          <a:xfrm>
            <a:off x="2686050" y="365760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FF3300"/>
                </a:solidFill>
                <a:latin typeface="Times New Roman" panose="02020603050405020304" pitchFamily="18" charset="0"/>
                <a:ea typeface="宋体" panose="02010600030101010101" pitchFamily="2" charset="-122"/>
              </a:rPr>
              <a:t>2</a:t>
            </a:r>
            <a:r>
              <a:rPr kumimoji="1" lang="en-US" altLang="zh-CN" sz="2100" b="1">
                <a:solidFill>
                  <a:srgbClr val="0000CC"/>
                </a:solidFill>
                <a:latin typeface="Times New Roman" panose="02020603050405020304" pitchFamily="18" charset="0"/>
                <a:ea typeface="宋体" panose="02010600030101010101" pitchFamily="2" charset="-122"/>
              </a:rPr>
              <a:t>15</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1351" name="Rectangle 167" descr="白色大理石"/>
          <p:cNvSpPr>
            <a:spLocks noChangeArrowheads="1"/>
          </p:cNvSpPr>
          <p:nvPr/>
        </p:nvSpPr>
        <p:spPr bwMode="auto">
          <a:xfrm>
            <a:off x="4686300" y="365760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FF3300"/>
                </a:solidFill>
                <a:latin typeface="Times New Roman" panose="02020603050405020304" pitchFamily="18" charset="0"/>
                <a:ea typeface="宋体" panose="02010600030101010101" pitchFamily="2" charset="-122"/>
              </a:rPr>
              <a:t>5</a:t>
            </a:r>
            <a:r>
              <a:rPr kumimoji="1" lang="en-US" altLang="zh-CN" sz="2100" b="1">
                <a:solidFill>
                  <a:srgbClr val="0000CC"/>
                </a:solidFill>
                <a:latin typeface="Times New Roman" panose="02020603050405020304" pitchFamily="18" charset="0"/>
                <a:ea typeface="宋体" panose="02010600030101010101" pitchFamily="2" charset="-122"/>
              </a:rPr>
              <a:t>30</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1352" name="Rectangle 168" descr="白色大理石"/>
          <p:cNvSpPr>
            <a:spLocks noChangeArrowheads="1"/>
          </p:cNvSpPr>
          <p:nvPr/>
        </p:nvSpPr>
        <p:spPr bwMode="auto">
          <a:xfrm>
            <a:off x="6000750" y="314325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FF3300"/>
                </a:solidFill>
                <a:latin typeface="Times New Roman" panose="02020603050405020304" pitchFamily="18" charset="0"/>
                <a:ea typeface="宋体" panose="02010600030101010101" pitchFamily="2" charset="-122"/>
              </a:rPr>
              <a:t>7</a:t>
            </a:r>
            <a:r>
              <a:rPr kumimoji="1" lang="en-US" altLang="zh-CN" sz="2100" b="1">
                <a:solidFill>
                  <a:srgbClr val="0000CC"/>
                </a:solidFill>
                <a:latin typeface="Times New Roman" panose="02020603050405020304" pitchFamily="18" charset="0"/>
                <a:ea typeface="宋体" panose="02010600030101010101" pitchFamily="2" charset="-122"/>
              </a:rPr>
              <a:t>90</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1353" name="Rectangle 169" descr="白色大理石"/>
          <p:cNvSpPr>
            <a:spLocks noChangeArrowheads="1"/>
          </p:cNvSpPr>
          <p:nvPr/>
        </p:nvSpPr>
        <p:spPr bwMode="auto">
          <a:xfrm>
            <a:off x="3314700" y="365760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FF3300"/>
                </a:solidFill>
                <a:latin typeface="Times New Roman" panose="02020603050405020304" pitchFamily="18" charset="0"/>
                <a:ea typeface="宋体" panose="02010600030101010101" pitchFamily="2" charset="-122"/>
              </a:rPr>
              <a:t>3</a:t>
            </a:r>
            <a:r>
              <a:rPr kumimoji="1" lang="en-US" altLang="zh-CN" sz="2100" b="1">
                <a:solidFill>
                  <a:srgbClr val="0000CC"/>
                </a:solidFill>
                <a:latin typeface="Times New Roman" panose="02020603050405020304" pitchFamily="18" charset="0"/>
                <a:ea typeface="宋体" panose="02010600030101010101" pitchFamily="2" charset="-122"/>
              </a:rPr>
              <a:t>06</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1354" name="Text Box 170"/>
          <p:cNvSpPr txBox="1">
            <a:spLocks noChangeArrowheads="1"/>
          </p:cNvSpPr>
          <p:nvPr/>
        </p:nvSpPr>
        <p:spPr bwMode="auto">
          <a:xfrm>
            <a:off x="1245394" y="4279106"/>
            <a:ext cx="6751955" cy="414020"/>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CC"/>
                </a:solidFill>
                <a:miter lim="800000"/>
                <a:headEnd/>
                <a:tailEnd/>
              </a14:hiddenLine>
            </a:ext>
          </a:extLst>
        </p:spPr>
        <p:txBody>
          <a:bodyPr wrap="none">
            <a:spAutoFit/>
          </a:bodyPr>
          <a:lstStyle/>
          <a:p>
            <a:r>
              <a:rPr kumimoji="1" lang="en-US" altLang="zh-CN" sz="2100" b="1" i="1">
                <a:solidFill>
                  <a:srgbClr val="FF3300"/>
                </a:solidFill>
                <a:latin typeface="Times New Roman" panose="02020603050405020304" pitchFamily="18" charset="0"/>
                <a:ea typeface="宋体" panose="02010600030101010101" pitchFamily="2" charset="-122"/>
              </a:rPr>
              <a:t>fr</a:t>
            </a:r>
            <a:r>
              <a:rPr kumimoji="1" lang="en-US" altLang="zh-CN" sz="2100" b="1">
                <a:solidFill>
                  <a:srgbClr val="FF3300"/>
                </a:solidFill>
                <a:latin typeface="Times New Roman" panose="02020603050405020304" pitchFamily="18" charset="0"/>
                <a:ea typeface="宋体" panose="02010600030101010101" pitchFamily="2" charset="-122"/>
              </a:rPr>
              <a:t>[0]   </a:t>
            </a:r>
            <a:r>
              <a:rPr kumimoji="1" lang="en-US" altLang="zh-CN" sz="2100" b="1" i="1">
                <a:solidFill>
                  <a:srgbClr val="FF3300"/>
                </a:solidFill>
                <a:latin typeface="Times New Roman" panose="02020603050405020304" pitchFamily="18" charset="0"/>
                <a:ea typeface="宋体" panose="02010600030101010101" pitchFamily="2" charset="-122"/>
              </a:rPr>
              <a:t>fr</a:t>
            </a:r>
            <a:r>
              <a:rPr kumimoji="1" lang="en-US" altLang="zh-CN" sz="2100" b="1">
                <a:solidFill>
                  <a:srgbClr val="FF3300"/>
                </a:solidFill>
                <a:latin typeface="Times New Roman" panose="02020603050405020304" pitchFamily="18" charset="0"/>
                <a:ea typeface="宋体" panose="02010600030101010101" pitchFamily="2" charset="-122"/>
              </a:rPr>
              <a:t>[1]  </a:t>
            </a:r>
            <a:r>
              <a:rPr kumimoji="1" lang="en-US" altLang="zh-CN" sz="2100" b="1" i="1">
                <a:solidFill>
                  <a:srgbClr val="FF3300"/>
                </a:solidFill>
                <a:latin typeface="Times New Roman" panose="02020603050405020304" pitchFamily="18" charset="0"/>
                <a:ea typeface="宋体" panose="02010600030101010101" pitchFamily="2" charset="-122"/>
              </a:rPr>
              <a:t>fr</a:t>
            </a:r>
            <a:r>
              <a:rPr kumimoji="1" lang="en-US" altLang="zh-CN" sz="2100" b="1">
                <a:solidFill>
                  <a:srgbClr val="FF3300"/>
                </a:solidFill>
                <a:latin typeface="Times New Roman" panose="02020603050405020304" pitchFamily="18" charset="0"/>
                <a:ea typeface="宋体" panose="02010600030101010101" pitchFamily="2" charset="-122"/>
              </a:rPr>
              <a:t>[2]  </a:t>
            </a:r>
            <a:r>
              <a:rPr kumimoji="1" lang="en-US" altLang="zh-CN" sz="2100" b="1" i="1">
                <a:solidFill>
                  <a:srgbClr val="FF3300"/>
                </a:solidFill>
                <a:latin typeface="Times New Roman" panose="02020603050405020304" pitchFamily="18" charset="0"/>
                <a:ea typeface="宋体" panose="02010600030101010101" pitchFamily="2" charset="-122"/>
              </a:rPr>
              <a:t>fr</a:t>
            </a:r>
            <a:r>
              <a:rPr kumimoji="1" lang="en-US" altLang="zh-CN" sz="2100" b="1">
                <a:solidFill>
                  <a:srgbClr val="FF3300"/>
                </a:solidFill>
                <a:latin typeface="Times New Roman" panose="02020603050405020304" pitchFamily="18" charset="0"/>
                <a:ea typeface="宋体" panose="02010600030101010101" pitchFamily="2" charset="-122"/>
              </a:rPr>
              <a:t>[3]   </a:t>
            </a:r>
            <a:r>
              <a:rPr kumimoji="1" lang="en-US" altLang="zh-CN" sz="2100" b="1" i="1">
                <a:solidFill>
                  <a:srgbClr val="FF3300"/>
                </a:solidFill>
                <a:latin typeface="Times New Roman" panose="02020603050405020304" pitchFamily="18" charset="0"/>
                <a:ea typeface="宋体" panose="02010600030101010101" pitchFamily="2" charset="-122"/>
              </a:rPr>
              <a:t>fr</a:t>
            </a:r>
            <a:r>
              <a:rPr kumimoji="1" lang="en-US" altLang="zh-CN" sz="2100" b="1">
                <a:solidFill>
                  <a:srgbClr val="FF3300"/>
                </a:solidFill>
                <a:latin typeface="Times New Roman" panose="02020603050405020304" pitchFamily="18" charset="0"/>
                <a:ea typeface="宋体" panose="02010600030101010101" pitchFamily="2" charset="-122"/>
              </a:rPr>
              <a:t>[4]   </a:t>
            </a:r>
            <a:r>
              <a:rPr kumimoji="1" lang="en-US" altLang="zh-CN" sz="2100" b="1" i="1">
                <a:solidFill>
                  <a:srgbClr val="FF3300"/>
                </a:solidFill>
                <a:latin typeface="Times New Roman" panose="02020603050405020304" pitchFamily="18" charset="0"/>
                <a:ea typeface="宋体" panose="02010600030101010101" pitchFamily="2" charset="-122"/>
              </a:rPr>
              <a:t>fr</a:t>
            </a:r>
            <a:r>
              <a:rPr kumimoji="1" lang="en-US" altLang="zh-CN" sz="2100" b="1">
                <a:solidFill>
                  <a:srgbClr val="FF3300"/>
                </a:solidFill>
                <a:latin typeface="Times New Roman" panose="02020603050405020304" pitchFamily="18" charset="0"/>
                <a:ea typeface="宋体" panose="02010600030101010101" pitchFamily="2" charset="-122"/>
              </a:rPr>
              <a:t>[5]  </a:t>
            </a:r>
            <a:r>
              <a:rPr kumimoji="1" lang="en-US" altLang="zh-CN" sz="2100" b="1" i="1">
                <a:solidFill>
                  <a:srgbClr val="FF3300"/>
                </a:solidFill>
                <a:latin typeface="Times New Roman" panose="02020603050405020304" pitchFamily="18" charset="0"/>
                <a:ea typeface="宋体" panose="02010600030101010101" pitchFamily="2" charset="-122"/>
              </a:rPr>
              <a:t>fr</a:t>
            </a:r>
            <a:r>
              <a:rPr kumimoji="1" lang="en-US" altLang="zh-CN" sz="2100" b="1">
                <a:solidFill>
                  <a:srgbClr val="FF3300"/>
                </a:solidFill>
                <a:latin typeface="Times New Roman" panose="02020603050405020304" pitchFamily="18" charset="0"/>
                <a:ea typeface="宋体" panose="02010600030101010101" pitchFamily="2" charset="-122"/>
              </a:rPr>
              <a:t>[6]   </a:t>
            </a:r>
            <a:r>
              <a:rPr kumimoji="1" lang="en-US" altLang="zh-CN" sz="2100" b="1" i="1">
                <a:solidFill>
                  <a:srgbClr val="FF3300"/>
                </a:solidFill>
                <a:latin typeface="Times New Roman" panose="02020603050405020304" pitchFamily="18" charset="0"/>
                <a:ea typeface="宋体" panose="02010600030101010101" pitchFamily="2" charset="-122"/>
              </a:rPr>
              <a:t>fr</a:t>
            </a:r>
            <a:r>
              <a:rPr kumimoji="1" lang="en-US" altLang="zh-CN" sz="2100" b="1">
                <a:solidFill>
                  <a:srgbClr val="FF3300"/>
                </a:solidFill>
                <a:latin typeface="Times New Roman" panose="02020603050405020304" pitchFamily="18" charset="0"/>
                <a:ea typeface="宋体" panose="02010600030101010101" pitchFamily="2" charset="-122"/>
              </a:rPr>
              <a:t>[7]  </a:t>
            </a:r>
            <a:r>
              <a:rPr kumimoji="1" lang="en-US" altLang="zh-CN" sz="2100" b="1" i="1">
                <a:solidFill>
                  <a:srgbClr val="FF3300"/>
                </a:solidFill>
                <a:latin typeface="Times New Roman" panose="02020603050405020304" pitchFamily="18" charset="0"/>
                <a:ea typeface="宋体" panose="02010600030101010101" pitchFamily="2" charset="-122"/>
              </a:rPr>
              <a:t>fr</a:t>
            </a:r>
            <a:r>
              <a:rPr kumimoji="1" lang="en-US" altLang="zh-CN" sz="2100" b="1">
                <a:solidFill>
                  <a:srgbClr val="FF3300"/>
                </a:solidFill>
                <a:latin typeface="Times New Roman" panose="02020603050405020304" pitchFamily="18" charset="0"/>
                <a:ea typeface="宋体" panose="02010600030101010101" pitchFamily="2" charset="-122"/>
              </a:rPr>
              <a:t>[8]   </a:t>
            </a:r>
            <a:r>
              <a:rPr kumimoji="1" lang="en-US" altLang="zh-CN" sz="2100" b="1" i="1">
                <a:solidFill>
                  <a:srgbClr val="FF3300"/>
                </a:solidFill>
                <a:latin typeface="Times New Roman" panose="02020603050405020304" pitchFamily="18" charset="0"/>
                <a:ea typeface="宋体" panose="02010600030101010101" pitchFamily="2" charset="-122"/>
              </a:rPr>
              <a:t>fr</a:t>
            </a:r>
            <a:r>
              <a:rPr kumimoji="1" lang="en-US" altLang="zh-CN" sz="2100" b="1">
                <a:solidFill>
                  <a:srgbClr val="FF3300"/>
                </a:solidFill>
                <a:latin typeface="Times New Roman" panose="02020603050405020304" pitchFamily="18" charset="0"/>
                <a:ea typeface="宋体" panose="02010600030101010101" pitchFamily="2" charset="-122"/>
              </a:rPr>
              <a:t>[9]</a:t>
            </a:r>
            <a:endParaRPr kumimoji="1" lang="en-US" altLang="zh-CN">
              <a:solidFill>
                <a:srgbClr val="CCECFF"/>
              </a:solidFill>
              <a:effectDag name="">
                <a:cont type="tree" name="">
                  <a:effect ref="fillLine"/>
                  <a:outerShdw dist="38100" dir="13500000" algn="br">
                    <a:srgbClr val="DDF3FF"/>
                  </a:outerShdw>
                </a:cont>
                <a:cont type="tree" name="">
                  <a:effect ref="fillLine"/>
                  <a:outerShdw dist="38100" dir="2700000" algn="tl">
                    <a:srgbClr val="7A8D99"/>
                  </a:outerShdw>
                </a:cont>
                <a:effect ref="fillLine"/>
              </a:effectDag>
              <a:latin typeface="Times New Roman" panose="02020603050405020304" pitchFamily="18" charset="0"/>
              <a:ea typeface="宋体" panose="02010600030101010101" pitchFamily="2" charset="-122"/>
            </a:endParaRPr>
          </a:p>
        </p:txBody>
      </p:sp>
      <p:sp>
        <p:nvSpPr>
          <p:cNvPr id="221355" name="Text Box 171"/>
          <p:cNvSpPr txBox="1">
            <a:spLocks noChangeArrowheads="1"/>
          </p:cNvSpPr>
          <p:nvPr/>
        </p:nvSpPr>
        <p:spPr bwMode="auto">
          <a:xfrm>
            <a:off x="1200150" y="4794647"/>
            <a:ext cx="1859756" cy="414020"/>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CC"/>
                </a:solidFill>
                <a:miter lim="800000"/>
                <a:headEnd/>
                <a:tailEnd/>
              </a14:hiddenLine>
            </a:ext>
          </a:extLst>
        </p:spPr>
        <p:txBody>
          <a:bodyPr>
            <a:spAutoFit/>
          </a:bodyPr>
          <a:lstStyle/>
          <a:p>
            <a:r>
              <a:rPr kumimoji="1" lang="zh-CN" altLang="en-US" sz="2100" b="1">
                <a:solidFill>
                  <a:schemeClr val="accent1"/>
                </a:solidFill>
                <a:effectLst>
                  <a:outerShdw blurRad="38100" dist="25400" dir="5400000" algn="ctr" rotWithShape="0">
                    <a:srgbClr val="6E747A">
                      <a:alpha val="43000"/>
                    </a:srgbClr>
                  </a:outerShdw>
                </a:effectLst>
                <a:latin typeface="+mn-ea"/>
              </a:rPr>
              <a:t>第三趟收集</a:t>
            </a:r>
            <a:endParaRPr kumimoji="1" lang="zh-CN" altLang="en-US" sz="2100" b="1">
              <a:solidFill>
                <a:schemeClr val="accent1"/>
              </a:solidFill>
              <a:effectLst>
                <a:outerShdw blurRad="38100" dist="25400" dir="5400000" algn="ctr" rotWithShape="0">
                  <a:srgbClr val="6E747A">
                    <a:alpha val="43000"/>
                  </a:srgbClr>
                </a:outerShdw>
              </a:effectLst>
              <a:latin typeface="+mn-ea"/>
            </a:endParaRPr>
          </a:p>
        </p:txBody>
      </p:sp>
      <p:sp>
        <p:nvSpPr>
          <p:cNvPr id="221356" name="Rectangle 172" descr="白色大理石"/>
          <p:cNvSpPr>
            <a:spLocks noChangeArrowheads="1"/>
          </p:cNvSpPr>
          <p:nvPr/>
        </p:nvSpPr>
        <p:spPr bwMode="auto">
          <a:xfrm>
            <a:off x="4000500" y="531495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FF3300"/>
                </a:solidFill>
                <a:latin typeface="Times New Roman" panose="02020603050405020304" pitchFamily="18" charset="0"/>
                <a:ea typeface="宋体" panose="02010600030101010101" pitchFamily="2" charset="-122"/>
              </a:rPr>
              <a:t>5</a:t>
            </a:r>
            <a:r>
              <a:rPr kumimoji="1" lang="en-US" altLang="zh-CN" sz="2100" b="1">
                <a:solidFill>
                  <a:srgbClr val="0000CC"/>
                </a:solidFill>
                <a:latin typeface="Times New Roman" panose="02020603050405020304" pitchFamily="18" charset="0"/>
                <a:ea typeface="宋体" panose="02010600030101010101" pitchFamily="2" charset="-122"/>
              </a:rPr>
              <a:t>30</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1357" name="Line 173"/>
          <p:cNvSpPr>
            <a:spLocks noChangeShapeType="1"/>
          </p:cNvSpPr>
          <p:nvPr/>
        </p:nvSpPr>
        <p:spPr bwMode="auto">
          <a:xfrm>
            <a:off x="1714500" y="548640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1358" name="Rectangle 174" descr="白色大理石"/>
          <p:cNvSpPr>
            <a:spLocks noChangeArrowheads="1"/>
          </p:cNvSpPr>
          <p:nvPr/>
        </p:nvSpPr>
        <p:spPr bwMode="auto">
          <a:xfrm>
            <a:off x="6743700" y="5314950"/>
            <a:ext cx="457200" cy="342900"/>
          </a:xfrm>
          <a:prstGeom prst="rect">
            <a:avLst/>
          </a:prstGeom>
          <a:blipFill dpi="0" rotWithShape="0">
            <a:blip r:embed="rId1"/>
            <a:srcRect/>
            <a:tile tx="0" ty="0" sx="100000" sy="100000" flip="none" algn="tl"/>
          </a:blipFill>
          <a:ln w="38100">
            <a:solidFill>
              <a:srgbClr val="33CC33"/>
            </a:solidFill>
            <a:miter lim="800000"/>
          </a:ln>
          <a:effectLst>
            <a:outerShdw dist="107763" dir="2700000" algn="ctr" rotWithShape="0">
              <a:srgbClr val="808080"/>
            </a:outerShdw>
          </a:effectLst>
        </p:spPr>
        <p:txBody>
          <a:bodyPr wrap="none" anchor="ctr"/>
          <a:lstStyle/>
          <a:p>
            <a:pPr algn="ctr"/>
            <a:r>
              <a:rPr kumimoji="1" lang="en-US" altLang="zh-CN" sz="2100" b="1">
                <a:solidFill>
                  <a:srgbClr val="FF3300"/>
                </a:solidFill>
                <a:latin typeface="Times New Roman" panose="02020603050405020304" pitchFamily="18" charset="0"/>
                <a:ea typeface="宋体" panose="02010600030101010101" pitchFamily="2" charset="-122"/>
              </a:rPr>
              <a:t>7</a:t>
            </a:r>
            <a:r>
              <a:rPr kumimoji="1" lang="en-US" altLang="zh-CN" sz="2100" b="1">
                <a:solidFill>
                  <a:srgbClr val="0000CC"/>
                </a:solidFill>
                <a:latin typeface="Times New Roman" panose="02020603050405020304" pitchFamily="18" charset="0"/>
                <a:ea typeface="宋体" panose="02010600030101010101" pitchFamily="2" charset="-122"/>
              </a:rPr>
              <a:t>90</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1359" name="Line 175"/>
          <p:cNvSpPr>
            <a:spLocks noChangeShapeType="1"/>
          </p:cNvSpPr>
          <p:nvPr/>
        </p:nvSpPr>
        <p:spPr bwMode="auto">
          <a:xfrm>
            <a:off x="2400300" y="548640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1360" name="Rectangle 176" descr="白色大理石"/>
          <p:cNvSpPr>
            <a:spLocks noChangeArrowheads="1"/>
          </p:cNvSpPr>
          <p:nvPr/>
        </p:nvSpPr>
        <p:spPr bwMode="auto">
          <a:xfrm>
            <a:off x="7429500" y="531495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FF3300"/>
                </a:solidFill>
                <a:latin typeface="Times New Roman" panose="02020603050405020304" pitchFamily="18" charset="0"/>
                <a:ea typeface="宋体" panose="02010600030101010101" pitchFamily="2" charset="-122"/>
              </a:rPr>
              <a:t>9</a:t>
            </a:r>
            <a:r>
              <a:rPr kumimoji="1" lang="en-US" altLang="zh-CN" sz="2100" b="1">
                <a:solidFill>
                  <a:srgbClr val="0000CC"/>
                </a:solidFill>
                <a:latin typeface="Times New Roman" panose="02020603050405020304" pitchFamily="18" charset="0"/>
                <a:ea typeface="宋体" panose="02010600030101010101" pitchFamily="2" charset="-122"/>
              </a:rPr>
              <a:t>21</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1361" name="Line 177"/>
          <p:cNvSpPr>
            <a:spLocks noChangeShapeType="1"/>
          </p:cNvSpPr>
          <p:nvPr/>
        </p:nvSpPr>
        <p:spPr bwMode="auto">
          <a:xfrm>
            <a:off x="3086100" y="548640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1362" name="Rectangle 178" descr="白色大理石"/>
          <p:cNvSpPr>
            <a:spLocks noChangeArrowheads="1"/>
          </p:cNvSpPr>
          <p:nvPr/>
        </p:nvSpPr>
        <p:spPr bwMode="auto">
          <a:xfrm>
            <a:off x="1257300" y="531495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FF3300"/>
                </a:solidFill>
                <a:latin typeface="Times New Roman" panose="02020603050405020304" pitchFamily="18" charset="0"/>
                <a:ea typeface="宋体" panose="02010600030101010101" pitchFamily="2" charset="-122"/>
              </a:rPr>
              <a:t>1</a:t>
            </a:r>
            <a:r>
              <a:rPr kumimoji="1" lang="en-US" altLang="zh-CN" sz="2100" b="1">
                <a:solidFill>
                  <a:srgbClr val="0000CC"/>
                </a:solidFill>
                <a:latin typeface="Times New Roman" panose="02020603050405020304" pitchFamily="18" charset="0"/>
                <a:ea typeface="宋体" panose="02010600030101010101" pitchFamily="2" charset="-122"/>
              </a:rPr>
              <a:t>01</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1363" name="Line 179"/>
          <p:cNvSpPr>
            <a:spLocks noChangeShapeType="1"/>
          </p:cNvSpPr>
          <p:nvPr/>
        </p:nvSpPr>
        <p:spPr bwMode="auto">
          <a:xfrm>
            <a:off x="3771900" y="548640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1364" name="Rectangle 180" descr="白色大理石"/>
          <p:cNvSpPr>
            <a:spLocks noChangeArrowheads="1"/>
          </p:cNvSpPr>
          <p:nvPr/>
        </p:nvSpPr>
        <p:spPr bwMode="auto">
          <a:xfrm>
            <a:off x="4686300" y="531495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FF3300"/>
                </a:solidFill>
                <a:latin typeface="Times New Roman" panose="02020603050405020304" pitchFamily="18" charset="0"/>
                <a:ea typeface="宋体" panose="02010600030101010101" pitchFamily="2" charset="-122"/>
              </a:rPr>
              <a:t>6</a:t>
            </a:r>
            <a:r>
              <a:rPr kumimoji="1" lang="en-US" altLang="zh-CN" sz="2100" b="1">
                <a:solidFill>
                  <a:srgbClr val="0000CC"/>
                </a:solidFill>
                <a:latin typeface="Times New Roman" panose="02020603050405020304" pitchFamily="18" charset="0"/>
                <a:ea typeface="宋体" panose="02010600030101010101" pitchFamily="2" charset="-122"/>
              </a:rPr>
              <a:t>14</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1365" name="Line 181"/>
          <p:cNvSpPr>
            <a:spLocks noChangeShapeType="1"/>
          </p:cNvSpPr>
          <p:nvPr/>
        </p:nvSpPr>
        <p:spPr bwMode="auto">
          <a:xfrm>
            <a:off x="4457700" y="548640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1366" name="Rectangle 182" descr="白色大理石"/>
          <p:cNvSpPr>
            <a:spLocks noChangeArrowheads="1"/>
          </p:cNvSpPr>
          <p:nvPr/>
        </p:nvSpPr>
        <p:spPr bwMode="auto">
          <a:xfrm>
            <a:off x="3314700" y="531495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FF3300"/>
                </a:solidFill>
                <a:latin typeface="Times New Roman" panose="02020603050405020304" pitchFamily="18" charset="0"/>
                <a:ea typeface="宋体" panose="02010600030101010101" pitchFamily="2" charset="-122"/>
              </a:rPr>
              <a:t>4</a:t>
            </a:r>
            <a:r>
              <a:rPr kumimoji="1" lang="en-US" altLang="zh-CN" sz="2100" b="1">
                <a:solidFill>
                  <a:srgbClr val="0000CC"/>
                </a:solidFill>
                <a:latin typeface="Times New Roman" panose="02020603050405020304" pitchFamily="18" charset="0"/>
                <a:ea typeface="宋体" panose="02010600030101010101" pitchFamily="2" charset="-122"/>
              </a:rPr>
              <a:t>85</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1367" name="Line 183"/>
          <p:cNvSpPr>
            <a:spLocks noChangeShapeType="1"/>
          </p:cNvSpPr>
          <p:nvPr/>
        </p:nvSpPr>
        <p:spPr bwMode="auto">
          <a:xfrm>
            <a:off x="5143500" y="548640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1368" name="Rectangle 184" descr="白色大理石"/>
          <p:cNvSpPr>
            <a:spLocks noChangeArrowheads="1"/>
          </p:cNvSpPr>
          <p:nvPr/>
        </p:nvSpPr>
        <p:spPr bwMode="auto">
          <a:xfrm>
            <a:off x="1943100" y="531495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FF3300"/>
                </a:solidFill>
                <a:latin typeface="Times New Roman" panose="02020603050405020304" pitchFamily="18" charset="0"/>
                <a:ea typeface="宋体" panose="02010600030101010101" pitchFamily="2" charset="-122"/>
              </a:rPr>
              <a:t>2</a:t>
            </a:r>
            <a:r>
              <a:rPr kumimoji="1" lang="en-US" altLang="zh-CN" sz="2100" b="1">
                <a:solidFill>
                  <a:srgbClr val="0000CC"/>
                </a:solidFill>
                <a:latin typeface="Times New Roman" panose="02020603050405020304" pitchFamily="18" charset="0"/>
                <a:ea typeface="宋体" panose="02010600030101010101" pitchFamily="2" charset="-122"/>
              </a:rPr>
              <a:t>15</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1369" name="Line 185"/>
          <p:cNvSpPr>
            <a:spLocks noChangeShapeType="1"/>
          </p:cNvSpPr>
          <p:nvPr/>
        </p:nvSpPr>
        <p:spPr bwMode="auto">
          <a:xfrm>
            <a:off x="5829300" y="548640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1370" name="Rectangle 186" descr="白色大理石"/>
          <p:cNvSpPr>
            <a:spLocks noChangeArrowheads="1"/>
          </p:cNvSpPr>
          <p:nvPr/>
        </p:nvSpPr>
        <p:spPr bwMode="auto">
          <a:xfrm>
            <a:off x="2628900" y="531495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FF3300"/>
                </a:solidFill>
                <a:latin typeface="Times New Roman" panose="02020603050405020304" pitchFamily="18" charset="0"/>
                <a:ea typeface="宋体" panose="02010600030101010101" pitchFamily="2" charset="-122"/>
              </a:rPr>
              <a:t>3</a:t>
            </a:r>
            <a:r>
              <a:rPr kumimoji="1" lang="en-US" altLang="zh-CN" sz="2100" b="1">
                <a:solidFill>
                  <a:srgbClr val="0000CC"/>
                </a:solidFill>
                <a:latin typeface="Times New Roman" panose="02020603050405020304" pitchFamily="18" charset="0"/>
                <a:ea typeface="宋体" panose="02010600030101010101" pitchFamily="2" charset="-122"/>
              </a:rPr>
              <a:t>06</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1371" name="Line 187"/>
          <p:cNvSpPr>
            <a:spLocks noChangeShapeType="1"/>
          </p:cNvSpPr>
          <p:nvPr/>
        </p:nvSpPr>
        <p:spPr bwMode="auto">
          <a:xfrm>
            <a:off x="6515100" y="548640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1372" name="Rectangle 188" descr="白色大理石"/>
          <p:cNvSpPr>
            <a:spLocks noChangeArrowheads="1"/>
          </p:cNvSpPr>
          <p:nvPr/>
        </p:nvSpPr>
        <p:spPr bwMode="auto">
          <a:xfrm>
            <a:off x="5372100" y="5314950"/>
            <a:ext cx="457200" cy="342900"/>
          </a:xfrm>
          <a:prstGeom prst="rect">
            <a:avLst/>
          </a:prstGeom>
          <a:blipFill dpi="0" rotWithShape="0">
            <a:blip r:embed="rId1"/>
            <a:srcRect/>
            <a:tile tx="0" ty="0" sx="100000" sy="100000" flip="none" algn="tl"/>
          </a:blipFill>
          <a:ln w="0">
            <a:solidFill>
              <a:srgbClr val="808080"/>
            </a:solidFill>
            <a:miter lim="800000"/>
          </a:ln>
          <a:effectLst>
            <a:outerShdw dist="107763" dir="2700000" algn="ctr" rotWithShape="0">
              <a:srgbClr val="808080"/>
            </a:outerShdw>
          </a:effectLst>
        </p:spPr>
        <p:txBody>
          <a:bodyPr wrap="none" anchor="ctr"/>
          <a:lstStyle/>
          <a:p>
            <a:pPr algn="ctr"/>
            <a:r>
              <a:rPr kumimoji="1" lang="en-US" altLang="zh-CN" sz="2100" b="1">
                <a:solidFill>
                  <a:srgbClr val="FF3300"/>
                </a:solidFill>
                <a:latin typeface="Times New Roman" panose="02020603050405020304" pitchFamily="18" charset="0"/>
                <a:ea typeface="宋体" panose="02010600030101010101" pitchFamily="2" charset="-122"/>
              </a:rPr>
              <a:t>6</a:t>
            </a:r>
            <a:r>
              <a:rPr kumimoji="1" lang="en-US" altLang="zh-CN" sz="2100" b="1">
                <a:solidFill>
                  <a:srgbClr val="0000CC"/>
                </a:solidFill>
                <a:latin typeface="Times New Roman" panose="02020603050405020304" pitchFamily="18" charset="0"/>
                <a:ea typeface="宋体" panose="02010600030101010101" pitchFamily="2" charset="-122"/>
              </a:rPr>
              <a:t>37</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1373" name="Line 189"/>
          <p:cNvSpPr>
            <a:spLocks noChangeShapeType="1"/>
          </p:cNvSpPr>
          <p:nvPr/>
        </p:nvSpPr>
        <p:spPr bwMode="auto">
          <a:xfrm>
            <a:off x="7200900" y="5486400"/>
            <a:ext cx="228600" cy="0"/>
          </a:xfrm>
          <a:prstGeom prst="line">
            <a:avLst/>
          </a:prstGeom>
          <a:noFill/>
          <a:ln w="38100">
            <a:solidFill>
              <a:srgbClr val="80808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p>
        </p:txBody>
      </p:sp>
      <p:sp>
        <p:nvSpPr>
          <p:cNvPr id="221374" name="Rectangle 190" descr="白色大理石"/>
          <p:cNvSpPr>
            <a:spLocks noChangeArrowheads="1"/>
          </p:cNvSpPr>
          <p:nvPr/>
        </p:nvSpPr>
        <p:spPr bwMode="auto">
          <a:xfrm>
            <a:off x="6057900" y="5314950"/>
            <a:ext cx="457200" cy="342900"/>
          </a:xfrm>
          <a:prstGeom prst="rect">
            <a:avLst/>
          </a:prstGeom>
          <a:blipFill dpi="0" rotWithShape="0">
            <a:blip r:embed="rId1"/>
            <a:srcRect/>
            <a:tile tx="0" ty="0" sx="100000" sy="100000" flip="none" algn="tl"/>
          </a:blipFill>
          <a:ln w="38100">
            <a:solidFill>
              <a:srgbClr val="33CC33"/>
            </a:solidFill>
            <a:miter lim="800000"/>
          </a:ln>
          <a:effectLst>
            <a:outerShdw dist="107763" dir="2700000" algn="ctr" rotWithShape="0">
              <a:srgbClr val="808080"/>
            </a:outerShdw>
          </a:effectLst>
        </p:spPr>
        <p:txBody>
          <a:bodyPr wrap="none" anchor="ctr"/>
          <a:lstStyle/>
          <a:p>
            <a:pPr algn="ctr"/>
            <a:r>
              <a:rPr kumimoji="1" lang="en-US" altLang="zh-CN" sz="2100" b="1">
                <a:solidFill>
                  <a:srgbClr val="FF3300"/>
                </a:solidFill>
                <a:latin typeface="Times New Roman" panose="02020603050405020304" pitchFamily="18" charset="0"/>
                <a:ea typeface="宋体" panose="02010600030101010101" pitchFamily="2" charset="-122"/>
              </a:rPr>
              <a:t>7</a:t>
            </a:r>
            <a:r>
              <a:rPr kumimoji="1" lang="en-US" altLang="zh-CN" sz="2100" b="1">
                <a:solidFill>
                  <a:srgbClr val="0000CC"/>
                </a:solidFill>
                <a:latin typeface="Times New Roman" panose="02020603050405020304" pitchFamily="18" charset="0"/>
                <a:ea typeface="宋体" panose="02010600030101010101" pitchFamily="2" charset="-122"/>
              </a:rPr>
              <a:t>38</a:t>
            </a:r>
            <a:endParaRPr kumimoji="1" lang="en-US" altLang="zh-CN">
              <a:solidFill>
                <a:srgbClr val="FFFFFF"/>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anose="02020603050405020304" pitchFamily="18" charset="0"/>
              <a:ea typeface="宋体" panose="02010600030101010101" pitchFamily="2" charset="-122"/>
            </a:endParaRPr>
          </a:p>
        </p:txBody>
      </p:sp>
      <p:sp>
        <p:nvSpPr>
          <p:cNvPr id="221376" name="Rectangle 192"/>
          <p:cNvSpPr>
            <a:spLocks noChangeArrowheads="1"/>
          </p:cNvSpPr>
          <p:nvPr/>
        </p:nvSpPr>
        <p:spPr bwMode="auto">
          <a:xfrm>
            <a:off x="6678216" y="998935"/>
            <a:ext cx="1188244" cy="4387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7500" tIns="35100" rIns="67500" bIns="35100">
            <a:spAutoFit/>
          </a:bodyPr>
          <a:lstStyle/>
          <a:p>
            <a:r>
              <a:rPr kumimoji="1" lang="zh-CN" altLang="en-US" sz="2400" b="1">
                <a:solidFill>
                  <a:schemeClr val="accent1"/>
                </a:solidFill>
                <a:effectLst>
                  <a:outerShdw blurRad="38100" dist="25400" dir="5400000" algn="ctr" rotWithShape="0">
                    <a:srgbClr val="6E747A">
                      <a:alpha val="43000"/>
                    </a:srgbClr>
                  </a:outerShdw>
                </a:effectLst>
                <a:latin typeface="幼圆" panose="02010509060101010101" pitchFamily="49" charset="-122"/>
                <a:ea typeface="幼圆" panose="02010509060101010101" pitchFamily="49" charset="-122"/>
              </a:rPr>
              <a:t>第三趟</a:t>
            </a:r>
            <a:endParaRPr kumimoji="1" lang="zh-CN" altLang="en-US" sz="2400" b="1">
              <a:solidFill>
                <a:schemeClr val="accent1"/>
              </a:solidFill>
              <a:effectLst>
                <a:outerShdw blurRad="38100" dist="25400" dir="5400000" algn="ctr" rotWithShape="0">
                  <a:srgbClr val="6E747A">
                    <a:alpha val="43000"/>
                  </a:srgbClr>
                </a:outerShdw>
              </a:effectLst>
              <a:latin typeface="幼圆" panose="02010509060101010101" pitchFamily="49" charset="-122"/>
              <a:ea typeface="幼圆" panose="02010509060101010101" pitchFamily="49" charset="-122"/>
            </a:endParaRPr>
          </a:p>
        </p:txBody>
      </p:sp>
      <p:sp>
        <p:nvSpPr>
          <p:cNvPr id="219203" name="Text Box 67"/>
          <p:cNvSpPr txBox="1">
            <a:spLocks noChangeArrowheads="1"/>
          </p:cNvSpPr>
          <p:nvPr/>
        </p:nvSpPr>
        <p:spPr bwMode="auto">
          <a:xfrm>
            <a:off x="486728" y="994410"/>
            <a:ext cx="5327333" cy="4140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scene3d>
              <a:camera prst="orthographicFront"/>
              <a:lightRig rig="threePt" dir="t"/>
            </a:scene3d>
          </a:bodyPr>
          <a:lstStyle/>
          <a:p>
            <a:r>
              <a:rPr kumimoji="1" lang="zh-CN" altLang="en-US" sz="2100" b="1">
                <a:solidFill>
                  <a:schemeClr val="accent1"/>
                </a:solidFill>
                <a:effectLst>
                  <a:outerShdw blurRad="38100" dist="25400" dir="5400000" algn="ctr" rotWithShape="0">
                    <a:srgbClr val="6E747A">
                      <a:alpha val="43000"/>
                    </a:srgbClr>
                  </a:outerShdw>
                </a:effectLst>
                <a:latin typeface="幼圆" panose="02010509060101010101" pitchFamily="49" charset="-122"/>
                <a:ea typeface="幼圆" panose="02010509060101010101" pitchFamily="49" charset="-122"/>
                <a:cs typeface="幼圆" panose="02010509060101010101" pitchFamily="49" charset="-122"/>
              </a:rPr>
              <a:t>基数排序的“分配”与“收集”过程</a:t>
            </a:r>
            <a:endParaRPr kumimoji="1" lang="zh-CN" altLang="en-US" sz="2100" b="1">
              <a:solidFill>
                <a:schemeClr val="accent1"/>
              </a:solidFill>
              <a:effectLst>
                <a:outerShdw blurRad="38100" dist="25400" dir="5400000" algn="ctr" rotWithShape="0">
                  <a:srgbClr val="6E747A">
                    <a:alpha val="43000"/>
                  </a:srgbClr>
                </a:outerShdw>
              </a:effectLst>
              <a:latin typeface="幼圆" panose="02010509060101010101" pitchFamily="49" charset="-122"/>
              <a:ea typeface="幼圆" panose="02010509060101010101" pitchFamily="49" charset="-122"/>
              <a:cs typeface="幼圆" panose="020105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grpId="0" nodeType="clickEffect">
                                  <p:stCondLst>
                                    <p:cond delay="0"/>
                                  </p:stCondLst>
                                  <p:childTnLst>
                                    <p:set>
                                      <p:cBhvr>
                                        <p:cTn id="6" dur="1" fill="hold">
                                          <p:stCondLst>
                                            <p:cond delay="0"/>
                                          </p:stCondLst>
                                        </p:cTn>
                                        <p:tgtEl>
                                          <p:spTgt spid="221332"/>
                                        </p:tgtEl>
                                        <p:attrNameLst>
                                          <p:attrName>style.visibility</p:attrName>
                                        </p:attrNameLst>
                                      </p:cBhvr>
                                      <p:to>
                                        <p:strVal val="visible"/>
                                      </p:to>
                                    </p:set>
                                    <p:anim calcmode="lin" valueType="num">
                                      <p:cBhvr>
                                        <p:cTn id="7" dur="1000" fill="hold"/>
                                        <p:tgtEl>
                                          <p:spTgt spid="221332"/>
                                        </p:tgtEl>
                                        <p:attrNameLst>
                                          <p:attrName>ppt_x</p:attrName>
                                        </p:attrNameLst>
                                      </p:cBhvr>
                                      <p:tavLst>
                                        <p:tav tm="0">
                                          <p:val>
                                            <p:strVal val="#ppt_x-.2"/>
                                          </p:val>
                                        </p:tav>
                                        <p:tav tm="100000">
                                          <p:val>
                                            <p:strVal val="#ppt_x"/>
                                          </p:val>
                                        </p:tav>
                                      </p:tavLst>
                                    </p:anim>
                                    <p:anim calcmode="lin" valueType="num">
                                      <p:cBhvr>
                                        <p:cTn id="8" dur="1000" fill="hold"/>
                                        <p:tgtEl>
                                          <p:spTgt spid="221332"/>
                                        </p:tgtEl>
                                        <p:attrNameLst>
                                          <p:attrName>ppt_y</p:attrName>
                                        </p:attrNameLst>
                                      </p:cBhvr>
                                      <p:tavLst>
                                        <p:tav tm="0">
                                          <p:val>
                                            <p:strVal val="#ppt_y"/>
                                          </p:val>
                                        </p:tav>
                                        <p:tav tm="100000">
                                          <p:val>
                                            <p:strVal val="#ppt_y"/>
                                          </p:val>
                                        </p:tav>
                                      </p:tavLst>
                                    </p:anim>
                                    <p:animEffect transition="in" filter="wipe(right)" prLst="gradientSize: 0.1">
                                      <p:cBhvr>
                                        <p:cTn id="9" dur="1000"/>
                                        <p:tgtEl>
                                          <p:spTgt spid="221332"/>
                                        </p:tgtEl>
                                      </p:cBhvr>
                                    </p:animEffect>
                                  </p:childTnLst>
                                </p:cTn>
                              </p:par>
                              <p:par>
                                <p:cTn id="10" presetID="29" presetClass="entr" presetSubtype="0" fill="hold" grpId="0" nodeType="withEffect">
                                  <p:stCondLst>
                                    <p:cond delay="0"/>
                                  </p:stCondLst>
                                  <p:childTnLst>
                                    <p:set>
                                      <p:cBhvr>
                                        <p:cTn id="11" dur="1" fill="hold">
                                          <p:stCondLst>
                                            <p:cond delay="0"/>
                                          </p:stCondLst>
                                        </p:cTn>
                                        <p:tgtEl>
                                          <p:spTgt spid="221333"/>
                                        </p:tgtEl>
                                        <p:attrNameLst>
                                          <p:attrName>style.visibility</p:attrName>
                                        </p:attrNameLst>
                                      </p:cBhvr>
                                      <p:to>
                                        <p:strVal val="visible"/>
                                      </p:to>
                                    </p:set>
                                    <p:anim calcmode="lin" valueType="num">
                                      <p:cBhvr>
                                        <p:cTn id="12" dur="1000" fill="hold"/>
                                        <p:tgtEl>
                                          <p:spTgt spid="221333"/>
                                        </p:tgtEl>
                                        <p:attrNameLst>
                                          <p:attrName>ppt_x</p:attrName>
                                        </p:attrNameLst>
                                      </p:cBhvr>
                                      <p:tavLst>
                                        <p:tav tm="0">
                                          <p:val>
                                            <p:strVal val="#ppt_x-.2"/>
                                          </p:val>
                                        </p:tav>
                                        <p:tav tm="100000">
                                          <p:val>
                                            <p:strVal val="#ppt_x"/>
                                          </p:val>
                                        </p:tav>
                                      </p:tavLst>
                                    </p:anim>
                                    <p:anim calcmode="lin" valueType="num">
                                      <p:cBhvr>
                                        <p:cTn id="13" dur="1000" fill="hold"/>
                                        <p:tgtEl>
                                          <p:spTgt spid="221333"/>
                                        </p:tgtEl>
                                        <p:attrNameLst>
                                          <p:attrName>ppt_y</p:attrName>
                                        </p:attrNameLst>
                                      </p:cBhvr>
                                      <p:tavLst>
                                        <p:tav tm="0">
                                          <p:val>
                                            <p:strVal val="#ppt_y"/>
                                          </p:val>
                                        </p:tav>
                                        <p:tav tm="100000">
                                          <p:val>
                                            <p:strVal val="#ppt_y"/>
                                          </p:val>
                                        </p:tav>
                                      </p:tavLst>
                                    </p:anim>
                                    <p:animEffect transition="in" filter="wipe(right)" prLst="gradientSize: 0.1">
                                      <p:cBhvr>
                                        <p:cTn id="14" dur="1000"/>
                                        <p:tgtEl>
                                          <p:spTgt spid="221333"/>
                                        </p:tgtEl>
                                      </p:cBhvr>
                                    </p:animEffect>
                                  </p:childTnLst>
                                </p:cTn>
                              </p:par>
                              <p:par>
                                <p:cTn id="15" presetID="29" presetClass="entr" presetSubtype="0" fill="hold" grpId="0" nodeType="withEffect">
                                  <p:stCondLst>
                                    <p:cond delay="0"/>
                                  </p:stCondLst>
                                  <p:childTnLst>
                                    <p:set>
                                      <p:cBhvr>
                                        <p:cTn id="16" dur="1" fill="hold">
                                          <p:stCondLst>
                                            <p:cond delay="0"/>
                                          </p:stCondLst>
                                        </p:cTn>
                                        <p:tgtEl>
                                          <p:spTgt spid="221334"/>
                                        </p:tgtEl>
                                        <p:attrNameLst>
                                          <p:attrName>style.visibility</p:attrName>
                                        </p:attrNameLst>
                                      </p:cBhvr>
                                      <p:to>
                                        <p:strVal val="visible"/>
                                      </p:to>
                                    </p:set>
                                    <p:anim calcmode="lin" valueType="num">
                                      <p:cBhvr>
                                        <p:cTn id="17" dur="1000" fill="hold"/>
                                        <p:tgtEl>
                                          <p:spTgt spid="221334"/>
                                        </p:tgtEl>
                                        <p:attrNameLst>
                                          <p:attrName>ppt_x</p:attrName>
                                        </p:attrNameLst>
                                      </p:cBhvr>
                                      <p:tavLst>
                                        <p:tav tm="0">
                                          <p:val>
                                            <p:strVal val="#ppt_x-.2"/>
                                          </p:val>
                                        </p:tav>
                                        <p:tav tm="100000">
                                          <p:val>
                                            <p:strVal val="#ppt_x"/>
                                          </p:val>
                                        </p:tav>
                                      </p:tavLst>
                                    </p:anim>
                                    <p:anim calcmode="lin" valueType="num">
                                      <p:cBhvr>
                                        <p:cTn id="18" dur="1000" fill="hold"/>
                                        <p:tgtEl>
                                          <p:spTgt spid="221334"/>
                                        </p:tgtEl>
                                        <p:attrNameLst>
                                          <p:attrName>ppt_y</p:attrName>
                                        </p:attrNameLst>
                                      </p:cBhvr>
                                      <p:tavLst>
                                        <p:tav tm="0">
                                          <p:val>
                                            <p:strVal val="#ppt_y"/>
                                          </p:val>
                                        </p:tav>
                                        <p:tav tm="100000">
                                          <p:val>
                                            <p:strVal val="#ppt_y"/>
                                          </p:val>
                                        </p:tav>
                                      </p:tavLst>
                                    </p:anim>
                                    <p:animEffect transition="in" filter="wipe(right)" prLst="gradientSize: 0.1">
                                      <p:cBhvr>
                                        <p:cTn id="19" dur="1000"/>
                                        <p:tgtEl>
                                          <p:spTgt spid="221334"/>
                                        </p:tgtEl>
                                      </p:cBhvr>
                                    </p:animEffect>
                                  </p:childTnLst>
                                </p:cTn>
                              </p:par>
                              <p:par>
                                <p:cTn id="20" presetID="29" presetClass="entr" presetSubtype="0" fill="hold" grpId="0" nodeType="withEffect">
                                  <p:stCondLst>
                                    <p:cond delay="0"/>
                                  </p:stCondLst>
                                  <p:childTnLst>
                                    <p:set>
                                      <p:cBhvr>
                                        <p:cTn id="21" dur="1" fill="hold">
                                          <p:stCondLst>
                                            <p:cond delay="0"/>
                                          </p:stCondLst>
                                        </p:cTn>
                                        <p:tgtEl>
                                          <p:spTgt spid="221335"/>
                                        </p:tgtEl>
                                        <p:attrNameLst>
                                          <p:attrName>style.visibility</p:attrName>
                                        </p:attrNameLst>
                                      </p:cBhvr>
                                      <p:to>
                                        <p:strVal val="visible"/>
                                      </p:to>
                                    </p:set>
                                    <p:anim calcmode="lin" valueType="num">
                                      <p:cBhvr>
                                        <p:cTn id="22" dur="1000" fill="hold"/>
                                        <p:tgtEl>
                                          <p:spTgt spid="221335"/>
                                        </p:tgtEl>
                                        <p:attrNameLst>
                                          <p:attrName>ppt_x</p:attrName>
                                        </p:attrNameLst>
                                      </p:cBhvr>
                                      <p:tavLst>
                                        <p:tav tm="0">
                                          <p:val>
                                            <p:strVal val="#ppt_x-.2"/>
                                          </p:val>
                                        </p:tav>
                                        <p:tav tm="100000">
                                          <p:val>
                                            <p:strVal val="#ppt_x"/>
                                          </p:val>
                                        </p:tav>
                                      </p:tavLst>
                                    </p:anim>
                                    <p:anim calcmode="lin" valueType="num">
                                      <p:cBhvr>
                                        <p:cTn id="23" dur="1000" fill="hold"/>
                                        <p:tgtEl>
                                          <p:spTgt spid="221335"/>
                                        </p:tgtEl>
                                        <p:attrNameLst>
                                          <p:attrName>ppt_y</p:attrName>
                                        </p:attrNameLst>
                                      </p:cBhvr>
                                      <p:tavLst>
                                        <p:tav tm="0">
                                          <p:val>
                                            <p:strVal val="#ppt_y"/>
                                          </p:val>
                                        </p:tav>
                                        <p:tav tm="100000">
                                          <p:val>
                                            <p:strVal val="#ppt_y"/>
                                          </p:val>
                                        </p:tav>
                                      </p:tavLst>
                                    </p:anim>
                                    <p:animEffect transition="in" filter="wipe(right)" prLst="gradientSize: 0.1">
                                      <p:cBhvr>
                                        <p:cTn id="24" dur="1000"/>
                                        <p:tgtEl>
                                          <p:spTgt spid="221335"/>
                                        </p:tgtEl>
                                      </p:cBhvr>
                                    </p:animEffect>
                                  </p:childTnLst>
                                </p:cTn>
                              </p:par>
                              <p:par>
                                <p:cTn id="25" presetID="29" presetClass="entr" presetSubtype="0" fill="hold" grpId="0" nodeType="withEffect">
                                  <p:stCondLst>
                                    <p:cond delay="0"/>
                                  </p:stCondLst>
                                  <p:childTnLst>
                                    <p:set>
                                      <p:cBhvr>
                                        <p:cTn id="26" dur="1" fill="hold">
                                          <p:stCondLst>
                                            <p:cond delay="0"/>
                                          </p:stCondLst>
                                        </p:cTn>
                                        <p:tgtEl>
                                          <p:spTgt spid="221336"/>
                                        </p:tgtEl>
                                        <p:attrNameLst>
                                          <p:attrName>style.visibility</p:attrName>
                                        </p:attrNameLst>
                                      </p:cBhvr>
                                      <p:to>
                                        <p:strVal val="visible"/>
                                      </p:to>
                                    </p:set>
                                    <p:anim calcmode="lin" valueType="num">
                                      <p:cBhvr>
                                        <p:cTn id="27" dur="1000" fill="hold"/>
                                        <p:tgtEl>
                                          <p:spTgt spid="221336"/>
                                        </p:tgtEl>
                                        <p:attrNameLst>
                                          <p:attrName>ppt_x</p:attrName>
                                        </p:attrNameLst>
                                      </p:cBhvr>
                                      <p:tavLst>
                                        <p:tav tm="0">
                                          <p:val>
                                            <p:strVal val="#ppt_x-.2"/>
                                          </p:val>
                                        </p:tav>
                                        <p:tav tm="100000">
                                          <p:val>
                                            <p:strVal val="#ppt_x"/>
                                          </p:val>
                                        </p:tav>
                                      </p:tavLst>
                                    </p:anim>
                                    <p:anim calcmode="lin" valueType="num">
                                      <p:cBhvr>
                                        <p:cTn id="28" dur="1000" fill="hold"/>
                                        <p:tgtEl>
                                          <p:spTgt spid="221336"/>
                                        </p:tgtEl>
                                        <p:attrNameLst>
                                          <p:attrName>ppt_y</p:attrName>
                                        </p:attrNameLst>
                                      </p:cBhvr>
                                      <p:tavLst>
                                        <p:tav tm="0">
                                          <p:val>
                                            <p:strVal val="#ppt_y"/>
                                          </p:val>
                                        </p:tav>
                                        <p:tav tm="100000">
                                          <p:val>
                                            <p:strVal val="#ppt_y"/>
                                          </p:val>
                                        </p:tav>
                                      </p:tavLst>
                                    </p:anim>
                                    <p:animEffect transition="in" filter="wipe(right)" prLst="gradientSize: 0.1">
                                      <p:cBhvr>
                                        <p:cTn id="29" dur="1000"/>
                                        <p:tgtEl>
                                          <p:spTgt spid="221336"/>
                                        </p:tgtEl>
                                      </p:cBhvr>
                                    </p:animEffect>
                                  </p:childTnLst>
                                </p:cTn>
                              </p:par>
                              <p:par>
                                <p:cTn id="30" presetID="29" presetClass="entr" presetSubtype="0" fill="hold" grpId="0" nodeType="withEffect">
                                  <p:stCondLst>
                                    <p:cond delay="0"/>
                                  </p:stCondLst>
                                  <p:childTnLst>
                                    <p:set>
                                      <p:cBhvr>
                                        <p:cTn id="31" dur="1" fill="hold">
                                          <p:stCondLst>
                                            <p:cond delay="0"/>
                                          </p:stCondLst>
                                        </p:cTn>
                                        <p:tgtEl>
                                          <p:spTgt spid="221337"/>
                                        </p:tgtEl>
                                        <p:attrNameLst>
                                          <p:attrName>style.visibility</p:attrName>
                                        </p:attrNameLst>
                                      </p:cBhvr>
                                      <p:to>
                                        <p:strVal val="visible"/>
                                      </p:to>
                                    </p:set>
                                    <p:anim calcmode="lin" valueType="num">
                                      <p:cBhvr>
                                        <p:cTn id="32" dur="1000" fill="hold"/>
                                        <p:tgtEl>
                                          <p:spTgt spid="221337"/>
                                        </p:tgtEl>
                                        <p:attrNameLst>
                                          <p:attrName>ppt_x</p:attrName>
                                        </p:attrNameLst>
                                      </p:cBhvr>
                                      <p:tavLst>
                                        <p:tav tm="0">
                                          <p:val>
                                            <p:strVal val="#ppt_x-.2"/>
                                          </p:val>
                                        </p:tav>
                                        <p:tav tm="100000">
                                          <p:val>
                                            <p:strVal val="#ppt_x"/>
                                          </p:val>
                                        </p:tav>
                                      </p:tavLst>
                                    </p:anim>
                                    <p:anim calcmode="lin" valueType="num">
                                      <p:cBhvr>
                                        <p:cTn id="33" dur="1000" fill="hold"/>
                                        <p:tgtEl>
                                          <p:spTgt spid="221337"/>
                                        </p:tgtEl>
                                        <p:attrNameLst>
                                          <p:attrName>ppt_y</p:attrName>
                                        </p:attrNameLst>
                                      </p:cBhvr>
                                      <p:tavLst>
                                        <p:tav tm="0">
                                          <p:val>
                                            <p:strVal val="#ppt_y"/>
                                          </p:val>
                                        </p:tav>
                                        <p:tav tm="100000">
                                          <p:val>
                                            <p:strVal val="#ppt_y"/>
                                          </p:val>
                                        </p:tav>
                                      </p:tavLst>
                                    </p:anim>
                                    <p:animEffect transition="in" filter="wipe(right)" prLst="gradientSize: 0.1">
                                      <p:cBhvr>
                                        <p:cTn id="34" dur="1000"/>
                                        <p:tgtEl>
                                          <p:spTgt spid="221337"/>
                                        </p:tgtEl>
                                      </p:cBhvr>
                                    </p:animEffect>
                                  </p:childTnLst>
                                </p:cTn>
                              </p:par>
                              <p:par>
                                <p:cTn id="35" presetID="29" presetClass="entr" presetSubtype="0" fill="hold" grpId="0" nodeType="withEffect">
                                  <p:stCondLst>
                                    <p:cond delay="0"/>
                                  </p:stCondLst>
                                  <p:childTnLst>
                                    <p:set>
                                      <p:cBhvr>
                                        <p:cTn id="36" dur="1" fill="hold">
                                          <p:stCondLst>
                                            <p:cond delay="0"/>
                                          </p:stCondLst>
                                        </p:cTn>
                                        <p:tgtEl>
                                          <p:spTgt spid="221338"/>
                                        </p:tgtEl>
                                        <p:attrNameLst>
                                          <p:attrName>style.visibility</p:attrName>
                                        </p:attrNameLst>
                                      </p:cBhvr>
                                      <p:to>
                                        <p:strVal val="visible"/>
                                      </p:to>
                                    </p:set>
                                    <p:anim calcmode="lin" valueType="num">
                                      <p:cBhvr>
                                        <p:cTn id="37" dur="1000" fill="hold"/>
                                        <p:tgtEl>
                                          <p:spTgt spid="221338"/>
                                        </p:tgtEl>
                                        <p:attrNameLst>
                                          <p:attrName>ppt_x</p:attrName>
                                        </p:attrNameLst>
                                      </p:cBhvr>
                                      <p:tavLst>
                                        <p:tav tm="0">
                                          <p:val>
                                            <p:strVal val="#ppt_x-.2"/>
                                          </p:val>
                                        </p:tav>
                                        <p:tav tm="100000">
                                          <p:val>
                                            <p:strVal val="#ppt_x"/>
                                          </p:val>
                                        </p:tav>
                                      </p:tavLst>
                                    </p:anim>
                                    <p:anim calcmode="lin" valueType="num">
                                      <p:cBhvr>
                                        <p:cTn id="38" dur="1000" fill="hold"/>
                                        <p:tgtEl>
                                          <p:spTgt spid="221338"/>
                                        </p:tgtEl>
                                        <p:attrNameLst>
                                          <p:attrName>ppt_y</p:attrName>
                                        </p:attrNameLst>
                                      </p:cBhvr>
                                      <p:tavLst>
                                        <p:tav tm="0">
                                          <p:val>
                                            <p:strVal val="#ppt_y"/>
                                          </p:val>
                                        </p:tav>
                                        <p:tav tm="100000">
                                          <p:val>
                                            <p:strVal val="#ppt_y"/>
                                          </p:val>
                                        </p:tav>
                                      </p:tavLst>
                                    </p:anim>
                                    <p:animEffect transition="in" filter="wipe(right)" prLst="gradientSize: 0.1">
                                      <p:cBhvr>
                                        <p:cTn id="39" dur="1000"/>
                                        <p:tgtEl>
                                          <p:spTgt spid="221338"/>
                                        </p:tgtEl>
                                      </p:cBhvr>
                                    </p:animEffect>
                                  </p:childTnLst>
                                </p:cTn>
                              </p:par>
                              <p:par>
                                <p:cTn id="40" presetID="29" presetClass="entr" presetSubtype="0" fill="hold" grpId="0" nodeType="withEffect">
                                  <p:stCondLst>
                                    <p:cond delay="0"/>
                                  </p:stCondLst>
                                  <p:childTnLst>
                                    <p:set>
                                      <p:cBhvr>
                                        <p:cTn id="41" dur="1" fill="hold">
                                          <p:stCondLst>
                                            <p:cond delay="0"/>
                                          </p:stCondLst>
                                        </p:cTn>
                                        <p:tgtEl>
                                          <p:spTgt spid="221339"/>
                                        </p:tgtEl>
                                        <p:attrNameLst>
                                          <p:attrName>style.visibility</p:attrName>
                                        </p:attrNameLst>
                                      </p:cBhvr>
                                      <p:to>
                                        <p:strVal val="visible"/>
                                      </p:to>
                                    </p:set>
                                    <p:anim calcmode="lin" valueType="num">
                                      <p:cBhvr>
                                        <p:cTn id="42" dur="1000" fill="hold"/>
                                        <p:tgtEl>
                                          <p:spTgt spid="221339"/>
                                        </p:tgtEl>
                                        <p:attrNameLst>
                                          <p:attrName>ppt_x</p:attrName>
                                        </p:attrNameLst>
                                      </p:cBhvr>
                                      <p:tavLst>
                                        <p:tav tm="0">
                                          <p:val>
                                            <p:strVal val="#ppt_x-.2"/>
                                          </p:val>
                                        </p:tav>
                                        <p:tav tm="100000">
                                          <p:val>
                                            <p:strVal val="#ppt_x"/>
                                          </p:val>
                                        </p:tav>
                                      </p:tavLst>
                                    </p:anim>
                                    <p:anim calcmode="lin" valueType="num">
                                      <p:cBhvr>
                                        <p:cTn id="43" dur="1000" fill="hold"/>
                                        <p:tgtEl>
                                          <p:spTgt spid="221339"/>
                                        </p:tgtEl>
                                        <p:attrNameLst>
                                          <p:attrName>ppt_y</p:attrName>
                                        </p:attrNameLst>
                                      </p:cBhvr>
                                      <p:tavLst>
                                        <p:tav tm="0">
                                          <p:val>
                                            <p:strVal val="#ppt_y"/>
                                          </p:val>
                                        </p:tav>
                                        <p:tav tm="100000">
                                          <p:val>
                                            <p:strVal val="#ppt_y"/>
                                          </p:val>
                                        </p:tav>
                                      </p:tavLst>
                                    </p:anim>
                                    <p:animEffect transition="in" filter="wipe(right)" prLst="gradientSize: 0.1">
                                      <p:cBhvr>
                                        <p:cTn id="44" dur="1000"/>
                                        <p:tgtEl>
                                          <p:spTgt spid="221339"/>
                                        </p:tgtEl>
                                      </p:cBhvr>
                                    </p:animEffect>
                                  </p:childTnLst>
                                </p:cTn>
                              </p:par>
                              <p:par>
                                <p:cTn id="45" presetID="29" presetClass="entr" presetSubtype="0" fill="hold" grpId="0" nodeType="withEffect">
                                  <p:stCondLst>
                                    <p:cond delay="0"/>
                                  </p:stCondLst>
                                  <p:childTnLst>
                                    <p:set>
                                      <p:cBhvr>
                                        <p:cTn id="46" dur="1" fill="hold">
                                          <p:stCondLst>
                                            <p:cond delay="0"/>
                                          </p:stCondLst>
                                        </p:cTn>
                                        <p:tgtEl>
                                          <p:spTgt spid="221340"/>
                                        </p:tgtEl>
                                        <p:attrNameLst>
                                          <p:attrName>style.visibility</p:attrName>
                                        </p:attrNameLst>
                                      </p:cBhvr>
                                      <p:to>
                                        <p:strVal val="visible"/>
                                      </p:to>
                                    </p:set>
                                    <p:anim calcmode="lin" valueType="num">
                                      <p:cBhvr>
                                        <p:cTn id="47" dur="1000" fill="hold"/>
                                        <p:tgtEl>
                                          <p:spTgt spid="221340"/>
                                        </p:tgtEl>
                                        <p:attrNameLst>
                                          <p:attrName>ppt_x</p:attrName>
                                        </p:attrNameLst>
                                      </p:cBhvr>
                                      <p:tavLst>
                                        <p:tav tm="0">
                                          <p:val>
                                            <p:strVal val="#ppt_x-.2"/>
                                          </p:val>
                                        </p:tav>
                                        <p:tav tm="100000">
                                          <p:val>
                                            <p:strVal val="#ppt_x"/>
                                          </p:val>
                                        </p:tav>
                                      </p:tavLst>
                                    </p:anim>
                                    <p:anim calcmode="lin" valueType="num">
                                      <p:cBhvr>
                                        <p:cTn id="48" dur="1000" fill="hold"/>
                                        <p:tgtEl>
                                          <p:spTgt spid="221340"/>
                                        </p:tgtEl>
                                        <p:attrNameLst>
                                          <p:attrName>ppt_y</p:attrName>
                                        </p:attrNameLst>
                                      </p:cBhvr>
                                      <p:tavLst>
                                        <p:tav tm="0">
                                          <p:val>
                                            <p:strVal val="#ppt_y"/>
                                          </p:val>
                                        </p:tav>
                                        <p:tav tm="100000">
                                          <p:val>
                                            <p:strVal val="#ppt_y"/>
                                          </p:val>
                                        </p:tav>
                                      </p:tavLst>
                                    </p:anim>
                                    <p:animEffect transition="in" filter="wipe(right)" prLst="gradientSize: 0.1">
                                      <p:cBhvr>
                                        <p:cTn id="49" dur="1000"/>
                                        <p:tgtEl>
                                          <p:spTgt spid="221340"/>
                                        </p:tgtEl>
                                      </p:cBhvr>
                                    </p:animEffect>
                                  </p:childTnLst>
                                </p:cTn>
                              </p:par>
                              <p:par>
                                <p:cTn id="50" presetID="29" presetClass="entr" presetSubtype="0" fill="hold" grpId="0" nodeType="withEffect">
                                  <p:stCondLst>
                                    <p:cond delay="0"/>
                                  </p:stCondLst>
                                  <p:childTnLst>
                                    <p:set>
                                      <p:cBhvr>
                                        <p:cTn id="51" dur="1" fill="hold">
                                          <p:stCondLst>
                                            <p:cond delay="0"/>
                                          </p:stCondLst>
                                        </p:cTn>
                                        <p:tgtEl>
                                          <p:spTgt spid="221341"/>
                                        </p:tgtEl>
                                        <p:attrNameLst>
                                          <p:attrName>style.visibility</p:attrName>
                                        </p:attrNameLst>
                                      </p:cBhvr>
                                      <p:to>
                                        <p:strVal val="visible"/>
                                      </p:to>
                                    </p:set>
                                    <p:anim calcmode="lin" valueType="num">
                                      <p:cBhvr>
                                        <p:cTn id="52" dur="1000" fill="hold"/>
                                        <p:tgtEl>
                                          <p:spTgt spid="221341"/>
                                        </p:tgtEl>
                                        <p:attrNameLst>
                                          <p:attrName>ppt_x</p:attrName>
                                        </p:attrNameLst>
                                      </p:cBhvr>
                                      <p:tavLst>
                                        <p:tav tm="0">
                                          <p:val>
                                            <p:strVal val="#ppt_x-.2"/>
                                          </p:val>
                                        </p:tav>
                                        <p:tav tm="100000">
                                          <p:val>
                                            <p:strVal val="#ppt_x"/>
                                          </p:val>
                                        </p:tav>
                                      </p:tavLst>
                                    </p:anim>
                                    <p:anim calcmode="lin" valueType="num">
                                      <p:cBhvr>
                                        <p:cTn id="53" dur="1000" fill="hold"/>
                                        <p:tgtEl>
                                          <p:spTgt spid="221341"/>
                                        </p:tgtEl>
                                        <p:attrNameLst>
                                          <p:attrName>ppt_y</p:attrName>
                                        </p:attrNameLst>
                                      </p:cBhvr>
                                      <p:tavLst>
                                        <p:tav tm="0">
                                          <p:val>
                                            <p:strVal val="#ppt_y"/>
                                          </p:val>
                                        </p:tav>
                                        <p:tav tm="100000">
                                          <p:val>
                                            <p:strVal val="#ppt_y"/>
                                          </p:val>
                                        </p:tav>
                                      </p:tavLst>
                                    </p:anim>
                                    <p:animEffect transition="in" filter="wipe(right)" prLst="gradientSize: 0.1">
                                      <p:cBhvr>
                                        <p:cTn id="54" dur="1000"/>
                                        <p:tgtEl>
                                          <p:spTgt spid="221341"/>
                                        </p:tgtEl>
                                      </p:cBhvr>
                                    </p:animEffect>
                                  </p:childTnLst>
                                </p:cTn>
                              </p:par>
                              <p:par>
                                <p:cTn id="55" presetID="29" presetClass="entr" presetSubtype="0" fill="hold" grpId="0" nodeType="withEffect">
                                  <p:stCondLst>
                                    <p:cond delay="0"/>
                                  </p:stCondLst>
                                  <p:childTnLst>
                                    <p:set>
                                      <p:cBhvr>
                                        <p:cTn id="56" dur="1" fill="hold">
                                          <p:stCondLst>
                                            <p:cond delay="0"/>
                                          </p:stCondLst>
                                        </p:cTn>
                                        <p:tgtEl>
                                          <p:spTgt spid="221342"/>
                                        </p:tgtEl>
                                        <p:attrNameLst>
                                          <p:attrName>style.visibility</p:attrName>
                                        </p:attrNameLst>
                                      </p:cBhvr>
                                      <p:to>
                                        <p:strVal val="visible"/>
                                      </p:to>
                                    </p:set>
                                    <p:anim calcmode="lin" valueType="num">
                                      <p:cBhvr>
                                        <p:cTn id="57" dur="1000" fill="hold"/>
                                        <p:tgtEl>
                                          <p:spTgt spid="221342"/>
                                        </p:tgtEl>
                                        <p:attrNameLst>
                                          <p:attrName>ppt_x</p:attrName>
                                        </p:attrNameLst>
                                      </p:cBhvr>
                                      <p:tavLst>
                                        <p:tav tm="0">
                                          <p:val>
                                            <p:strVal val="#ppt_x-.2"/>
                                          </p:val>
                                        </p:tav>
                                        <p:tav tm="100000">
                                          <p:val>
                                            <p:strVal val="#ppt_x"/>
                                          </p:val>
                                        </p:tav>
                                      </p:tavLst>
                                    </p:anim>
                                    <p:anim calcmode="lin" valueType="num">
                                      <p:cBhvr>
                                        <p:cTn id="58" dur="1000" fill="hold"/>
                                        <p:tgtEl>
                                          <p:spTgt spid="221342"/>
                                        </p:tgtEl>
                                        <p:attrNameLst>
                                          <p:attrName>ppt_y</p:attrName>
                                        </p:attrNameLst>
                                      </p:cBhvr>
                                      <p:tavLst>
                                        <p:tav tm="0">
                                          <p:val>
                                            <p:strVal val="#ppt_y"/>
                                          </p:val>
                                        </p:tav>
                                        <p:tav tm="100000">
                                          <p:val>
                                            <p:strVal val="#ppt_y"/>
                                          </p:val>
                                        </p:tav>
                                      </p:tavLst>
                                    </p:anim>
                                    <p:animEffect transition="in" filter="wipe(right)" prLst="gradientSize: 0.1">
                                      <p:cBhvr>
                                        <p:cTn id="59" dur="1000"/>
                                        <p:tgtEl>
                                          <p:spTgt spid="221342"/>
                                        </p:tgtEl>
                                      </p:cBhvr>
                                    </p:animEffect>
                                  </p:childTnLst>
                                </p:cTn>
                              </p:par>
                              <p:par>
                                <p:cTn id="60" presetID="29" presetClass="entr" presetSubtype="0" fill="hold" grpId="0" nodeType="withEffect">
                                  <p:stCondLst>
                                    <p:cond delay="0"/>
                                  </p:stCondLst>
                                  <p:childTnLst>
                                    <p:set>
                                      <p:cBhvr>
                                        <p:cTn id="61" dur="1" fill="hold">
                                          <p:stCondLst>
                                            <p:cond delay="0"/>
                                          </p:stCondLst>
                                        </p:cTn>
                                        <p:tgtEl>
                                          <p:spTgt spid="221343"/>
                                        </p:tgtEl>
                                        <p:attrNameLst>
                                          <p:attrName>style.visibility</p:attrName>
                                        </p:attrNameLst>
                                      </p:cBhvr>
                                      <p:to>
                                        <p:strVal val="visible"/>
                                      </p:to>
                                    </p:set>
                                    <p:anim calcmode="lin" valueType="num">
                                      <p:cBhvr>
                                        <p:cTn id="62" dur="1000" fill="hold"/>
                                        <p:tgtEl>
                                          <p:spTgt spid="221343"/>
                                        </p:tgtEl>
                                        <p:attrNameLst>
                                          <p:attrName>ppt_x</p:attrName>
                                        </p:attrNameLst>
                                      </p:cBhvr>
                                      <p:tavLst>
                                        <p:tav tm="0">
                                          <p:val>
                                            <p:strVal val="#ppt_x-.2"/>
                                          </p:val>
                                        </p:tav>
                                        <p:tav tm="100000">
                                          <p:val>
                                            <p:strVal val="#ppt_x"/>
                                          </p:val>
                                        </p:tav>
                                      </p:tavLst>
                                    </p:anim>
                                    <p:anim calcmode="lin" valueType="num">
                                      <p:cBhvr>
                                        <p:cTn id="63" dur="1000" fill="hold"/>
                                        <p:tgtEl>
                                          <p:spTgt spid="221343"/>
                                        </p:tgtEl>
                                        <p:attrNameLst>
                                          <p:attrName>ppt_y</p:attrName>
                                        </p:attrNameLst>
                                      </p:cBhvr>
                                      <p:tavLst>
                                        <p:tav tm="0">
                                          <p:val>
                                            <p:strVal val="#ppt_y"/>
                                          </p:val>
                                        </p:tav>
                                        <p:tav tm="100000">
                                          <p:val>
                                            <p:strVal val="#ppt_y"/>
                                          </p:val>
                                        </p:tav>
                                      </p:tavLst>
                                    </p:anim>
                                    <p:animEffect transition="in" filter="wipe(right)" prLst="gradientSize: 0.1">
                                      <p:cBhvr>
                                        <p:cTn id="64" dur="1000"/>
                                        <p:tgtEl>
                                          <p:spTgt spid="221343"/>
                                        </p:tgtEl>
                                      </p:cBhvr>
                                    </p:animEffect>
                                  </p:childTnLst>
                                </p:cTn>
                              </p:par>
                              <p:par>
                                <p:cTn id="65" presetID="29" presetClass="entr" presetSubtype="0" fill="hold" grpId="0" nodeType="withEffect">
                                  <p:stCondLst>
                                    <p:cond delay="0"/>
                                  </p:stCondLst>
                                  <p:childTnLst>
                                    <p:set>
                                      <p:cBhvr>
                                        <p:cTn id="66" dur="1" fill="hold">
                                          <p:stCondLst>
                                            <p:cond delay="0"/>
                                          </p:stCondLst>
                                        </p:cTn>
                                        <p:tgtEl>
                                          <p:spTgt spid="221354"/>
                                        </p:tgtEl>
                                        <p:attrNameLst>
                                          <p:attrName>style.visibility</p:attrName>
                                        </p:attrNameLst>
                                      </p:cBhvr>
                                      <p:to>
                                        <p:strVal val="visible"/>
                                      </p:to>
                                    </p:set>
                                    <p:anim calcmode="lin" valueType="num">
                                      <p:cBhvr>
                                        <p:cTn id="67" dur="1000" fill="hold"/>
                                        <p:tgtEl>
                                          <p:spTgt spid="221354"/>
                                        </p:tgtEl>
                                        <p:attrNameLst>
                                          <p:attrName>ppt_x</p:attrName>
                                        </p:attrNameLst>
                                      </p:cBhvr>
                                      <p:tavLst>
                                        <p:tav tm="0">
                                          <p:val>
                                            <p:strVal val="#ppt_x-.2"/>
                                          </p:val>
                                        </p:tav>
                                        <p:tav tm="100000">
                                          <p:val>
                                            <p:strVal val="#ppt_x"/>
                                          </p:val>
                                        </p:tav>
                                      </p:tavLst>
                                    </p:anim>
                                    <p:anim calcmode="lin" valueType="num">
                                      <p:cBhvr>
                                        <p:cTn id="68" dur="1000" fill="hold"/>
                                        <p:tgtEl>
                                          <p:spTgt spid="221354"/>
                                        </p:tgtEl>
                                        <p:attrNameLst>
                                          <p:attrName>ppt_y</p:attrName>
                                        </p:attrNameLst>
                                      </p:cBhvr>
                                      <p:tavLst>
                                        <p:tav tm="0">
                                          <p:val>
                                            <p:strVal val="#ppt_y"/>
                                          </p:val>
                                        </p:tav>
                                        <p:tav tm="100000">
                                          <p:val>
                                            <p:strVal val="#ppt_y"/>
                                          </p:val>
                                        </p:tav>
                                      </p:tavLst>
                                    </p:anim>
                                    <p:animEffect transition="in" filter="wipe(right)" prLst="gradientSize: 0.1">
                                      <p:cBhvr>
                                        <p:cTn id="69" dur="1000"/>
                                        <p:tgtEl>
                                          <p:spTgt spid="221354"/>
                                        </p:tgtEl>
                                      </p:cBhvr>
                                    </p:animEffect>
                                  </p:childTnLst>
                                </p:cTn>
                              </p:par>
                            </p:childTnLst>
                          </p:cTn>
                        </p:par>
                      </p:childTnLst>
                    </p:cTn>
                  </p:par>
                  <p:par>
                    <p:cTn id="70" fill="hold">
                      <p:stCondLst>
                        <p:cond delay="indefinite"/>
                      </p:stCondLst>
                      <p:childTnLst>
                        <p:par>
                          <p:cTn id="71" fill="hold">
                            <p:stCondLst>
                              <p:cond delay="0"/>
                            </p:stCondLst>
                            <p:childTnLst>
                              <p:par>
                                <p:cTn id="72" presetID="29" presetClass="entr" presetSubtype="0" fill="hold" grpId="0" nodeType="clickEffect">
                                  <p:stCondLst>
                                    <p:cond delay="0"/>
                                  </p:stCondLst>
                                  <p:childTnLst>
                                    <p:set>
                                      <p:cBhvr>
                                        <p:cTn id="73" dur="1" fill="hold">
                                          <p:stCondLst>
                                            <p:cond delay="0"/>
                                          </p:stCondLst>
                                        </p:cTn>
                                        <p:tgtEl>
                                          <p:spTgt spid="221349"/>
                                        </p:tgtEl>
                                        <p:attrNameLst>
                                          <p:attrName>style.visibility</p:attrName>
                                        </p:attrNameLst>
                                      </p:cBhvr>
                                      <p:to>
                                        <p:strVal val="visible"/>
                                      </p:to>
                                    </p:set>
                                    <p:anim calcmode="lin" valueType="num">
                                      <p:cBhvr>
                                        <p:cTn id="74" dur="1000" fill="hold"/>
                                        <p:tgtEl>
                                          <p:spTgt spid="221349"/>
                                        </p:tgtEl>
                                        <p:attrNameLst>
                                          <p:attrName>ppt_x</p:attrName>
                                        </p:attrNameLst>
                                      </p:cBhvr>
                                      <p:tavLst>
                                        <p:tav tm="0">
                                          <p:val>
                                            <p:strVal val="#ppt_x-.2"/>
                                          </p:val>
                                        </p:tav>
                                        <p:tav tm="100000">
                                          <p:val>
                                            <p:strVal val="#ppt_x"/>
                                          </p:val>
                                        </p:tav>
                                      </p:tavLst>
                                    </p:anim>
                                    <p:anim calcmode="lin" valueType="num">
                                      <p:cBhvr>
                                        <p:cTn id="75" dur="1000" fill="hold"/>
                                        <p:tgtEl>
                                          <p:spTgt spid="221349"/>
                                        </p:tgtEl>
                                        <p:attrNameLst>
                                          <p:attrName>ppt_y</p:attrName>
                                        </p:attrNameLst>
                                      </p:cBhvr>
                                      <p:tavLst>
                                        <p:tav tm="0">
                                          <p:val>
                                            <p:strVal val="#ppt_y"/>
                                          </p:val>
                                        </p:tav>
                                        <p:tav tm="100000">
                                          <p:val>
                                            <p:strVal val="#ppt_y"/>
                                          </p:val>
                                        </p:tav>
                                      </p:tavLst>
                                    </p:anim>
                                    <p:animEffect transition="in" filter="wipe(right)" prLst="gradientSize: 0.1">
                                      <p:cBhvr>
                                        <p:cTn id="76" dur="1000"/>
                                        <p:tgtEl>
                                          <p:spTgt spid="221349"/>
                                        </p:tgtEl>
                                      </p:cBhvr>
                                    </p:animEffect>
                                  </p:childTnLst>
                                </p:cTn>
                              </p:par>
                            </p:childTnLst>
                          </p:cTn>
                        </p:par>
                      </p:childTnLst>
                    </p:cTn>
                  </p:par>
                  <p:par>
                    <p:cTn id="77" fill="hold">
                      <p:stCondLst>
                        <p:cond delay="indefinite"/>
                      </p:stCondLst>
                      <p:childTnLst>
                        <p:par>
                          <p:cTn id="78" fill="hold">
                            <p:stCondLst>
                              <p:cond delay="0"/>
                            </p:stCondLst>
                            <p:childTnLst>
                              <p:par>
                                <p:cTn id="79" presetID="29" presetClass="entr" presetSubtype="0" fill="hold" grpId="0" nodeType="clickEffect">
                                  <p:stCondLst>
                                    <p:cond delay="0"/>
                                  </p:stCondLst>
                                  <p:childTnLst>
                                    <p:set>
                                      <p:cBhvr>
                                        <p:cTn id="80" dur="1" fill="hold">
                                          <p:stCondLst>
                                            <p:cond delay="0"/>
                                          </p:stCondLst>
                                        </p:cTn>
                                        <p:tgtEl>
                                          <p:spTgt spid="221353"/>
                                        </p:tgtEl>
                                        <p:attrNameLst>
                                          <p:attrName>style.visibility</p:attrName>
                                        </p:attrNameLst>
                                      </p:cBhvr>
                                      <p:to>
                                        <p:strVal val="visible"/>
                                      </p:to>
                                    </p:set>
                                    <p:anim calcmode="lin" valueType="num">
                                      <p:cBhvr>
                                        <p:cTn id="81" dur="1000" fill="hold"/>
                                        <p:tgtEl>
                                          <p:spTgt spid="221353"/>
                                        </p:tgtEl>
                                        <p:attrNameLst>
                                          <p:attrName>ppt_x</p:attrName>
                                        </p:attrNameLst>
                                      </p:cBhvr>
                                      <p:tavLst>
                                        <p:tav tm="0">
                                          <p:val>
                                            <p:strVal val="#ppt_x-.2"/>
                                          </p:val>
                                        </p:tav>
                                        <p:tav tm="100000">
                                          <p:val>
                                            <p:strVal val="#ppt_x"/>
                                          </p:val>
                                        </p:tav>
                                      </p:tavLst>
                                    </p:anim>
                                    <p:anim calcmode="lin" valueType="num">
                                      <p:cBhvr>
                                        <p:cTn id="82" dur="1000" fill="hold"/>
                                        <p:tgtEl>
                                          <p:spTgt spid="221353"/>
                                        </p:tgtEl>
                                        <p:attrNameLst>
                                          <p:attrName>ppt_y</p:attrName>
                                        </p:attrNameLst>
                                      </p:cBhvr>
                                      <p:tavLst>
                                        <p:tav tm="0">
                                          <p:val>
                                            <p:strVal val="#ppt_y"/>
                                          </p:val>
                                        </p:tav>
                                        <p:tav tm="100000">
                                          <p:val>
                                            <p:strVal val="#ppt_y"/>
                                          </p:val>
                                        </p:tav>
                                      </p:tavLst>
                                    </p:anim>
                                    <p:animEffect transition="in" filter="wipe(right)" prLst="gradientSize: 0.1">
                                      <p:cBhvr>
                                        <p:cTn id="83" dur="1000"/>
                                        <p:tgtEl>
                                          <p:spTgt spid="221353"/>
                                        </p:tgtEl>
                                      </p:cBhvr>
                                    </p:animEffect>
                                  </p:childTnLst>
                                </p:cTn>
                              </p:par>
                            </p:childTnLst>
                          </p:cTn>
                        </p:par>
                      </p:childTnLst>
                    </p:cTn>
                  </p:par>
                  <p:par>
                    <p:cTn id="84" fill="hold">
                      <p:stCondLst>
                        <p:cond delay="indefinite"/>
                      </p:stCondLst>
                      <p:childTnLst>
                        <p:par>
                          <p:cTn id="85" fill="hold">
                            <p:stCondLst>
                              <p:cond delay="0"/>
                            </p:stCondLst>
                            <p:childTnLst>
                              <p:par>
                                <p:cTn id="86" presetID="29" presetClass="entr" presetSubtype="0" fill="hold" grpId="0" nodeType="clickEffect">
                                  <p:stCondLst>
                                    <p:cond delay="0"/>
                                  </p:stCondLst>
                                  <p:childTnLst>
                                    <p:set>
                                      <p:cBhvr>
                                        <p:cTn id="87" dur="1" fill="hold">
                                          <p:stCondLst>
                                            <p:cond delay="0"/>
                                          </p:stCondLst>
                                        </p:cTn>
                                        <p:tgtEl>
                                          <p:spTgt spid="221344"/>
                                        </p:tgtEl>
                                        <p:attrNameLst>
                                          <p:attrName>style.visibility</p:attrName>
                                        </p:attrNameLst>
                                      </p:cBhvr>
                                      <p:to>
                                        <p:strVal val="visible"/>
                                      </p:to>
                                    </p:set>
                                    <p:anim calcmode="lin" valueType="num">
                                      <p:cBhvr>
                                        <p:cTn id="88" dur="1000" fill="hold"/>
                                        <p:tgtEl>
                                          <p:spTgt spid="221344"/>
                                        </p:tgtEl>
                                        <p:attrNameLst>
                                          <p:attrName>ppt_x</p:attrName>
                                        </p:attrNameLst>
                                      </p:cBhvr>
                                      <p:tavLst>
                                        <p:tav tm="0">
                                          <p:val>
                                            <p:strVal val="#ppt_x-.2"/>
                                          </p:val>
                                        </p:tav>
                                        <p:tav tm="100000">
                                          <p:val>
                                            <p:strVal val="#ppt_x"/>
                                          </p:val>
                                        </p:tav>
                                      </p:tavLst>
                                    </p:anim>
                                    <p:anim calcmode="lin" valueType="num">
                                      <p:cBhvr>
                                        <p:cTn id="89" dur="1000" fill="hold"/>
                                        <p:tgtEl>
                                          <p:spTgt spid="221344"/>
                                        </p:tgtEl>
                                        <p:attrNameLst>
                                          <p:attrName>ppt_y</p:attrName>
                                        </p:attrNameLst>
                                      </p:cBhvr>
                                      <p:tavLst>
                                        <p:tav tm="0">
                                          <p:val>
                                            <p:strVal val="#ppt_y"/>
                                          </p:val>
                                        </p:tav>
                                        <p:tav tm="100000">
                                          <p:val>
                                            <p:strVal val="#ppt_y"/>
                                          </p:val>
                                        </p:tav>
                                      </p:tavLst>
                                    </p:anim>
                                    <p:animEffect transition="in" filter="wipe(right)" prLst="gradientSize: 0.1">
                                      <p:cBhvr>
                                        <p:cTn id="90" dur="1000"/>
                                        <p:tgtEl>
                                          <p:spTgt spid="221344"/>
                                        </p:tgtEl>
                                      </p:cBhvr>
                                    </p:animEffect>
                                  </p:childTnLst>
                                </p:cTn>
                              </p:par>
                            </p:childTnLst>
                          </p:cTn>
                        </p:par>
                      </p:childTnLst>
                    </p:cTn>
                  </p:par>
                  <p:par>
                    <p:cTn id="91" fill="hold">
                      <p:stCondLst>
                        <p:cond delay="indefinite"/>
                      </p:stCondLst>
                      <p:childTnLst>
                        <p:par>
                          <p:cTn id="92" fill="hold">
                            <p:stCondLst>
                              <p:cond delay="0"/>
                            </p:stCondLst>
                            <p:childTnLst>
                              <p:par>
                                <p:cTn id="93" presetID="29" presetClass="entr" presetSubtype="0" fill="hold" grpId="0" nodeType="clickEffect">
                                  <p:stCondLst>
                                    <p:cond delay="0"/>
                                  </p:stCondLst>
                                  <p:childTnLst>
                                    <p:set>
                                      <p:cBhvr>
                                        <p:cTn id="94" dur="1" fill="hold">
                                          <p:stCondLst>
                                            <p:cond delay="0"/>
                                          </p:stCondLst>
                                        </p:cTn>
                                        <p:tgtEl>
                                          <p:spTgt spid="221350"/>
                                        </p:tgtEl>
                                        <p:attrNameLst>
                                          <p:attrName>style.visibility</p:attrName>
                                        </p:attrNameLst>
                                      </p:cBhvr>
                                      <p:to>
                                        <p:strVal val="visible"/>
                                      </p:to>
                                    </p:set>
                                    <p:anim calcmode="lin" valueType="num">
                                      <p:cBhvr>
                                        <p:cTn id="95" dur="1000" fill="hold"/>
                                        <p:tgtEl>
                                          <p:spTgt spid="221350"/>
                                        </p:tgtEl>
                                        <p:attrNameLst>
                                          <p:attrName>ppt_x</p:attrName>
                                        </p:attrNameLst>
                                      </p:cBhvr>
                                      <p:tavLst>
                                        <p:tav tm="0">
                                          <p:val>
                                            <p:strVal val="#ppt_x-.2"/>
                                          </p:val>
                                        </p:tav>
                                        <p:tav tm="100000">
                                          <p:val>
                                            <p:strVal val="#ppt_x"/>
                                          </p:val>
                                        </p:tav>
                                      </p:tavLst>
                                    </p:anim>
                                    <p:anim calcmode="lin" valueType="num">
                                      <p:cBhvr>
                                        <p:cTn id="96" dur="1000" fill="hold"/>
                                        <p:tgtEl>
                                          <p:spTgt spid="221350"/>
                                        </p:tgtEl>
                                        <p:attrNameLst>
                                          <p:attrName>ppt_y</p:attrName>
                                        </p:attrNameLst>
                                      </p:cBhvr>
                                      <p:tavLst>
                                        <p:tav tm="0">
                                          <p:val>
                                            <p:strVal val="#ppt_y"/>
                                          </p:val>
                                        </p:tav>
                                        <p:tav tm="100000">
                                          <p:val>
                                            <p:strVal val="#ppt_y"/>
                                          </p:val>
                                        </p:tav>
                                      </p:tavLst>
                                    </p:anim>
                                    <p:animEffect transition="in" filter="wipe(right)" prLst="gradientSize: 0.1">
                                      <p:cBhvr>
                                        <p:cTn id="97" dur="1000"/>
                                        <p:tgtEl>
                                          <p:spTgt spid="221350"/>
                                        </p:tgtEl>
                                      </p:cBhvr>
                                    </p:animEffect>
                                  </p:childTnLst>
                                </p:cTn>
                              </p:par>
                            </p:childTnLst>
                          </p:cTn>
                        </p:par>
                      </p:childTnLst>
                    </p:cTn>
                  </p:par>
                  <p:par>
                    <p:cTn id="98" fill="hold">
                      <p:stCondLst>
                        <p:cond delay="indefinite"/>
                      </p:stCondLst>
                      <p:childTnLst>
                        <p:par>
                          <p:cTn id="99" fill="hold">
                            <p:stCondLst>
                              <p:cond delay="0"/>
                            </p:stCondLst>
                            <p:childTnLst>
                              <p:par>
                                <p:cTn id="100" presetID="29" presetClass="entr" presetSubtype="0" fill="hold" grpId="0" nodeType="clickEffect">
                                  <p:stCondLst>
                                    <p:cond delay="0"/>
                                  </p:stCondLst>
                                  <p:childTnLst>
                                    <p:set>
                                      <p:cBhvr>
                                        <p:cTn id="101" dur="1" fill="hold">
                                          <p:stCondLst>
                                            <p:cond delay="0"/>
                                          </p:stCondLst>
                                        </p:cTn>
                                        <p:tgtEl>
                                          <p:spTgt spid="221346"/>
                                        </p:tgtEl>
                                        <p:attrNameLst>
                                          <p:attrName>style.visibility</p:attrName>
                                        </p:attrNameLst>
                                      </p:cBhvr>
                                      <p:to>
                                        <p:strVal val="visible"/>
                                      </p:to>
                                    </p:set>
                                    <p:anim calcmode="lin" valueType="num">
                                      <p:cBhvr>
                                        <p:cTn id="102" dur="1000" fill="hold"/>
                                        <p:tgtEl>
                                          <p:spTgt spid="221346"/>
                                        </p:tgtEl>
                                        <p:attrNameLst>
                                          <p:attrName>ppt_x</p:attrName>
                                        </p:attrNameLst>
                                      </p:cBhvr>
                                      <p:tavLst>
                                        <p:tav tm="0">
                                          <p:val>
                                            <p:strVal val="#ppt_x-.2"/>
                                          </p:val>
                                        </p:tav>
                                        <p:tav tm="100000">
                                          <p:val>
                                            <p:strVal val="#ppt_x"/>
                                          </p:val>
                                        </p:tav>
                                      </p:tavLst>
                                    </p:anim>
                                    <p:anim calcmode="lin" valueType="num">
                                      <p:cBhvr>
                                        <p:cTn id="103" dur="1000" fill="hold"/>
                                        <p:tgtEl>
                                          <p:spTgt spid="221346"/>
                                        </p:tgtEl>
                                        <p:attrNameLst>
                                          <p:attrName>ppt_y</p:attrName>
                                        </p:attrNameLst>
                                      </p:cBhvr>
                                      <p:tavLst>
                                        <p:tav tm="0">
                                          <p:val>
                                            <p:strVal val="#ppt_y"/>
                                          </p:val>
                                        </p:tav>
                                        <p:tav tm="100000">
                                          <p:val>
                                            <p:strVal val="#ppt_y"/>
                                          </p:val>
                                        </p:tav>
                                      </p:tavLst>
                                    </p:anim>
                                    <p:animEffect transition="in" filter="wipe(right)" prLst="gradientSize: 0.1">
                                      <p:cBhvr>
                                        <p:cTn id="104" dur="1000"/>
                                        <p:tgtEl>
                                          <p:spTgt spid="221346"/>
                                        </p:tgtEl>
                                      </p:cBhvr>
                                    </p:animEffect>
                                  </p:childTnLst>
                                </p:cTn>
                              </p:par>
                            </p:childTnLst>
                          </p:cTn>
                        </p:par>
                      </p:childTnLst>
                    </p:cTn>
                  </p:par>
                  <p:par>
                    <p:cTn id="105" fill="hold">
                      <p:stCondLst>
                        <p:cond delay="indefinite"/>
                      </p:stCondLst>
                      <p:childTnLst>
                        <p:par>
                          <p:cTn id="106" fill="hold">
                            <p:stCondLst>
                              <p:cond delay="0"/>
                            </p:stCondLst>
                            <p:childTnLst>
                              <p:par>
                                <p:cTn id="107" presetID="29" presetClass="entr" presetSubtype="0" fill="hold" grpId="0" nodeType="clickEffect">
                                  <p:stCondLst>
                                    <p:cond delay="0"/>
                                  </p:stCondLst>
                                  <p:childTnLst>
                                    <p:set>
                                      <p:cBhvr>
                                        <p:cTn id="108" dur="1" fill="hold">
                                          <p:stCondLst>
                                            <p:cond delay="0"/>
                                          </p:stCondLst>
                                        </p:cTn>
                                        <p:tgtEl>
                                          <p:spTgt spid="221351"/>
                                        </p:tgtEl>
                                        <p:attrNameLst>
                                          <p:attrName>style.visibility</p:attrName>
                                        </p:attrNameLst>
                                      </p:cBhvr>
                                      <p:to>
                                        <p:strVal val="visible"/>
                                      </p:to>
                                    </p:set>
                                    <p:anim calcmode="lin" valueType="num">
                                      <p:cBhvr>
                                        <p:cTn id="109" dur="1000" fill="hold"/>
                                        <p:tgtEl>
                                          <p:spTgt spid="221351"/>
                                        </p:tgtEl>
                                        <p:attrNameLst>
                                          <p:attrName>ppt_x</p:attrName>
                                        </p:attrNameLst>
                                      </p:cBhvr>
                                      <p:tavLst>
                                        <p:tav tm="0">
                                          <p:val>
                                            <p:strVal val="#ppt_x-.2"/>
                                          </p:val>
                                        </p:tav>
                                        <p:tav tm="100000">
                                          <p:val>
                                            <p:strVal val="#ppt_x"/>
                                          </p:val>
                                        </p:tav>
                                      </p:tavLst>
                                    </p:anim>
                                    <p:anim calcmode="lin" valueType="num">
                                      <p:cBhvr>
                                        <p:cTn id="110" dur="1000" fill="hold"/>
                                        <p:tgtEl>
                                          <p:spTgt spid="221351"/>
                                        </p:tgtEl>
                                        <p:attrNameLst>
                                          <p:attrName>ppt_y</p:attrName>
                                        </p:attrNameLst>
                                      </p:cBhvr>
                                      <p:tavLst>
                                        <p:tav tm="0">
                                          <p:val>
                                            <p:strVal val="#ppt_y"/>
                                          </p:val>
                                        </p:tav>
                                        <p:tav tm="100000">
                                          <p:val>
                                            <p:strVal val="#ppt_y"/>
                                          </p:val>
                                        </p:tav>
                                      </p:tavLst>
                                    </p:anim>
                                    <p:animEffect transition="in" filter="wipe(right)" prLst="gradientSize: 0.1">
                                      <p:cBhvr>
                                        <p:cTn id="111" dur="1000"/>
                                        <p:tgtEl>
                                          <p:spTgt spid="221351"/>
                                        </p:tgtEl>
                                      </p:cBhvr>
                                    </p:animEffect>
                                  </p:childTnLst>
                                </p:cTn>
                              </p:par>
                            </p:childTnLst>
                          </p:cTn>
                        </p:par>
                      </p:childTnLst>
                    </p:cTn>
                  </p:par>
                  <p:par>
                    <p:cTn id="112" fill="hold">
                      <p:stCondLst>
                        <p:cond delay="indefinite"/>
                      </p:stCondLst>
                      <p:childTnLst>
                        <p:par>
                          <p:cTn id="113" fill="hold">
                            <p:stCondLst>
                              <p:cond delay="0"/>
                            </p:stCondLst>
                            <p:childTnLst>
                              <p:par>
                                <p:cTn id="114" presetID="29" presetClass="entr" presetSubtype="0" fill="hold" grpId="0" nodeType="clickEffect">
                                  <p:stCondLst>
                                    <p:cond delay="0"/>
                                  </p:stCondLst>
                                  <p:childTnLst>
                                    <p:set>
                                      <p:cBhvr>
                                        <p:cTn id="115" dur="1" fill="hold">
                                          <p:stCondLst>
                                            <p:cond delay="0"/>
                                          </p:stCondLst>
                                        </p:cTn>
                                        <p:tgtEl>
                                          <p:spTgt spid="221348"/>
                                        </p:tgtEl>
                                        <p:attrNameLst>
                                          <p:attrName>style.visibility</p:attrName>
                                        </p:attrNameLst>
                                      </p:cBhvr>
                                      <p:to>
                                        <p:strVal val="visible"/>
                                      </p:to>
                                    </p:set>
                                    <p:anim calcmode="lin" valueType="num">
                                      <p:cBhvr>
                                        <p:cTn id="116" dur="1000" fill="hold"/>
                                        <p:tgtEl>
                                          <p:spTgt spid="221348"/>
                                        </p:tgtEl>
                                        <p:attrNameLst>
                                          <p:attrName>ppt_x</p:attrName>
                                        </p:attrNameLst>
                                      </p:cBhvr>
                                      <p:tavLst>
                                        <p:tav tm="0">
                                          <p:val>
                                            <p:strVal val="#ppt_x-.2"/>
                                          </p:val>
                                        </p:tav>
                                        <p:tav tm="100000">
                                          <p:val>
                                            <p:strVal val="#ppt_x"/>
                                          </p:val>
                                        </p:tav>
                                      </p:tavLst>
                                    </p:anim>
                                    <p:anim calcmode="lin" valueType="num">
                                      <p:cBhvr>
                                        <p:cTn id="117" dur="1000" fill="hold"/>
                                        <p:tgtEl>
                                          <p:spTgt spid="221348"/>
                                        </p:tgtEl>
                                        <p:attrNameLst>
                                          <p:attrName>ppt_y</p:attrName>
                                        </p:attrNameLst>
                                      </p:cBhvr>
                                      <p:tavLst>
                                        <p:tav tm="0">
                                          <p:val>
                                            <p:strVal val="#ppt_y"/>
                                          </p:val>
                                        </p:tav>
                                        <p:tav tm="100000">
                                          <p:val>
                                            <p:strVal val="#ppt_y"/>
                                          </p:val>
                                        </p:tav>
                                      </p:tavLst>
                                    </p:anim>
                                    <p:animEffect transition="in" filter="wipe(right)" prLst="gradientSize: 0.1">
                                      <p:cBhvr>
                                        <p:cTn id="118" dur="1000"/>
                                        <p:tgtEl>
                                          <p:spTgt spid="221348"/>
                                        </p:tgtEl>
                                      </p:cBhvr>
                                    </p:animEffect>
                                  </p:childTnLst>
                                </p:cTn>
                              </p:par>
                            </p:childTnLst>
                          </p:cTn>
                        </p:par>
                      </p:childTnLst>
                    </p:cTn>
                  </p:par>
                  <p:par>
                    <p:cTn id="119" fill="hold">
                      <p:stCondLst>
                        <p:cond delay="indefinite"/>
                      </p:stCondLst>
                      <p:childTnLst>
                        <p:par>
                          <p:cTn id="120" fill="hold">
                            <p:stCondLst>
                              <p:cond delay="0"/>
                            </p:stCondLst>
                            <p:childTnLst>
                              <p:par>
                                <p:cTn id="121" presetID="29" presetClass="entr" presetSubtype="0" fill="hold" grpId="0" nodeType="clickEffect">
                                  <p:stCondLst>
                                    <p:cond delay="0"/>
                                  </p:stCondLst>
                                  <p:childTnLst>
                                    <p:set>
                                      <p:cBhvr>
                                        <p:cTn id="122" dur="1" fill="hold">
                                          <p:stCondLst>
                                            <p:cond delay="0"/>
                                          </p:stCondLst>
                                        </p:cTn>
                                        <p:tgtEl>
                                          <p:spTgt spid="221345"/>
                                        </p:tgtEl>
                                        <p:attrNameLst>
                                          <p:attrName>style.visibility</p:attrName>
                                        </p:attrNameLst>
                                      </p:cBhvr>
                                      <p:to>
                                        <p:strVal val="visible"/>
                                      </p:to>
                                    </p:set>
                                    <p:anim calcmode="lin" valueType="num">
                                      <p:cBhvr>
                                        <p:cTn id="123" dur="1000" fill="hold"/>
                                        <p:tgtEl>
                                          <p:spTgt spid="221345"/>
                                        </p:tgtEl>
                                        <p:attrNameLst>
                                          <p:attrName>ppt_x</p:attrName>
                                        </p:attrNameLst>
                                      </p:cBhvr>
                                      <p:tavLst>
                                        <p:tav tm="0">
                                          <p:val>
                                            <p:strVal val="#ppt_x-.2"/>
                                          </p:val>
                                        </p:tav>
                                        <p:tav tm="100000">
                                          <p:val>
                                            <p:strVal val="#ppt_x"/>
                                          </p:val>
                                        </p:tav>
                                      </p:tavLst>
                                    </p:anim>
                                    <p:anim calcmode="lin" valueType="num">
                                      <p:cBhvr>
                                        <p:cTn id="124" dur="1000" fill="hold"/>
                                        <p:tgtEl>
                                          <p:spTgt spid="221345"/>
                                        </p:tgtEl>
                                        <p:attrNameLst>
                                          <p:attrName>ppt_y</p:attrName>
                                        </p:attrNameLst>
                                      </p:cBhvr>
                                      <p:tavLst>
                                        <p:tav tm="0">
                                          <p:val>
                                            <p:strVal val="#ppt_y"/>
                                          </p:val>
                                        </p:tav>
                                        <p:tav tm="100000">
                                          <p:val>
                                            <p:strVal val="#ppt_y"/>
                                          </p:val>
                                        </p:tav>
                                      </p:tavLst>
                                    </p:anim>
                                    <p:animEffect transition="in" filter="wipe(right)" prLst="gradientSize: 0.1">
                                      <p:cBhvr>
                                        <p:cTn id="125" dur="1000"/>
                                        <p:tgtEl>
                                          <p:spTgt spid="221345"/>
                                        </p:tgtEl>
                                      </p:cBhvr>
                                    </p:animEffect>
                                  </p:childTnLst>
                                </p:cTn>
                              </p:par>
                            </p:childTnLst>
                          </p:cTn>
                        </p:par>
                      </p:childTnLst>
                    </p:cTn>
                  </p:par>
                  <p:par>
                    <p:cTn id="126" fill="hold">
                      <p:stCondLst>
                        <p:cond delay="indefinite"/>
                      </p:stCondLst>
                      <p:childTnLst>
                        <p:par>
                          <p:cTn id="127" fill="hold">
                            <p:stCondLst>
                              <p:cond delay="0"/>
                            </p:stCondLst>
                            <p:childTnLst>
                              <p:par>
                                <p:cTn id="128" presetID="29" presetClass="entr" presetSubtype="0" fill="hold" grpId="0" nodeType="clickEffect">
                                  <p:stCondLst>
                                    <p:cond delay="0"/>
                                  </p:stCondLst>
                                  <p:childTnLst>
                                    <p:set>
                                      <p:cBhvr>
                                        <p:cTn id="129" dur="1" fill="hold">
                                          <p:stCondLst>
                                            <p:cond delay="0"/>
                                          </p:stCondLst>
                                        </p:cTn>
                                        <p:tgtEl>
                                          <p:spTgt spid="221347"/>
                                        </p:tgtEl>
                                        <p:attrNameLst>
                                          <p:attrName>style.visibility</p:attrName>
                                        </p:attrNameLst>
                                      </p:cBhvr>
                                      <p:to>
                                        <p:strVal val="visible"/>
                                      </p:to>
                                    </p:set>
                                    <p:anim calcmode="lin" valueType="num">
                                      <p:cBhvr>
                                        <p:cTn id="130" dur="1000" fill="hold"/>
                                        <p:tgtEl>
                                          <p:spTgt spid="221347"/>
                                        </p:tgtEl>
                                        <p:attrNameLst>
                                          <p:attrName>ppt_x</p:attrName>
                                        </p:attrNameLst>
                                      </p:cBhvr>
                                      <p:tavLst>
                                        <p:tav tm="0">
                                          <p:val>
                                            <p:strVal val="#ppt_x-.2"/>
                                          </p:val>
                                        </p:tav>
                                        <p:tav tm="100000">
                                          <p:val>
                                            <p:strVal val="#ppt_x"/>
                                          </p:val>
                                        </p:tav>
                                      </p:tavLst>
                                    </p:anim>
                                    <p:anim calcmode="lin" valueType="num">
                                      <p:cBhvr>
                                        <p:cTn id="131" dur="1000" fill="hold"/>
                                        <p:tgtEl>
                                          <p:spTgt spid="221347"/>
                                        </p:tgtEl>
                                        <p:attrNameLst>
                                          <p:attrName>ppt_y</p:attrName>
                                        </p:attrNameLst>
                                      </p:cBhvr>
                                      <p:tavLst>
                                        <p:tav tm="0">
                                          <p:val>
                                            <p:strVal val="#ppt_y"/>
                                          </p:val>
                                        </p:tav>
                                        <p:tav tm="100000">
                                          <p:val>
                                            <p:strVal val="#ppt_y"/>
                                          </p:val>
                                        </p:tav>
                                      </p:tavLst>
                                    </p:anim>
                                    <p:animEffect transition="in" filter="wipe(right)" prLst="gradientSize: 0.1">
                                      <p:cBhvr>
                                        <p:cTn id="132" dur="1000"/>
                                        <p:tgtEl>
                                          <p:spTgt spid="221347"/>
                                        </p:tgtEl>
                                      </p:cBhvr>
                                    </p:animEffect>
                                  </p:childTnLst>
                                </p:cTn>
                              </p:par>
                            </p:childTnLst>
                          </p:cTn>
                        </p:par>
                      </p:childTnLst>
                    </p:cTn>
                  </p:par>
                  <p:par>
                    <p:cTn id="133" fill="hold">
                      <p:stCondLst>
                        <p:cond delay="indefinite"/>
                      </p:stCondLst>
                      <p:childTnLst>
                        <p:par>
                          <p:cTn id="134" fill="hold">
                            <p:stCondLst>
                              <p:cond delay="0"/>
                            </p:stCondLst>
                            <p:childTnLst>
                              <p:par>
                                <p:cTn id="135" presetID="29" presetClass="entr" presetSubtype="0" fill="hold" grpId="0" nodeType="clickEffect">
                                  <p:stCondLst>
                                    <p:cond delay="0"/>
                                  </p:stCondLst>
                                  <p:childTnLst>
                                    <p:set>
                                      <p:cBhvr>
                                        <p:cTn id="136" dur="1" fill="hold">
                                          <p:stCondLst>
                                            <p:cond delay="0"/>
                                          </p:stCondLst>
                                        </p:cTn>
                                        <p:tgtEl>
                                          <p:spTgt spid="221352"/>
                                        </p:tgtEl>
                                        <p:attrNameLst>
                                          <p:attrName>style.visibility</p:attrName>
                                        </p:attrNameLst>
                                      </p:cBhvr>
                                      <p:to>
                                        <p:strVal val="visible"/>
                                      </p:to>
                                    </p:set>
                                    <p:anim calcmode="lin" valueType="num">
                                      <p:cBhvr>
                                        <p:cTn id="137" dur="1000" fill="hold"/>
                                        <p:tgtEl>
                                          <p:spTgt spid="221352"/>
                                        </p:tgtEl>
                                        <p:attrNameLst>
                                          <p:attrName>ppt_x</p:attrName>
                                        </p:attrNameLst>
                                      </p:cBhvr>
                                      <p:tavLst>
                                        <p:tav tm="0">
                                          <p:val>
                                            <p:strVal val="#ppt_x-.2"/>
                                          </p:val>
                                        </p:tav>
                                        <p:tav tm="100000">
                                          <p:val>
                                            <p:strVal val="#ppt_x"/>
                                          </p:val>
                                        </p:tav>
                                      </p:tavLst>
                                    </p:anim>
                                    <p:anim calcmode="lin" valueType="num">
                                      <p:cBhvr>
                                        <p:cTn id="138" dur="1000" fill="hold"/>
                                        <p:tgtEl>
                                          <p:spTgt spid="221352"/>
                                        </p:tgtEl>
                                        <p:attrNameLst>
                                          <p:attrName>ppt_y</p:attrName>
                                        </p:attrNameLst>
                                      </p:cBhvr>
                                      <p:tavLst>
                                        <p:tav tm="0">
                                          <p:val>
                                            <p:strVal val="#ppt_y"/>
                                          </p:val>
                                        </p:tav>
                                        <p:tav tm="100000">
                                          <p:val>
                                            <p:strVal val="#ppt_y"/>
                                          </p:val>
                                        </p:tav>
                                      </p:tavLst>
                                    </p:anim>
                                    <p:animEffect transition="in" filter="wipe(right)" prLst="gradientSize: 0.1">
                                      <p:cBhvr>
                                        <p:cTn id="139" dur="1000"/>
                                        <p:tgtEl>
                                          <p:spTgt spid="221352"/>
                                        </p:tgtEl>
                                      </p:cBhvr>
                                    </p:animEffect>
                                  </p:childTnLst>
                                </p:cTn>
                              </p:par>
                            </p:childTnLst>
                          </p:cTn>
                        </p:par>
                      </p:childTnLst>
                    </p:cTn>
                  </p:par>
                  <p:par>
                    <p:cTn id="140" fill="hold">
                      <p:stCondLst>
                        <p:cond delay="indefinite"/>
                      </p:stCondLst>
                      <p:childTnLst>
                        <p:par>
                          <p:cTn id="141" fill="hold">
                            <p:stCondLst>
                              <p:cond delay="0"/>
                            </p:stCondLst>
                            <p:childTnLst>
                              <p:par>
                                <p:cTn id="142" presetID="29" presetClass="entr" presetSubtype="0" fill="hold" grpId="0" nodeType="clickEffect">
                                  <p:stCondLst>
                                    <p:cond delay="0"/>
                                  </p:stCondLst>
                                  <p:childTnLst>
                                    <p:set>
                                      <p:cBhvr>
                                        <p:cTn id="143" dur="1" fill="hold">
                                          <p:stCondLst>
                                            <p:cond delay="0"/>
                                          </p:stCondLst>
                                        </p:cTn>
                                        <p:tgtEl>
                                          <p:spTgt spid="221355"/>
                                        </p:tgtEl>
                                        <p:attrNameLst>
                                          <p:attrName>style.visibility</p:attrName>
                                        </p:attrNameLst>
                                      </p:cBhvr>
                                      <p:to>
                                        <p:strVal val="visible"/>
                                      </p:to>
                                    </p:set>
                                    <p:anim calcmode="lin" valueType="num">
                                      <p:cBhvr>
                                        <p:cTn id="144" dur="1000" fill="hold"/>
                                        <p:tgtEl>
                                          <p:spTgt spid="221355"/>
                                        </p:tgtEl>
                                        <p:attrNameLst>
                                          <p:attrName>ppt_x</p:attrName>
                                        </p:attrNameLst>
                                      </p:cBhvr>
                                      <p:tavLst>
                                        <p:tav tm="0">
                                          <p:val>
                                            <p:strVal val="#ppt_x-.2"/>
                                          </p:val>
                                        </p:tav>
                                        <p:tav tm="100000">
                                          <p:val>
                                            <p:strVal val="#ppt_x"/>
                                          </p:val>
                                        </p:tav>
                                      </p:tavLst>
                                    </p:anim>
                                    <p:anim calcmode="lin" valueType="num">
                                      <p:cBhvr>
                                        <p:cTn id="145" dur="1000" fill="hold"/>
                                        <p:tgtEl>
                                          <p:spTgt spid="221355"/>
                                        </p:tgtEl>
                                        <p:attrNameLst>
                                          <p:attrName>ppt_y</p:attrName>
                                        </p:attrNameLst>
                                      </p:cBhvr>
                                      <p:tavLst>
                                        <p:tav tm="0">
                                          <p:val>
                                            <p:strVal val="#ppt_y"/>
                                          </p:val>
                                        </p:tav>
                                        <p:tav tm="100000">
                                          <p:val>
                                            <p:strVal val="#ppt_y"/>
                                          </p:val>
                                        </p:tav>
                                      </p:tavLst>
                                    </p:anim>
                                    <p:animEffect transition="in" filter="wipe(right)" prLst="gradientSize: 0.1">
                                      <p:cBhvr>
                                        <p:cTn id="146" dur="1000"/>
                                        <p:tgtEl>
                                          <p:spTgt spid="221355"/>
                                        </p:tgtEl>
                                      </p:cBhvr>
                                    </p:animEffect>
                                  </p:childTnLst>
                                </p:cTn>
                              </p:par>
                              <p:par>
                                <p:cTn id="147" presetID="29" presetClass="entr" presetSubtype="0" fill="hold" grpId="0" nodeType="withEffect">
                                  <p:stCondLst>
                                    <p:cond delay="0"/>
                                  </p:stCondLst>
                                  <p:childTnLst>
                                    <p:set>
                                      <p:cBhvr>
                                        <p:cTn id="148" dur="1" fill="hold">
                                          <p:stCondLst>
                                            <p:cond delay="0"/>
                                          </p:stCondLst>
                                        </p:cTn>
                                        <p:tgtEl>
                                          <p:spTgt spid="221356"/>
                                        </p:tgtEl>
                                        <p:attrNameLst>
                                          <p:attrName>style.visibility</p:attrName>
                                        </p:attrNameLst>
                                      </p:cBhvr>
                                      <p:to>
                                        <p:strVal val="visible"/>
                                      </p:to>
                                    </p:set>
                                    <p:anim calcmode="lin" valueType="num">
                                      <p:cBhvr>
                                        <p:cTn id="149" dur="1000" fill="hold"/>
                                        <p:tgtEl>
                                          <p:spTgt spid="221356"/>
                                        </p:tgtEl>
                                        <p:attrNameLst>
                                          <p:attrName>ppt_x</p:attrName>
                                        </p:attrNameLst>
                                      </p:cBhvr>
                                      <p:tavLst>
                                        <p:tav tm="0">
                                          <p:val>
                                            <p:strVal val="#ppt_x-.2"/>
                                          </p:val>
                                        </p:tav>
                                        <p:tav tm="100000">
                                          <p:val>
                                            <p:strVal val="#ppt_x"/>
                                          </p:val>
                                        </p:tav>
                                      </p:tavLst>
                                    </p:anim>
                                    <p:anim calcmode="lin" valueType="num">
                                      <p:cBhvr>
                                        <p:cTn id="150" dur="1000" fill="hold"/>
                                        <p:tgtEl>
                                          <p:spTgt spid="221356"/>
                                        </p:tgtEl>
                                        <p:attrNameLst>
                                          <p:attrName>ppt_y</p:attrName>
                                        </p:attrNameLst>
                                      </p:cBhvr>
                                      <p:tavLst>
                                        <p:tav tm="0">
                                          <p:val>
                                            <p:strVal val="#ppt_y"/>
                                          </p:val>
                                        </p:tav>
                                        <p:tav tm="100000">
                                          <p:val>
                                            <p:strVal val="#ppt_y"/>
                                          </p:val>
                                        </p:tav>
                                      </p:tavLst>
                                    </p:anim>
                                    <p:animEffect transition="in" filter="wipe(right)" prLst="gradientSize: 0.1">
                                      <p:cBhvr>
                                        <p:cTn id="151" dur="1000"/>
                                        <p:tgtEl>
                                          <p:spTgt spid="221356"/>
                                        </p:tgtEl>
                                      </p:cBhvr>
                                    </p:animEffect>
                                  </p:childTnLst>
                                </p:cTn>
                              </p:par>
                              <p:par>
                                <p:cTn id="152" presetID="29" presetClass="entr" presetSubtype="0" fill="hold" grpId="0" nodeType="withEffect">
                                  <p:stCondLst>
                                    <p:cond delay="0"/>
                                  </p:stCondLst>
                                  <p:childTnLst>
                                    <p:set>
                                      <p:cBhvr>
                                        <p:cTn id="153" dur="1" fill="hold">
                                          <p:stCondLst>
                                            <p:cond delay="0"/>
                                          </p:stCondLst>
                                        </p:cTn>
                                        <p:tgtEl>
                                          <p:spTgt spid="221357"/>
                                        </p:tgtEl>
                                        <p:attrNameLst>
                                          <p:attrName>style.visibility</p:attrName>
                                        </p:attrNameLst>
                                      </p:cBhvr>
                                      <p:to>
                                        <p:strVal val="visible"/>
                                      </p:to>
                                    </p:set>
                                    <p:anim calcmode="lin" valueType="num">
                                      <p:cBhvr>
                                        <p:cTn id="154" dur="1000" fill="hold"/>
                                        <p:tgtEl>
                                          <p:spTgt spid="221357"/>
                                        </p:tgtEl>
                                        <p:attrNameLst>
                                          <p:attrName>ppt_x</p:attrName>
                                        </p:attrNameLst>
                                      </p:cBhvr>
                                      <p:tavLst>
                                        <p:tav tm="0">
                                          <p:val>
                                            <p:strVal val="#ppt_x-.2"/>
                                          </p:val>
                                        </p:tav>
                                        <p:tav tm="100000">
                                          <p:val>
                                            <p:strVal val="#ppt_x"/>
                                          </p:val>
                                        </p:tav>
                                      </p:tavLst>
                                    </p:anim>
                                    <p:anim calcmode="lin" valueType="num">
                                      <p:cBhvr>
                                        <p:cTn id="155" dur="1000" fill="hold"/>
                                        <p:tgtEl>
                                          <p:spTgt spid="221357"/>
                                        </p:tgtEl>
                                        <p:attrNameLst>
                                          <p:attrName>ppt_y</p:attrName>
                                        </p:attrNameLst>
                                      </p:cBhvr>
                                      <p:tavLst>
                                        <p:tav tm="0">
                                          <p:val>
                                            <p:strVal val="#ppt_y"/>
                                          </p:val>
                                        </p:tav>
                                        <p:tav tm="100000">
                                          <p:val>
                                            <p:strVal val="#ppt_y"/>
                                          </p:val>
                                        </p:tav>
                                      </p:tavLst>
                                    </p:anim>
                                    <p:animEffect transition="in" filter="wipe(right)" prLst="gradientSize: 0.1">
                                      <p:cBhvr>
                                        <p:cTn id="156" dur="1000"/>
                                        <p:tgtEl>
                                          <p:spTgt spid="221357"/>
                                        </p:tgtEl>
                                      </p:cBhvr>
                                    </p:animEffect>
                                  </p:childTnLst>
                                </p:cTn>
                              </p:par>
                              <p:par>
                                <p:cTn id="157" presetID="29" presetClass="entr" presetSubtype="0" fill="hold" grpId="0" nodeType="withEffect">
                                  <p:stCondLst>
                                    <p:cond delay="0"/>
                                  </p:stCondLst>
                                  <p:childTnLst>
                                    <p:set>
                                      <p:cBhvr>
                                        <p:cTn id="158" dur="1" fill="hold">
                                          <p:stCondLst>
                                            <p:cond delay="0"/>
                                          </p:stCondLst>
                                        </p:cTn>
                                        <p:tgtEl>
                                          <p:spTgt spid="221358"/>
                                        </p:tgtEl>
                                        <p:attrNameLst>
                                          <p:attrName>style.visibility</p:attrName>
                                        </p:attrNameLst>
                                      </p:cBhvr>
                                      <p:to>
                                        <p:strVal val="visible"/>
                                      </p:to>
                                    </p:set>
                                    <p:anim calcmode="lin" valueType="num">
                                      <p:cBhvr>
                                        <p:cTn id="159" dur="1000" fill="hold"/>
                                        <p:tgtEl>
                                          <p:spTgt spid="221358"/>
                                        </p:tgtEl>
                                        <p:attrNameLst>
                                          <p:attrName>ppt_x</p:attrName>
                                        </p:attrNameLst>
                                      </p:cBhvr>
                                      <p:tavLst>
                                        <p:tav tm="0">
                                          <p:val>
                                            <p:strVal val="#ppt_x-.2"/>
                                          </p:val>
                                        </p:tav>
                                        <p:tav tm="100000">
                                          <p:val>
                                            <p:strVal val="#ppt_x"/>
                                          </p:val>
                                        </p:tav>
                                      </p:tavLst>
                                    </p:anim>
                                    <p:anim calcmode="lin" valueType="num">
                                      <p:cBhvr>
                                        <p:cTn id="160" dur="1000" fill="hold"/>
                                        <p:tgtEl>
                                          <p:spTgt spid="221358"/>
                                        </p:tgtEl>
                                        <p:attrNameLst>
                                          <p:attrName>ppt_y</p:attrName>
                                        </p:attrNameLst>
                                      </p:cBhvr>
                                      <p:tavLst>
                                        <p:tav tm="0">
                                          <p:val>
                                            <p:strVal val="#ppt_y"/>
                                          </p:val>
                                        </p:tav>
                                        <p:tav tm="100000">
                                          <p:val>
                                            <p:strVal val="#ppt_y"/>
                                          </p:val>
                                        </p:tav>
                                      </p:tavLst>
                                    </p:anim>
                                    <p:animEffect transition="in" filter="wipe(right)" prLst="gradientSize: 0.1">
                                      <p:cBhvr>
                                        <p:cTn id="161" dur="1000"/>
                                        <p:tgtEl>
                                          <p:spTgt spid="221358"/>
                                        </p:tgtEl>
                                      </p:cBhvr>
                                    </p:animEffect>
                                  </p:childTnLst>
                                </p:cTn>
                              </p:par>
                              <p:par>
                                <p:cTn id="162" presetID="29" presetClass="entr" presetSubtype="0" fill="hold" grpId="0" nodeType="withEffect">
                                  <p:stCondLst>
                                    <p:cond delay="0"/>
                                  </p:stCondLst>
                                  <p:childTnLst>
                                    <p:set>
                                      <p:cBhvr>
                                        <p:cTn id="163" dur="1" fill="hold">
                                          <p:stCondLst>
                                            <p:cond delay="0"/>
                                          </p:stCondLst>
                                        </p:cTn>
                                        <p:tgtEl>
                                          <p:spTgt spid="221359"/>
                                        </p:tgtEl>
                                        <p:attrNameLst>
                                          <p:attrName>style.visibility</p:attrName>
                                        </p:attrNameLst>
                                      </p:cBhvr>
                                      <p:to>
                                        <p:strVal val="visible"/>
                                      </p:to>
                                    </p:set>
                                    <p:anim calcmode="lin" valueType="num">
                                      <p:cBhvr>
                                        <p:cTn id="164" dur="1000" fill="hold"/>
                                        <p:tgtEl>
                                          <p:spTgt spid="221359"/>
                                        </p:tgtEl>
                                        <p:attrNameLst>
                                          <p:attrName>ppt_x</p:attrName>
                                        </p:attrNameLst>
                                      </p:cBhvr>
                                      <p:tavLst>
                                        <p:tav tm="0">
                                          <p:val>
                                            <p:strVal val="#ppt_x-.2"/>
                                          </p:val>
                                        </p:tav>
                                        <p:tav tm="100000">
                                          <p:val>
                                            <p:strVal val="#ppt_x"/>
                                          </p:val>
                                        </p:tav>
                                      </p:tavLst>
                                    </p:anim>
                                    <p:anim calcmode="lin" valueType="num">
                                      <p:cBhvr>
                                        <p:cTn id="165" dur="1000" fill="hold"/>
                                        <p:tgtEl>
                                          <p:spTgt spid="221359"/>
                                        </p:tgtEl>
                                        <p:attrNameLst>
                                          <p:attrName>ppt_y</p:attrName>
                                        </p:attrNameLst>
                                      </p:cBhvr>
                                      <p:tavLst>
                                        <p:tav tm="0">
                                          <p:val>
                                            <p:strVal val="#ppt_y"/>
                                          </p:val>
                                        </p:tav>
                                        <p:tav tm="100000">
                                          <p:val>
                                            <p:strVal val="#ppt_y"/>
                                          </p:val>
                                        </p:tav>
                                      </p:tavLst>
                                    </p:anim>
                                    <p:animEffect transition="in" filter="wipe(right)" prLst="gradientSize: 0.1">
                                      <p:cBhvr>
                                        <p:cTn id="166" dur="1000"/>
                                        <p:tgtEl>
                                          <p:spTgt spid="221359"/>
                                        </p:tgtEl>
                                      </p:cBhvr>
                                    </p:animEffect>
                                  </p:childTnLst>
                                </p:cTn>
                              </p:par>
                              <p:par>
                                <p:cTn id="167" presetID="29" presetClass="entr" presetSubtype="0" fill="hold" grpId="0" nodeType="withEffect">
                                  <p:stCondLst>
                                    <p:cond delay="0"/>
                                  </p:stCondLst>
                                  <p:childTnLst>
                                    <p:set>
                                      <p:cBhvr>
                                        <p:cTn id="168" dur="1" fill="hold">
                                          <p:stCondLst>
                                            <p:cond delay="0"/>
                                          </p:stCondLst>
                                        </p:cTn>
                                        <p:tgtEl>
                                          <p:spTgt spid="221360"/>
                                        </p:tgtEl>
                                        <p:attrNameLst>
                                          <p:attrName>style.visibility</p:attrName>
                                        </p:attrNameLst>
                                      </p:cBhvr>
                                      <p:to>
                                        <p:strVal val="visible"/>
                                      </p:to>
                                    </p:set>
                                    <p:anim calcmode="lin" valueType="num">
                                      <p:cBhvr>
                                        <p:cTn id="169" dur="1000" fill="hold"/>
                                        <p:tgtEl>
                                          <p:spTgt spid="221360"/>
                                        </p:tgtEl>
                                        <p:attrNameLst>
                                          <p:attrName>ppt_x</p:attrName>
                                        </p:attrNameLst>
                                      </p:cBhvr>
                                      <p:tavLst>
                                        <p:tav tm="0">
                                          <p:val>
                                            <p:strVal val="#ppt_x-.2"/>
                                          </p:val>
                                        </p:tav>
                                        <p:tav tm="100000">
                                          <p:val>
                                            <p:strVal val="#ppt_x"/>
                                          </p:val>
                                        </p:tav>
                                      </p:tavLst>
                                    </p:anim>
                                    <p:anim calcmode="lin" valueType="num">
                                      <p:cBhvr>
                                        <p:cTn id="170" dur="1000" fill="hold"/>
                                        <p:tgtEl>
                                          <p:spTgt spid="221360"/>
                                        </p:tgtEl>
                                        <p:attrNameLst>
                                          <p:attrName>ppt_y</p:attrName>
                                        </p:attrNameLst>
                                      </p:cBhvr>
                                      <p:tavLst>
                                        <p:tav tm="0">
                                          <p:val>
                                            <p:strVal val="#ppt_y"/>
                                          </p:val>
                                        </p:tav>
                                        <p:tav tm="100000">
                                          <p:val>
                                            <p:strVal val="#ppt_y"/>
                                          </p:val>
                                        </p:tav>
                                      </p:tavLst>
                                    </p:anim>
                                    <p:animEffect transition="in" filter="wipe(right)" prLst="gradientSize: 0.1">
                                      <p:cBhvr>
                                        <p:cTn id="171" dur="1000"/>
                                        <p:tgtEl>
                                          <p:spTgt spid="221360"/>
                                        </p:tgtEl>
                                      </p:cBhvr>
                                    </p:animEffect>
                                  </p:childTnLst>
                                </p:cTn>
                              </p:par>
                              <p:par>
                                <p:cTn id="172" presetID="29" presetClass="entr" presetSubtype="0" fill="hold" grpId="0" nodeType="withEffect">
                                  <p:stCondLst>
                                    <p:cond delay="0"/>
                                  </p:stCondLst>
                                  <p:childTnLst>
                                    <p:set>
                                      <p:cBhvr>
                                        <p:cTn id="173" dur="1" fill="hold">
                                          <p:stCondLst>
                                            <p:cond delay="0"/>
                                          </p:stCondLst>
                                        </p:cTn>
                                        <p:tgtEl>
                                          <p:spTgt spid="221361"/>
                                        </p:tgtEl>
                                        <p:attrNameLst>
                                          <p:attrName>style.visibility</p:attrName>
                                        </p:attrNameLst>
                                      </p:cBhvr>
                                      <p:to>
                                        <p:strVal val="visible"/>
                                      </p:to>
                                    </p:set>
                                    <p:anim calcmode="lin" valueType="num">
                                      <p:cBhvr>
                                        <p:cTn id="174" dur="1000" fill="hold"/>
                                        <p:tgtEl>
                                          <p:spTgt spid="221361"/>
                                        </p:tgtEl>
                                        <p:attrNameLst>
                                          <p:attrName>ppt_x</p:attrName>
                                        </p:attrNameLst>
                                      </p:cBhvr>
                                      <p:tavLst>
                                        <p:tav tm="0">
                                          <p:val>
                                            <p:strVal val="#ppt_x-.2"/>
                                          </p:val>
                                        </p:tav>
                                        <p:tav tm="100000">
                                          <p:val>
                                            <p:strVal val="#ppt_x"/>
                                          </p:val>
                                        </p:tav>
                                      </p:tavLst>
                                    </p:anim>
                                    <p:anim calcmode="lin" valueType="num">
                                      <p:cBhvr>
                                        <p:cTn id="175" dur="1000" fill="hold"/>
                                        <p:tgtEl>
                                          <p:spTgt spid="221361"/>
                                        </p:tgtEl>
                                        <p:attrNameLst>
                                          <p:attrName>ppt_y</p:attrName>
                                        </p:attrNameLst>
                                      </p:cBhvr>
                                      <p:tavLst>
                                        <p:tav tm="0">
                                          <p:val>
                                            <p:strVal val="#ppt_y"/>
                                          </p:val>
                                        </p:tav>
                                        <p:tav tm="100000">
                                          <p:val>
                                            <p:strVal val="#ppt_y"/>
                                          </p:val>
                                        </p:tav>
                                      </p:tavLst>
                                    </p:anim>
                                    <p:animEffect transition="in" filter="wipe(right)" prLst="gradientSize: 0.1">
                                      <p:cBhvr>
                                        <p:cTn id="176" dur="1000"/>
                                        <p:tgtEl>
                                          <p:spTgt spid="221361"/>
                                        </p:tgtEl>
                                      </p:cBhvr>
                                    </p:animEffect>
                                  </p:childTnLst>
                                </p:cTn>
                              </p:par>
                              <p:par>
                                <p:cTn id="177" presetID="29" presetClass="entr" presetSubtype="0" fill="hold" grpId="0" nodeType="withEffect">
                                  <p:stCondLst>
                                    <p:cond delay="0"/>
                                  </p:stCondLst>
                                  <p:childTnLst>
                                    <p:set>
                                      <p:cBhvr>
                                        <p:cTn id="178" dur="1" fill="hold">
                                          <p:stCondLst>
                                            <p:cond delay="0"/>
                                          </p:stCondLst>
                                        </p:cTn>
                                        <p:tgtEl>
                                          <p:spTgt spid="221362"/>
                                        </p:tgtEl>
                                        <p:attrNameLst>
                                          <p:attrName>style.visibility</p:attrName>
                                        </p:attrNameLst>
                                      </p:cBhvr>
                                      <p:to>
                                        <p:strVal val="visible"/>
                                      </p:to>
                                    </p:set>
                                    <p:anim calcmode="lin" valueType="num">
                                      <p:cBhvr>
                                        <p:cTn id="179" dur="1000" fill="hold"/>
                                        <p:tgtEl>
                                          <p:spTgt spid="221362"/>
                                        </p:tgtEl>
                                        <p:attrNameLst>
                                          <p:attrName>ppt_x</p:attrName>
                                        </p:attrNameLst>
                                      </p:cBhvr>
                                      <p:tavLst>
                                        <p:tav tm="0">
                                          <p:val>
                                            <p:strVal val="#ppt_x-.2"/>
                                          </p:val>
                                        </p:tav>
                                        <p:tav tm="100000">
                                          <p:val>
                                            <p:strVal val="#ppt_x"/>
                                          </p:val>
                                        </p:tav>
                                      </p:tavLst>
                                    </p:anim>
                                    <p:anim calcmode="lin" valueType="num">
                                      <p:cBhvr>
                                        <p:cTn id="180" dur="1000" fill="hold"/>
                                        <p:tgtEl>
                                          <p:spTgt spid="221362"/>
                                        </p:tgtEl>
                                        <p:attrNameLst>
                                          <p:attrName>ppt_y</p:attrName>
                                        </p:attrNameLst>
                                      </p:cBhvr>
                                      <p:tavLst>
                                        <p:tav tm="0">
                                          <p:val>
                                            <p:strVal val="#ppt_y"/>
                                          </p:val>
                                        </p:tav>
                                        <p:tav tm="100000">
                                          <p:val>
                                            <p:strVal val="#ppt_y"/>
                                          </p:val>
                                        </p:tav>
                                      </p:tavLst>
                                    </p:anim>
                                    <p:animEffect transition="in" filter="wipe(right)" prLst="gradientSize: 0.1">
                                      <p:cBhvr>
                                        <p:cTn id="181" dur="1000"/>
                                        <p:tgtEl>
                                          <p:spTgt spid="221362"/>
                                        </p:tgtEl>
                                      </p:cBhvr>
                                    </p:animEffect>
                                  </p:childTnLst>
                                </p:cTn>
                              </p:par>
                              <p:par>
                                <p:cTn id="182" presetID="29" presetClass="entr" presetSubtype="0" fill="hold" grpId="0" nodeType="withEffect">
                                  <p:stCondLst>
                                    <p:cond delay="0"/>
                                  </p:stCondLst>
                                  <p:childTnLst>
                                    <p:set>
                                      <p:cBhvr>
                                        <p:cTn id="183" dur="1" fill="hold">
                                          <p:stCondLst>
                                            <p:cond delay="0"/>
                                          </p:stCondLst>
                                        </p:cTn>
                                        <p:tgtEl>
                                          <p:spTgt spid="221363"/>
                                        </p:tgtEl>
                                        <p:attrNameLst>
                                          <p:attrName>style.visibility</p:attrName>
                                        </p:attrNameLst>
                                      </p:cBhvr>
                                      <p:to>
                                        <p:strVal val="visible"/>
                                      </p:to>
                                    </p:set>
                                    <p:anim calcmode="lin" valueType="num">
                                      <p:cBhvr>
                                        <p:cTn id="184" dur="1000" fill="hold"/>
                                        <p:tgtEl>
                                          <p:spTgt spid="221363"/>
                                        </p:tgtEl>
                                        <p:attrNameLst>
                                          <p:attrName>ppt_x</p:attrName>
                                        </p:attrNameLst>
                                      </p:cBhvr>
                                      <p:tavLst>
                                        <p:tav tm="0">
                                          <p:val>
                                            <p:strVal val="#ppt_x-.2"/>
                                          </p:val>
                                        </p:tav>
                                        <p:tav tm="100000">
                                          <p:val>
                                            <p:strVal val="#ppt_x"/>
                                          </p:val>
                                        </p:tav>
                                      </p:tavLst>
                                    </p:anim>
                                    <p:anim calcmode="lin" valueType="num">
                                      <p:cBhvr>
                                        <p:cTn id="185" dur="1000" fill="hold"/>
                                        <p:tgtEl>
                                          <p:spTgt spid="221363"/>
                                        </p:tgtEl>
                                        <p:attrNameLst>
                                          <p:attrName>ppt_y</p:attrName>
                                        </p:attrNameLst>
                                      </p:cBhvr>
                                      <p:tavLst>
                                        <p:tav tm="0">
                                          <p:val>
                                            <p:strVal val="#ppt_y"/>
                                          </p:val>
                                        </p:tav>
                                        <p:tav tm="100000">
                                          <p:val>
                                            <p:strVal val="#ppt_y"/>
                                          </p:val>
                                        </p:tav>
                                      </p:tavLst>
                                    </p:anim>
                                    <p:animEffect transition="in" filter="wipe(right)" prLst="gradientSize: 0.1">
                                      <p:cBhvr>
                                        <p:cTn id="186" dur="1000"/>
                                        <p:tgtEl>
                                          <p:spTgt spid="221363"/>
                                        </p:tgtEl>
                                      </p:cBhvr>
                                    </p:animEffect>
                                  </p:childTnLst>
                                </p:cTn>
                              </p:par>
                              <p:par>
                                <p:cTn id="187" presetID="29" presetClass="entr" presetSubtype="0" fill="hold" grpId="0" nodeType="withEffect">
                                  <p:stCondLst>
                                    <p:cond delay="0"/>
                                  </p:stCondLst>
                                  <p:childTnLst>
                                    <p:set>
                                      <p:cBhvr>
                                        <p:cTn id="188" dur="1" fill="hold">
                                          <p:stCondLst>
                                            <p:cond delay="0"/>
                                          </p:stCondLst>
                                        </p:cTn>
                                        <p:tgtEl>
                                          <p:spTgt spid="221364"/>
                                        </p:tgtEl>
                                        <p:attrNameLst>
                                          <p:attrName>style.visibility</p:attrName>
                                        </p:attrNameLst>
                                      </p:cBhvr>
                                      <p:to>
                                        <p:strVal val="visible"/>
                                      </p:to>
                                    </p:set>
                                    <p:anim calcmode="lin" valueType="num">
                                      <p:cBhvr>
                                        <p:cTn id="189" dur="1000" fill="hold"/>
                                        <p:tgtEl>
                                          <p:spTgt spid="221364"/>
                                        </p:tgtEl>
                                        <p:attrNameLst>
                                          <p:attrName>ppt_x</p:attrName>
                                        </p:attrNameLst>
                                      </p:cBhvr>
                                      <p:tavLst>
                                        <p:tav tm="0">
                                          <p:val>
                                            <p:strVal val="#ppt_x-.2"/>
                                          </p:val>
                                        </p:tav>
                                        <p:tav tm="100000">
                                          <p:val>
                                            <p:strVal val="#ppt_x"/>
                                          </p:val>
                                        </p:tav>
                                      </p:tavLst>
                                    </p:anim>
                                    <p:anim calcmode="lin" valueType="num">
                                      <p:cBhvr>
                                        <p:cTn id="190" dur="1000" fill="hold"/>
                                        <p:tgtEl>
                                          <p:spTgt spid="221364"/>
                                        </p:tgtEl>
                                        <p:attrNameLst>
                                          <p:attrName>ppt_y</p:attrName>
                                        </p:attrNameLst>
                                      </p:cBhvr>
                                      <p:tavLst>
                                        <p:tav tm="0">
                                          <p:val>
                                            <p:strVal val="#ppt_y"/>
                                          </p:val>
                                        </p:tav>
                                        <p:tav tm="100000">
                                          <p:val>
                                            <p:strVal val="#ppt_y"/>
                                          </p:val>
                                        </p:tav>
                                      </p:tavLst>
                                    </p:anim>
                                    <p:animEffect transition="in" filter="wipe(right)" prLst="gradientSize: 0.1">
                                      <p:cBhvr>
                                        <p:cTn id="191" dur="1000"/>
                                        <p:tgtEl>
                                          <p:spTgt spid="221364"/>
                                        </p:tgtEl>
                                      </p:cBhvr>
                                    </p:animEffect>
                                  </p:childTnLst>
                                </p:cTn>
                              </p:par>
                              <p:par>
                                <p:cTn id="192" presetID="29" presetClass="entr" presetSubtype="0" fill="hold" grpId="0" nodeType="withEffect">
                                  <p:stCondLst>
                                    <p:cond delay="0"/>
                                  </p:stCondLst>
                                  <p:childTnLst>
                                    <p:set>
                                      <p:cBhvr>
                                        <p:cTn id="193" dur="1" fill="hold">
                                          <p:stCondLst>
                                            <p:cond delay="0"/>
                                          </p:stCondLst>
                                        </p:cTn>
                                        <p:tgtEl>
                                          <p:spTgt spid="221365"/>
                                        </p:tgtEl>
                                        <p:attrNameLst>
                                          <p:attrName>style.visibility</p:attrName>
                                        </p:attrNameLst>
                                      </p:cBhvr>
                                      <p:to>
                                        <p:strVal val="visible"/>
                                      </p:to>
                                    </p:set>
                                    <p:anim calcmode="lin" valueType="num">
                                      <p:cBhvr>
                                        <p:cTn id="194" dur="1000" fill="hold"/>
                                        <p:tgtEl>
                                          <p:spTgt spid="221365"/>
                                        </p:tgtEl>
                                        <p:attrNameLst>
                                          <p:attrName>ppt_x</p:attrName>
                                        </p:attrNameLst>
                                      </p:cBhvr>
                                      <p:tavLst>
                                        <p:tav tm="0">
                                          <p:val>
                                            <p:strVal val="#ppt_x-.2"/>
                                          </p:val>
                                        </p:tav>
                                        <p:tav tm="100000">
                                          <p:val>
                                            <p:strVal val="#ppt_x"/>
                                          </p:val>
                                        </p:tav>
                                      </p:tavLst>
                                    </p:anim>
                                    <p:anim calcmode="lin" valueType="num">
                                      <p:cBhvr>
                                        <p:cTn id="195" dur="1000" fill="hold"/>
                                        <p:tgtEl>
                                          <p:spTgt spid="221365"/>
                                        </p:tgtEl>
                                        <p:attrNameLst>
                                          <p:attrName>ppt_y</p:attrName>
                                        </p:attrNameLst>
                                      </p:cBhvr>
                                      <p:tavLst>
                                        <p:tav tm="0">
                                          <p:val>
                                            <p:strVal val="#ppt_y"/>
                                          </p:val>
                                        </p:tav>
                                        <p:tav tm="100000">
                                          <p:val>
                                            <p:strVal val="#ppt_y"/>
                                          </p:val>
                                        </p:tav>
                                      </p:tavLst>
                                    </p:anim>
                                    <p:animEffect transition="in" filter="wipe(right)" prLst="gradientSize: 0.1">
                                      <p:cBhvr>
                                        <p:cTn id="196" dur="1000"/>
                                        <p:tgtEl>
                                          <p:spTgt spid="221365"/>
                                        </p:tgtEl>
                                      </p:cBhvr>
                                    </p:animEffect>
                                  </p:childTnLst>
                                </p:cTn>
                              </p:par>
                              <p:par>
                                <p:cTn id="197" presetID="29" presetClass="entr" presetSubtype="0" fill="hold" grpId="0" nodeType="withEffect">
                                  <p:stCondLst>
                                    <p:cond delay="0"/>
                                  </p:stCondLst>
                                  <p:childTnLst>
                                    <p:set>
                                      <p:cBhvr>
                                        <p:cTn id="198" dur="1" fill="hold">
                                          <p:stCondLst>
                                            <p:cond delay="0"/>
                                          </p:stCondLst>
                                        </p:cTn>
                                        <p:tgtEl>
                                          <p:spTgt spid="221366"/>
                                        </p:tgtEl>
                                        <p:attrNameLst>
                                          <p:attrName>style.visibility</p:attrName>
                                        </p:attrNameLst>
                                      </p:cBhvr>
                                      <p:to>
                                        <p:strVal val="visible"/>
                                      </p:to>
                                    </p:set>
                                    <p:anim calcmode="lin" valueType="num">
                                      <p:cBhvr>
                                        <p:cTn id="199" dur="1000" fill="hold"/>
                                        <p:tgtEl>
                                          <p:spTgt spid="221366"/>
                                        </p:tgtEl>
                                        <p:attrNameLst>
                                          <p:attrName>ppt_x</p:attrName>
                                        </p:attrNameLst>
                                      </p:cBhvr>
                                      <p:tavLst>
                                        <p:tav tm="0">
                                          <p:val>
                                            <p:strVal val="#ppt_x-.2"/>
                                          </p:val>
                                        </p:tav>
                                        <p:tav tm="100000">
                                          <p:val>
                                            <p:strVal val="#ppt_x"/>
                                          </p:val>
                                        </p:tav>
                                      </p:tavLst>
                                    </p:anim>
                                    <p:anim calcmode="lin" valueType="num">
                                      <p:cBhvr>
                                        <p:cTn id="200" dur="1000" fill="hold"/>
                                        <p:tgtEl>
                                          <p:spTgt spid="221366"/>
                                        </p:tgtEl>
                                        <p:attrNameLst>
                                          <p:attrName>ppt_y</p:attrName>
                                        </p:attrNameLst>
                                      </p:cBhvr>
                                      <p:tavLst>
                                        <p:tav tm="0">
                                          <p:val>
                                            <p:strVal val="#ppt_y"/>
                                          </p:val>
                                        </p:tav>
                                        <p:tav tm="100000">
                                          <p:val>
                                            <p:strVal val="#ppt_y"/>
                                          </p:val>
                                        </p:tav>
                                      </p:tavLst>
                                    </p:anim>
                                    <p:animEffect transition="in" filter="wipe(right)" prLst="gradientSize: 0.1">
                                      <p:cBhvr>
                                        <p:cTn id="201" dur="1000"/>
                                        <p:tgtEl>
                                          <p:spTgt spid="221366"/>
                                        </p:tgtEl>
                                      </p:cBhvr>
                                    </p:animEffect>
                                  </p:childTnLst>
                                </p:cTn>
                              </p:par>
                              <p:par>
                                <p:cTn id="202" presetID="29" presetClass="entr" presetSubtype="0" fill="hold" grpId="0" nodeType="withEffect">
                                  <p:stCondLst>
                                    <p:cond delay="0"/>
                                  </p:stCondLst>
                                  <p:childTnLst>
                                    <p:set>
                                      <p:cBhvr>
                                        <p:cTn id="203" dur="1" fill="hold">
                                          <p:stCondLst>
                                            <p:cond delay="0"/>
                                          </p:stCondLst>
                                        </p:cTn>
                                        <p:tgtEl>
                                          <p:spTgt spid="221367"/>
                                        </p:tgtEl>
                                        <p:attrNameLst>
                                          <p:attrName>style.visibility</p:attrName>
                                        </p:attrNameLst>
                                      </p:cBhvr>
                                      <p:to>
                                        <p:strVal val="visible"/>
                                      </p:to>
                                    </p:set>
                                    <p:anim calcmode="lin" valueType="num">
                                      <p:cBhvr>
                                        <p:cTn id="204" dur="1000" fill="hold"/>
                                        <p:tgtEl>
                                          <p:spTgt spid="221367"/>
                                        </p:tgtEl>
                                        <p:attrNameLst>
                                          <p:attrName>ppt_x</p:attrName>
                                        </p:attrNameLst>
                                      </p:cBhvr>
                                      <p:tavLst>
                                        <p:tav tm="0">
                                          <p:val>
                                            <p:strVal val="#ppt_x-.2"/>
                                          </p:val>
                                        </p:tav>
                                        <p:tav tm="100000">
                                          <p:val>
                                            <p:strVal val="#ppt_x"/>
                                          </p:val>
                                        </p:tav>
                                      </p:tavLst>
                                    </p:anim>
                                    <p:anim calcmode="lin" valueType="num">
                                      <p:cBhvr>
                                        <p:cTn id="205" dur="1000" fill="hold"/>
                                        <p:tgtEl>
                                          <p:spTgt spid="221367"/>
                                        </p:tgtEl>
                                        <p:attrNameLst>
                                          <p:attrName>ppt_y</p:attrName>
                                        </p:attrNameLst>
                                      </p:cBhvr>
                                      <p:tavLst>
                                        <p:tav tm="0">
                                          <p:val>
                                            <p:strVal val="#ppt_y"/>
                                          </p:val>
                                        </p:tav>
                                        <p:tav tm="100000">
                                          <p:val>
                                            <p:strVal val="#ppt_y"/>
                                          </p:val>
                                        </p:tav>
                                      </p:tavLst>
                                    </p:anim>
                                    <p:animEffect transition="in" filter="wipe(right)" prLst="gradientSize: 0.1">
                                      <p:cBhvr>
                                        <p:cTn id="206" dur="1000"/>
                                        <p:tgtEl>
                                          <p:spTgt spid="221367"/>
                                        </p:tgtEl>
                                      </p:cBhvr>
                                    </p:animEffect>
                                  </p:childTnLst>
                                </p:cTn>
                              </p:par>
                              <p:par>
                                <p:cTn id="207" presetID="29" presetClass="entr" presetSubtype="0" fill="hold" grpId="0" nodeType="withEffect">
                                  <p:stCondLst>
                                    <p:cond delay="0"/>
                                  </p:stCondLst>
                                  <p:childTnLst>
                                    <p:set>
                                      <p:cBhvr>
                                        <p:cTn id="208" dur="1" fill="hold">
                                          <p:stCondLst>
                                            <p:cond delay="0"/>
                                          </p:stCondLst>
                                        </p:cTn>
                                        <p:tgtEl>
                                          <p:spTgt spid="221368"/>
                                        </p:tgtEl>
                                        <p:attrNameLst>
                                          <p:attrName>style.visibility</p:attrName>
                                        </p:attrNameLst>
                                      </p:cBhvr>
                                      <p:to>
                                        <p:strVal val="visible"/>
                                      </p:to>
                                    </p:set>
                                    <p:anim calcmode="lin" valueType="num">
                                      <p:cBhvr>
                                        <p:cTn id="209" dur="1000" fill="hold"/>
                                        <p:tgtEl>
                                          <p:spTgt spid="221368"/>
                                        </p:tgtEl>
                                        <p:attrNameLst>
                                          <p:attrName>ppt_x</p:attrName>
                                        </p:attrNameLst>
                                      </p:cBhvr>
                                      <p:tavLst>
                                        <p:tav tm="0">
                                          <p:val>
                                            <p:strVal val="#ppt_x-.2"/>
                                          </p:val>
                                        </p:tav>
                                        <p:tav tm="100000">
                                          <p:val>
                                            <p:strVal val="#ppt_x"/>
                                          </p:val>
                                        </p:tav>
                                      </p:tavLst>
                                    </p:anim>
                                    <p:anim calcmode="lin" valueType="num">
                                      <p:cBhvr>
                                        <p:cTn id="210" dur="1000" fill="hold"/>
                                        <p:tgtEl>
                                          <p:spTgt spid="221368"/>
                                        </p:tgtEl>
                                        <p:attrNameLst>
                                          <p:attrName>ppt_y</p:attrName>
                                        </p:attrNameLst>
                                      </p:cBhvr>
                                      <p:tavLst>
                                        <p:tav tm="0">
                                          <p:val>
                                            <p:strVal val="#ppt_y"/>
                                          </p:val>
                                        </p:tav>
                                        <p:tav tm="100000">
                                          <p:val>
                                            <p:strVal val="#ppt_y"/>
                                          </p:val>
                                        </p:tav>
                                      </p:tavLst>
                                    </p:anim>
                                    <p:animEffect transition="in" filter="wipe(right)" prLst="gradientSize: 0.1">
                                      <p:cBhvr>
                                        <p:cTn id="211" dur="1000"/>
                                        <p:tgtEl>
                                          <p:spTgt spid="221368"/>
                                        </p:tgtEl>
                                      </p:cBhvr>
                                    </p:animEffect>
                                  </p:childTnLst>
                                </p:cTn>
                              </p:par>
                              <p:par>
                                <p:cTn id="212" presetID="29" presetClass="entr" presetSubtype="0" fill="hold" grpId="0" nodeType="withEffect">
                                  <p:stCondLst>
                                    <p:cond delay="0"/>
                                  </p:stCondLst>
                                  <p:childTnLst>
                                    <p:set>
                                      <p:cBhvr>
                                        <p:cTn id="213" dur="1" fill="hold">
                                          <p:stCondLst>
                                            <p:cond delay="0"/>
                                          </p:stCondLst>
                                        </p:cTn>
                                        <p:tgtEl>
                                          <p:spTgt spid="221369"/>
                                        </p:tgtEl>
                                        <p:attrNameLst>
                                          <p:attrName>style.visibility</p:attrName>
                                        </p:attrNameLst>
                                      </p:cBhvr>
                                      <p:to>
                                        <p:strVal val="visible"/>
                                      </p:to>
                                    </p:set>
                                    <p:anim calcmode="lin" valueType="num">
                                      <p:cBhvr>
                                        <p:cTn id="214" dur="1000" fill="hold"/>
                                        <p:tgtEl>
                                          <p:spTgt spid="221369"/>
                                        </p:tgtEl>
                                        <p:attrNameLst>
                                          <p:attrName>ppt_x</p:attrName>
                                        </p:attrNameLst>
                                      </p:cBhvr>
                                      <p:tavLst>
                                        <p:tav tm="0">
                                          <p:val>
                                            <p:strVal val="#ppt_x-.2"/>
                                          </p:val>
                                        </p:tav>
                                        <p:tav tm="100000">
                                          <p:val>
                                            <p:strVal val="#ppt_x"/>
                                          </p:val>
                                        </p:tav>
                                      </p:tavLst>
                                    </p:anim>
                                    <p:anim calcmode="lin" valueType="num">
                                      <p:cBhvr>
                                        <p:cTn id="215" dur="1000" fill="hold"/>
                                        <p:tgtEl>
                                          <p:spTgt spid="221369"/>
                                        </p:tgtEl>
                                        <p:attrNameLst>
                                          <p:attrName>ppt_y</p:attrName>
                                        </p:attrNameLst>
                                      </p:cBhvr>
                                      <p:tavLst>
                                        <p:tav tm="0">
                                          <p:val>
                                            <p:strVal val="#ppt_y"/>
                                          </p:val>
                                        </p:tav>
                                        <p:tav tm="100000">
                                          <p:val>
                                            <p:strVal val="#ppt_y"/>
                                          </p:val>
                                        </p:tav>
                                      </p:tavLst>
                                    </p:anim>
                                    <p:animEffect transition="in" filter="wipe(right)" prLst="gradientSize: 0.1">
                                      <p:cBhvr>
                                        <p:cTn id="216" dur="1000"/>
                                        <p:tgtEl>
                                          <p:spTgt spid="221369"/>
                                        </p:tgtEl>
                                      </p:cBhvr>
                                    </p:animEffect>
                                  </p:childTnLst>
                                </p:cTn>
                              </p:par>
                              <p:par>
                                <p:cTn id="217" presetID="29" presetClass="entr" presetSubtype="0" fill="hold" grpId="0" nodeType="withEffect">
                                  <p:stCondLst>
                                    <p:cond delay="0"/>
                                  </p:stCondLst>
                                  <p:childTnLst>
                                    <p:set>
                                      <p:cBhvr>
                                        <p:cTn id="218" dur="1" fill="hold">
                                          <p:stCondLst>
                                            <p:cond delay="0"/>
                                          </p:stCondLst>
                                        </p:cTn>
                                        <p:tgtEl>
                                          <p:spTgt spid="221370"/>
                                        </p:tgtEl>
                                        <p:attrNameLst>
                                          <p:attrName>style.visibility</p:attrName>
                                        </p:attrNameLst>
                                      </p:cBhvr>
                                      <p:to>
                                        <p:strVal val="visible"/>
                                      </p:to>
                                    </p:set>
                                    <p:anim calcmode="lin" valueType="num">
                                      <p:cBhvr>
                                        <p:cTn id="219" dur="1000" fill="hold"/>
                                        <p:tgtEl>
                                          <p:spTgt spid="221370"/>
                                        </p:tgtEl>
                                        <p:attrNameLst>
                                          <p:attrName>ppt_x</p:attrName>
                                        </p:attrNameLst>
                                      </p:cBhvr>
                                      <p:tavLst>
                                        <p:tav tm="0">
                                          <p:val>
                                            <p:strVal val="#ppt_x-.2"/>
                                          </p:val>
                                        </p:tav>
                                        <p:tav tm="100000">
                                          <p:val>
                                            <p:strVal val="#ppt_x"/>
                                          </p:val>
                                        </p:tav>
                                      </p:tavLst>
                                    </p:anim>
                                    <p:anim calcmode="lin" valueType="num">
                                      <p:cBhvr>
                                        <p:cTn id="220" dur="1000" fill="hold"/>
                                        <p:tgtEl>
                                          <p:spTgt spid="221370"/>
                                        </p:tgtEl>
                                        <p:attrNameLst>
                                          <p:attrName>ppt_y</p:attrName>
                                        </p:attrNameLst>
                                      </p:cBhvr>
                                      <p:tavLst>
                                        <p:tav tm="0">
                                          <p:val>
                                            <p:strVal val="#ppt_y"/>
                                          </p:val>
                                        </p:tav>
                                        <p:tav tm="100000">
                                          <p:val>
                                            <p:strVal val="#ppt_y"/>
                                          </p:val>
                                        </p:tav>
                                      </p:tavLst>
                                    </p:anim>
                                    <p:animEffect transition="in" filter="wipe(right)" prLst="gradientSize: 0.1">
                                      <p:cBhvr>
                                        <p:cTn id="221" dur="1000"/>
                                        <p:tgtEl>
                                          <p:spTgt spid="221370"/>
                                        </p:tgtEl>
                                      </p:cBhvr>
                                    </p:animEffect>
                                  </p:childTnLst>
                                </p:cTn>
                              </p:par>
                              <p:par>
                                <p:cTn id="222" presetID="29" presetClass="entr" presetSubtype="0" fill="hold" grpId="0" nodeType="withEffect">
                                  <p:stCondLst>
                                    <p:cond delay="0"/>
                                  </p:stCondLst>
                                  <p:childTnLst>
                                    <p:set>
                                      <p:cBhvr>
                                        <p:cTn id="223" dur="1" fill="hold">
                                          <p:stCondLst>
                                            <p:cond delay="0"/>
                                          </p:stCondLst>
                                        </p:cTn>
                                        <p:tgtEl>
                                          <p:spTgt spid="221371"/>
                                        </p:tgtEl>
                                        <p:attrNameLst>
                                          <p:attrName>style.visibility</p:attrName>
                                        </p:attrNameLst>
                                      </p:cBhvr>
                                      <p:to>
                                        <p:strVal val="visible"/>
                                      </p:to>
                                    </p:set>
                                    <p:anim calcmode="lin" valueType="num">
                                      <p:cBhvr>
                                        <p:cTn id="224" dur="1000" fill="hold"/>
                                        <p:tgtEl>
                                          <p:spTgt spid="221371"/>
                                        </p:tgtEl>
                                        <p:attrNameLst>
                                          <p:attrName>ppt_x</p:attrName>
                                        </p:attrNameLst>
                                      </p:cBhvr>
                                      <p:tavLst>
                                        <p:tav tm="0">
                                          <p:val>
                                            <p:strVal val="#ppt_x-.2"/>
                                          </p:val>
                                        </p:tav>
                                        <p:tav tm="100000">
                                          <p:val>
                                            <p:strVal val="#ppt_x"/>
                                          </p:val>
                                        </p:tav>
                                      </p:tavLst>
                                    </p:anim>
                                    <p:anim calcmode="lin" valueType="num">
                                      <p:cBhvr>
                                        <p:cTn id="225" dur="1000" fill="hold"/>
                                        <p:tgtEl>
                                          <p:spTgt spid="221371"/>
                                        </p:tgtEl>
                                        <p:attrNameLst>
                                          <p:attrName>ppt_y</p:attrName>
                                        </p:attrNameLst>
                                      </p:cBhvr>
                                      <p:tavLst>
                                        <p:tav tm="0">
                                          <p:val>
                                            <p:strVal val="#ppt_y"/>
                                          </p:val>
                                        </p:tav>
                                        <p:tav tm="100000">
                                          <p:val>
                                            <p:strVal val="#ppt_y"/>
                                          </p:val>
                                        </p:tav>
                                      </p:tavLst>
                                    </p:anim>
                                    <p:animEffect transition="in" filter="wipe(right)" prLst="gradientSize: 0.1">
                                      <p:cBhvr>
                                        <p:cTn id="226" dur="1000"/>
                                        <p:tgtEl>
                                          <p:spTgt spid="221371"/>
                                        </p:tgtEl>
                                      </p:cBhvr>
                                    </p:animEffect>
                                  </p:childTnLst>
                                </p:cTn>
                              </p:par>
                              <p:par>
                                <p:cTn id="227" presetID="29" presetClass="entr" presetSubtype="0" fill="hold" grpId="0" nodeType="withEffect">
                                  <p:stCondLst>
                                    <p:cond delay="0"/>
                                  </p:stCondLst>
                                  <p:childTnLst>
                                    <p:set>
                                      <p:cBhvr>
                                        <p:cTn id="228" dur="1" fill="hold">
                                          <p:stCondLst>
                                            <p:cond delay="0"/>
                                          </p:stCondLst>
                                        </p:cTn>
                                        <p:tgtEl>
                                          <p:spTgt spid="221372"/>
                                        </p:tgtEl>
                                        <p:attrNameLst>
                                          <p:attrName>style.visibility</p:attrName>
                                        </p:attrNameLst>
                                      </p:cBhvr>
                                      <p:to>
                                        <p:strVal val="visible"/>
                                      </p:to>
                                    </p:set>
                                    <p:anim calcmode="lin" valueType="num">
                                      <p:cBhvr>
                                        <p:cTn id="229" dur="1000" fill="hold"/>
                                        <p:tgtEl>
                                          <p:spTgt spid="221372"/>
                                        </p:tgtEl>
                                        <p:attrNameLst>
                                          <p:attrName>ppt_x</p:attrName>
                                        </p:attrNameLst>
                                      </p:cBhvr>
                                      <p:tavLst>
                                        <p:tav tm="0">
                                          <p:val>
                                            <p:strVal val="#ppt_x-.2"/>
                                          </p:val>
                                        </p:tav>
                                        <p:tav tm="100000">
                                          <p:val>
                                            <p:strVal val="#ppt_x"/>
                                          </p:val>
                                        </p:tav>
                                      </p:tavLst>
                                    </p:anim>
                                    <p:anim calcmode="lin" valueType="num">
                                      <p:cBhvr>
                                        <p:cTn id="230" dur="1000" fill="hold"/>
                                        <p:tgtEl>
                                          <p:spTgt spid="221372"/>
                                        </p:tgtEl>
                                        <p:attrNameLst>
                                          <p:attrName>ppt_y</p:attrName>
                                        </p:attrNameLst>
                                      </p:cBhvr>
                                      <p:tavLst>
                                        <p:tav tm="0">
                                          <p:val>
                                            <p:strVal val="#ppt_y"/>
                                          </p:val>
                                        </p:tav>
                                        <p:tav tm="100000">
                                          <p:val>
                                            <p:strVal val="#ppt_y"/>
                                          </p:val>
                                        </p:tav>
                                      </p:tavLst>
                                    </p:anim>
                                    <p:animEffect transition="in" filter="wipe(right)" prLst="gradientSize: 0.1">
                                      <p:cBhvr>
                                        <p:cTn id="231" dur="1000"/>
                                        <p:tgtEl>
                                          <p:spTgt spid="221372"/>
                                        </p:tgtEl>
                                      </p:cBhvr>
                                    </p:animEffect>
                                  </p:childTnLst>
                                </p:cTn>
                              </p:par>
                              <p:par>
                                <p:cTn id="232" presetID="29" presetClass="entr" presetSubtype="0" fill="hold" grpId="0" nodeType="withEffect">
                                  <p:stCondLst>
                                    <p:cond delay="0"/>
                                  </p:stCondLst>
                                  <p:childTnLst>
                                    <p:set>
                                      <p:cBhvr>
                                        <p:cTn id="233" dur="1" fill="hold">
                                          <p:stCondLst>
                                            <p:cond delay="0"/>
                                          </p:stCondLst>
                                        </p:cTn>
                                        <p:tgtEl>
                                          <p:spTgt spid="221373"/>
                                        </p:tgtEl>
                                        <p:attrNameLst>
                                          <p:attrName>style.visibility</p:attrName>
                                        </p:attrNameLst>
                                      </p:cBhvr>
                                      <p:to>
                                        <p:strVal val="visible"/>
                                      </p:to>
                                    </p:set>
                                    <p:anim calcmode="lin" valueType="num">
                                      <p:cBhvr>
                                        <p:cTn id="234" dur="1000" fill="hold"/>
                                        <p:tgtEl>
                                          <p:spTgt spid="221373"/>
                                        </p:tgtEl>
                                        <p:attrNameLst>
                                          <p:attrName>ppt_x</p:attrName>
                                        </p:attrNameLst>
                                      </p:cBhvr>
                                      <p:tavLst>
                                        <p:tav tm="0">
                                          <p:val>
                                            <p:strVal val="#ppt_x-.2"/>
                                          </p:val>
                                        </p:tav>
                                        <p:tav tm="100000">
                                          <p:val>
                                            <p:strVal val="#ppt_x"/>
                                          </p:val>
                                        </p:tav>
                                      </p:tavLst>
                                    </p:anim>
                                    <p:anim calcmode="lin" valueType="num">
                                      <p:cBhvr>
                                        <p:cTn id="235" dur="1000" fill="hold"/>
                                        <p:tgtEl>
                                          <p:spTgt spid="221373"/>
                                        </p:tgtEl>
                                        <p:attrNameLst>
                                          <p:attrName>ppt_y</p:attrName>
                                        </p:attrNameLst>
                                      </p:cBhvr>
                                      <p:tavLst>
                                        <p:tav tm="0">
                                          <p:val>
                                            <p:strVal val="#ppt_y"/>
                                          </p:val>
                                        </p:tav>
                                        <p:tav tm="100000">
                                          <p:val>
                                            <p:strVal val="#ppt_y"/>
                                          </p:val>
                                        </p:tav>
                                      </p:tavLst>
                                    </p:anim>
                                    <p:animEffect transition="in" filter="wipe(right)" prLst="gradientSize: 0.1">
                                      <p:cBhvr>
                                        <p:cTn id="236" dur="1000"/>
                                        <p:tgtEl>
                                          <p:spTgt spid="221373"/>
                                        </p:tgtEl>
                                      </p:cBhvr>
                                    </p:animEffect>
                                  </p:childTnLst>
                                </p:cTn>
                              </p:par>
                              <p:par>
                                <p:cTn id="237" presetID="29" presetClass="entr" presetSubtype="0" fill="hold" grpId="0" nodeType="withEffect">
                                  <p:stCondLst>
                                    <p:cond delay="0"/>
                                  </p:stCondLst>
                                  <p:childTnLst>
                                    <p:set>
                                      <p:cBhvr>
                                        <p:cTn id="238" dur="1" fill="hold">
                                          <p:stCondLst>
                                            <p:cond delay="0"/>
                                          </p:stCondLst>
                                        </p:cTn>
                                        <p:tgtEl>
                                          <p:spTgt spid="221374"/>
                                        </p:tgtEl>
                                        <p:attrNameLst>
                                          <p:attrName>style.visibility</p:attrName>
                                        </p:attrNameLst>
                                      </p:cBhvr>
                                      <p:to>
                                        <p:strVal val="visible"/>
                                      </p:to>
                                    </p:set>
                                    <p:anim calcmode="lin" valueType="num">
                                      <p:cBhvr>
                                        <p:cTn id="239" dur="1000" fill="hold"/>
                                        <p:tgtEl>
                                          <p:spTgt spid="221374"/>
                                        </p:tgtEl>
                                        <p:attrNameLst>
                                          <p:attrName>ppt_x</p:attrName>
                                        </p:attrNameLst>
                                      </p:cBhvr>
                                      <p:tavLst>
                                        <p:tav tm="0">
                                          <p:val>
                                            <p:strVal val="#ppt_x-.2"/>
                                          </p:val>
                                        </p:tav>
                                        <p:tav tm="100000">
                                          <p:val>
                                            <p:strVal val="#ppt_x"/>
                                          </p:val>
                                        </p:tav>
                                      </p:tavLst>
                                    </p:anim>
                                    <p:anim calcmode="lin" valueType="num">
                                      <p:cBhvr>
                                        <p:cTn id="240" dur="1000" fill="hold"/>
                                        <p:tgtEl>
                                          <p:spTgt spid="221374"/>
                                        </p:tgtEl>
                                        <p:attrNameLst>
                                          <p:attrName>ppt_y</p:attrName>
                                        </p:attrNameLst>
                                      </p:cBhvr>
                                      <p:tavLst>
                                        <p:tav tm="0">
                                          <p:val>
                                            <p:strVal val="#ppt_y"/>
                                          </p:val>
                                        </p:tav>
                                        <p:tav tm="100000">
                                          <p:val>
                                            <p:strVal val="#ppt_y"/>
                                          </p:val>
                                        </p:tav>
                                      </p:tavLst>
                                    </p:anim>
                                    <p:animEffect transition="in" filter="wipe(right)" prLst="gradientSize: 0.1">
                                      <p:cBhvr>
                                        <p:cTn id="241" dur="1000"/>
                                        <p:tgtEl>
                                          <p:spTgt spid="2213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332" grpId="0"/>
      <p:bldP spid="221333" grpId="0"/>
      <p:bldP spid="221334" grpId="0" bldLvl="0" animBg="1"/>
      <p:bldP spid="221335" grpId="0" bldLvl="0" animBg="1"/>
      <p:bldP spid="221336" grpId="0" bldLvl="0" animBg="1"/>
      <p:bldP spid="221337" grpId="0" bldLvl="0" animBg="1"/>
      <p:bldP spid="221338" grpId="0" bldLvl="0" animBg="1"/>
      <p:bldP spid="221339" grpId="0" bldLvl="0" animBg="1"/>
      <p:bldP spid="221340" grpId="0" bldLvl="0" animBg="1"/>
      <p:bldP spid="221341" grpId="0" bldLvl="0" animBg="1"/>
      <p:bldP spid="221342" grpId="0" bldLvl="0" animBg="1"/>
      <p:bldP spid="221343" grpId="0" bldLvl="0" animBg="1"/>
      <p:bldP spid="221344" grpId="0" bldLvl="0" animBg="1"/>
      <p:bldP spid="221345" grpId="0" bldLvl="0" animBg="1"/>
      <p:bldP spid="221346" grpId="0" bldLvl="0" animBg="1"/>
      <p:bldP spid="221347" grpId="0" bldLvl="0" animBg="1"/>
      <p:bldP spid="221348" grpId="0" bldLvl="0" animBg="1"/>
      <p:bldP spid="221349" grpId="0" bldLvl="0" animBg="1"/>
      <p:bldP spid="221350" grpId="0" bldLvl="0" animBg="1"/>
      <p:bldP spid="221351" grpId="0" bldLvl="0" animBg="1"/>
      <p:bldP spid="221352" grpId="0" bldLvl="0" animBg="1"/>
      <p:bldP spid="221353" grpId="0" bldLvl="0" animBg="1"/>
      <p:bldP spid="221354" grpId="0"/>
      <p:bldP spid="221355" grpId="0"/>
      <p:bldP spid="221356" grpId="0" bldLvl="0" animBg="1"/>
      <p:bldP spid="221357" grpId="0" bldLvl="0" animBg="1"/>
      <p:bldP spid="221358" grpId="0" bldLvl="0" animBg="1"/>
      <p:bldP spid="221359" grpId="0" bldLvl="0" animBg="1"/>
      <p:bldP spid="221360" grpId="0" bldLvl="0" animBg="1"/>
      <p:bldP spid="221361" grpId="0" bldLvl="0" animBg="1"/>
      <p:bldP spid="221362" grpId="0" bldLvl="0" animBg="1"/>
      <p:bldP spid="221363" grpId="0" bldLvl="0" animBg="1"/>
      <p:bldP spid="221364" grpId="0" bldLvl="0" animBg="1"/>
      <p:bldP spid="221365" grpId="0" bldLvl="0" animBg="1"/>
      <p:bldP spid="221366" grpId="0" bldLvl="0" animBg="1"/>
      <p:bldP spid="221367" grpId="0" bldLvl="0" animBg="1"/>
      <p:bldP spid="221368" grpId="0" bldLvl="0" animBg="1"/>
      <p:bldP spid="221369" grpId="0" bldLvl="0" animBg="1"/>
      <p:bldP spid="221370" grpId="0" bldLvl="0" animBg="1"/>
      <p:bldP spid="221371" grpId="0" bldLvl="0" animBg="1"/>
      <p:bldP spid="221372" grpId="0" bldLvl="0" animBg="1"/>
      <p:bldP spid="221373" grpId="0" bldLvl="0" animBg="1"/>
      <p:bldP spid="221374"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kumimoji="1" lang="zh-CN" altLang="en-US">
                <a:latin typeface="Times New Roman" panose="02020603050405020304" pitchFamily="18" charset="0"/>
                <a:cs typeface="Times New Roman" panose="02020603050405020304" pitchFamily="18" charset="0"/>
                <a:sym typeface="+mn-ea"/>
              </a:rPr>
              <a:t>链式基数排序</a:t>
            </a:r>
            <a:endParaRPr lang="zh-CN" altLang="en-US"/>
          </a:p>
        </p:txBody>
      </p:sp>
      <p:sp>
        <p:nvSpPr>
          <p:cNvPr id="132098" name="Text Box 2"/>
          <p:cNvSpPr txBox="1">
            <a:spLocks noChangeArrowheads="1"/>
          </p:cNvSpPr>
          <p:nvPr/>
        </p:nvSpPr>
        <p:spPr bwMode="auto">
          <a:xfrm>
            <a:off x="620395" y="1016635"/>
            <a:ext cx="8067040" cy="5565775"/>
          </a:xfrm>
          <a:prstGeom prst="rect">
            <a:avLst/>
          </a:prstGeom>
          <a:noFill/>
          <a:ln w="12700" cmpd="sng">
            <a:solidFill>
              <a:schemeClr val="accent1">
                <a:shade val="50000"/>
              </a:schemeClr>
            </a:solidFill>
            <a:prstDash val="soli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oAutofit/>
          </a:bodyPr>
          <a:lstStyle/>
          <a:p>
            <a:pPr algn="just">
              <a:lnSpc>
                <a:spcPct val="120000"/>
              </a:lnSpc>
            </a:pPr>
            <a:r>
              <a:rPr kumimoji="1" lang="en-US" altLang="zh-CN" sz="1300" dirty="0">
                <a:latin typeface="Consolas" panose="020B0609020204030204" charset="0"/>
                <a:cs typeface="Consolas" panose="020B0609020204030204" charset="0"/>
              </a:rPr>
              <a:t>void   Distribute(RecordType1 r[],  int  i,  PVector head,  PVector tail)</a:t>
            </a:r>
            <a:endParaRPr kumimoji="1" lang="en-US" altLang="zh-CN" sz="1300" dirty="0">
              <a:latin typeface="Consolas" panose="020B0609020204030204" charset="0"/>
              <a:cs typeface="Consolas" panose="020B0609020204030204" charset="0"/>
            </a:endParaRPr>
          </a:p>
          <a:p>
            <a:pPr algn="just">
              <a:lnSpc>
                <a:spcPct val="120000"/>
              </a:lnSpc>
            </a:pPr>
            <a:r>
              <a:rPr kumimoji="1" lang="zh-CN" altLang="en-US" sz="1300" dirty="0">
                <a:latin typeface="Consolas" panose="020B0609020204030204" charset="0"/>
                <a:cs typeface="Consolas" panose="020B0609020204030204" charset="0"/>
              </a:rPr>
              <a:t>/*  记录数组</a:t>
            </a:r>
            <a:r>
              <a:rPr kumimoji="1" lang="en-US" altLang="zh-CN" sz="1300" dirty="0">
                <a:latin typeface="Consolas" panose="020B0609020204030204" charset="0"/>
                <a:cs typeface="Consolas" panose="020B0609020204030204" charset="0"/>
              </a:rPr>
              <a:t>r</a:t>
            </a:r>
            <a:r>
              <a:rPr kumimoji="1" lang="zh-CN" altLang="en-US" sz="1300" dirty="0">
                <a:latin typeface="Consolas" panose="020B0609020204030204" charset="0"/>
                <a:cs typeface="Consolas" panose="020B0609020204030204" charset="0"/>
              </a:rPr>
              <a:t>中记录已按低位关键字</a:t>
            </a:r>
            <a:r>
              <a:rPr kumimoji="1" lang="en-US" altLang="zh-CN" sz="1300" dirty="0">
                <a:latin typeface="Consolas" panose="020B0609020204030204" charset="0"/>
                <a:cs typeface="Consolas" panose="020B0609020204030204" charset="0"/>
              </a:rPr>
              <a:t>key[i+1]，…，key[d]</a:t>
            </a:r>
            <a:r>
              <a:rPr kumimoji="1" lang="zh-CN" altLang="en-US" sz="1300" dirty="0">
                <a:latin typeface="Consolas" panose="020B0609020204030204" charset="0"/>
                <a:cs typeface="Consolas" panose="020B0609020204030204" charset="0"/>
              </a:rPr>
              <a:t>进行过"低位优先"排序。本算法按第</a:t>
            </a:r>
            <a:r>
              <a:rPr kumimoji="1" lang="en-US" altLang="zh-CN" sz="1300" dirty="0">
                <a:latin typeface="Consolas" panose="020B0609020204030204" charset="0"/>
                <a:cs typeface="Consolas" panose="020B0609020204030204" charset="0"/>
              </a:rPr>
              <a:t>i</a:t>
            </a:r>
            <a:r>
              <a:rPr kumimoji="1" lang="zh-CN" altLang="en-US" sz="1300" dirty="0">
                <a:latin typeface="Consolas" panose="020B0609020204030204" charset="0"/>
                <a:cs typeface="Consolas" panose="020B0609020204030204" charset="0"/>
              </a:rPr>
              <a:t>位关键字</a:t>
            </a:r>
            <a:r>
              <a:rPr kumimoji="1" lang="en-US" altLang="zh-CN" sz="1300" dirty="0">
                <a:latin typeface="Consolas" panose="020B0609020204030204" charset="0"/>
                <a:cs typeface="Consolas" panose="020B0609020204030204" charset="0"/>
              </a:rPr>
              <a:t>key[i]</a:t>
            </a:r>
            <a:r>
              <a:rPr kumimoji="1" lang="zh-CN" altLang="en-US" sz="1300" dirty="0">
                <a:latin typeface="Consolas" panose="020B0609020204030204" charset="0"/>
                <a:cs typeface="Consolas" panose="020B0609020204030204" charset="0"/>
              </a:rPr>
              <a:t>建立</a:t>
            </a:r>
            <a:r>
              <a:rPr kumimoji="1" lang="en-US" altLang="zh-CN" sz="1300" dirty="0">
                <a:latin typeface="Consolas" panose="020B0609020204030204" charset="0"/>
                <a:cs typeface="Consolas" panose="020B0609020204030204" charset="0"/>
              </a:rPr>
              <a:t>RADIX</a:t>
            </a:r>
            <a:r>
              <a:rPr kumimoji="1" lang="zh-CN" altLang="en-US" sz="1300" dirty="0">
                <a:latin typeface="Consolas" panose="020B0609020204030204" charset="0"/>
                <a:cs typeface="Consolas" panose="020B0609020204030204" charset="0"/>
              </a:rPr>
              <a:t>个队列，同一个队列中记录的</a:t>
            </a:r>
            <a:r>
              <a:rPr kumimoji="1" lang="en-US" altLang="zh-CN" sz="1300" dirty="0">
                <a:latin typeface="Consolas" panose="020B0609020204030204" charset="0"/>
                <a:cs typeface="Consolas" panose="020B0609020204030204" charset="0"/>
              </a:rPr>
              <a:t>key[i]</a:t>
            </a:r>
            <a:r>
              <a:rPr kumimoji="1" lang="zh-CN" altLang="en-US" sz="1300" dirty="0">
                <a:latin typeface="Consolas" panose="020B0609020204030204" charset="0"/>
                <a:cs typeface="Consolas" panose="020B0609020204030204" charset="0"/>
              </a:rPr>
              <a:t>相同。</a:t>
            </a:r>
            <a:r>
              <a:rPr kumimoji="1" lang="en-US" altLang="zh-CN" sz="1300" dirty="0">
                <a:latin typeface="Consolas" panose="020B0609020204030204" charset="0"/>
                <a:cs typeface="Consolas" panose="020B0609020204030204" charset="0"/>
              </a:rPr>
              <a:t>head[j]</a:t>
            </a:r>
            <a:r>
              <a:rPr kumimoji="1" lang="zh-CN" altLang="en-US" sz="1300" dirty="0">
                <a:latin typeface="Consolas" panose="020B0609020204030204" charset="0"/>
                <a:cs typeface="Consolas" panose="020B0609020204030204" charset="0"/>
              </a:rPr>
              <a:t>和</a:t>
            </a:r>
            <a:r>
              <a:rPr kumimoji="1" lang="en-US" altLang="zh-CN" sz="1300" dirty="0">
                <a:latin typeface="Consolas" panose="020B0609020204030204" charset="0"/>
                <a:cs typeface="Consolas" panose="020B0609020204030204" charset="0"/>
              </a:rPr>
              <a:t>tail[j]</a:t>
            </a:r>
            <a:r>
              <a:rPr kumimoji="1" lang="zh-CN" altLang="en-US" sz="1300" dirty="0">
                <a:latin typeface="Consolas" panose="020B0609020204030204" charset="0"/>
                <a:cs typeface="Consolas" panose="020B0609020204030204" charset="0"/>
              </a:rPr>
              <a:t>分别指向各队列中第一个和最后一个记录（</a:t>
            </a:r>
            <a:r>
              <a:rPr kumimoji="1" lang="en-US" altLang="zh-CN" sz="1300" dirty="0">
                <a:latin typeface="Consolas" panose="020B0609020204030204" charset="0"/>
                <a:cs typeface="Consolas" panose="020B0609020204030204" charset="0"/>
              </a:rPr>
              <a:t>j=0，1，2，…，RADIX-1）。head[j]=0</a:t>
            </a:r>
            <a:r>
              <a:rPr kumimoji="1" lang="zh-CN" altLang="en-US" sz="1300" dirty="0">
                <a:latin typeface="Consolas" panose="020B0609020204030204" charset="0"/>
                <a:cs typeface="Consolas" panose="020B0609020204030204" charset="0"/>
              </a:rPr>
              <a:t>表示相应队列为空队列*/ </a:t>
            </a:r>
            <a:endParaRPr kumimoji="1" lang="zh-CN" altLang="en-US" sz="1300" dirty="0">
              <a:latin typeface="Consolas" panose="020B0609020204030204" charset="0"/>
              <a:cs typeface="Consolas" panose="020B0609020204030204" charset="0"/>
            </a:endParaRPr>
          </a:p>
          <a:p>
            <a:pPr algn="just">
              <a:lnSpc>
                <a:spcPct val="120000"/>
              </a:lnSpc>
            </a:pPr>
            <a:r>
              <a:rPr kumimoji="1" lang="en-US" altLang="zh-CN" sz="1300" dirty="0">
                <a:latin typeface="Consolas" panose="020B0609020204030204" charset="0"/>
                <a:cs typeface="Consolas" panose="020B0609020204030204" charset="0"/>
              </a:rPr>
              <a:t>{</a:t>
            </a:r>
            <a:endParaRPr kumimoji="1" lang="en-US" altLang="zh-CN" sz="1300" dirty="0">
              <a:latin typeface="Consolas" panose="020B0609020204030204" charset="0"/>
              <a:cs typeface="Consolas" panose="020B0609020204030204" charset="0"/>
            </a:endParaRPr>
          </a:p>
          <a:p>
            <a:pPr algn="just">
              <a:lnSpc>
                <a:spcPct val="120000"/>
              </a:lnSpc>
            </a:pPr>
            <a:r>
              <a:rPr kumimoji="1" lang="en-US" altLang="zh-CN" sz="1300" dirty="0">
                <a:latin typeface="Consolas" panose="020B0609020204030204" charset="0"/>
                <a:cs typeface="Consolas" panose="020B0609020204030204" charset="0"/>
              </a:rPr>
              <a:t>	int j;</a:t>
            </a:r>
            <a:endParaRPr kumimoji="1" lang="en-US" altLang="zh-CN" sz="1300" dirty="0">
              <a:latin typeface="Consolas" panose="020B0609020204030204" charset="0"/>
              <a:cs typeface="Consolas" panose="020B0609020204030204" charset="0"/>
            </a:endParaRPr>
          </a:p>
          <a:p>
            <a:pPr algn="just">
              <a:lnSpc>
                <a:spcPct val="120000"/>
              </a:lnSpc>
            </a:pPr>
            <a:r>
              <a:rPr kumimoji="1" lang="en-US" altLang="zh-CN" sz="1300" dirty="0">
                <a:latin typeface="Consolas" panose="020B0609020204030204" charset="0"/>
                <a:cs typeface="Consolas" panose="020B0609020204030204" charset="0"/>
              </a:rPr>
              <a:t>	int p;</a:t>
            </a:r>
            <a:endParaRPr kumimoji="1" lang="en-US" altLang="zh-CN" sz="1300" dirty="0">
              <a:latin typeface="Consolas" panose="020B0609020204030204" charset="0"/>
              <a:cs typeface="Consolas" panose="020B0609020204030204" charset="0"/>
            </a:endParaRPr>
          </a:p>
          <a:p>
            <a:pPr algn="just">
              <a:lnSpc>
                <a:spcPct val="120000"/>
              </a:lnSpc>
            </a:pPr>
            <a:r>
              <a:rPr kumimoji="1" lang="en-US" altLang="zh-CN" sz="1300" dirty="0">
                <a:latin typeface="Consolas" panose="020B0609020204030204" charset="0"/>
                <a:cs typeface="Consolas" panose="020B0609020204030204" charset="0"/>
              </a:rPr>
              <a:t>	for ( j=0 ; j&lt;=RADIX-1 ; ++j)</a:t>
            </a:r>
            <a:endParaRPr kumimoji="1" lang="en-US" altLang="zh-CN" sz="1300" dirty="0">
              <a:latin typeface="Consolas" panose="020B0609020204030204" charset="0"/>
              <a:cs typeface="Consolas" panose="020B0609020204030204" charset="0"/>
            </a:endParaRPr>
          </a:p>
          <a:p>
            <a:pPr algn="just">
              <a:lnSpc>
                <a:spcPct val="120000"/>
              </a:lnSpc>
            </a:pPr>
            <a:r>
              <a:rPr kumimoji="1" lang="en-US" altLang="zh-CN" sz="1300" dirty="0">
                <a:latin typeface="Consolas" panose="020B0609020204030204" charset="0"/>
                <a:cs typeface="Consolas" panose="020B0609020204030204" charset="0"/>
              </a:rPr>
              <a:t>		head[j]=0;                        /*  </a:t>
            </a:r>
            <a:r>
              <a:rPr kumimoji="1" lang="zh-CN" altLang="en-US" sz="1300" dirty="0">
                <a:latin typeface="Consolas" panose="020B0609020204030204" charset="0"/>
                <a:cs typeface="Consolas" panose="020B0609020204030204" charset="0"/>
              </a:rPr>
              <a:t>将</a:t>
            </a:r>
            <a:r>
              <a:rPr kumimoji="1" lang="en-US" altLang="zh-CN" sz="1300" dirty="0">
                <a:latin typeface="Consolas" panose="020B0609020204030204" charset="0"/>
                <a:cs typeface="Consolas" panose="020B0609020204030204" charset="0"/>
              </a:rPr>
              <a:t>RADIX</a:t>
            </a:r>
            <a:r>
              <a:rPr kumimoji="1" lang="zh-CN" altLang="en-US" sz="1300" dirty="0">
                <a:latin typeface="Consolas" panose="020B0609020204030204" charset="0"/>
                <a:cs typeface="Consolas" panose="020B0609020204030204" charset="0"/>
              </a:rPr>
              <a:t>个队列初始化为空队列 */ </a:t>
            </a:r>
            <a:endParaRPr kumimoji="1" lang="zh-CN" altLang="en-US" sz="1300" dirty="0">
              <a:latin typeface="Consolas" panose="020B0609020204030204" charset="0"/>
              <a:cs typeface="Consolas" panose="020B0609020204030204" charset="0"/>
            </a:endParaRPr>
          </a:p>
          <a:p>
            <a:pPr algn="just">
              <a:lnSpc>
                <a:spcPct val="120000"/>
              </a:lnSpc>
            </a:pPr>
            <a:r>
              <a:rPr kumimoji="1" lang="en-US" altLang="zh-CN" sz="1300" dirty="0">
                <a:latin typeface="Consolas" panose="020B0609020204030204" charset="0"/>
                <a:cs typeface="Consolas" panose="020B0609020204030204" charset="0"/>
              </a:rPr>
              <a:t>		p= r[0].next;                    /*  p</a:t>
            </a:r>
            <a:r>
              <a:rPr kumimoji="1" lang="zh-CN" altLang="en-US" sz="1300" dirty="0">
                <a:latin typeface="Consolas" panose="020B0609020204030204" charset="0"/>
                <a:cs typeface="Consolas" panose="020B0609020204030204" charset="0"/>
              </a:rPr>
              <a:t>指向链表中的第一个记录 */ </a:t>
            </a:r>
            <a:endParaRPr kumimoji="1" lang="zh-CN" altLang="en-US" sz="1300" dirty="0">
              <a:latin typeface="Consolas" panose="020B0609020204030204" charset="0"/>
              <a:cs typeface="Consolas" panose="020B0609020204030204" charset="0"/>
            </a:endParaRPr>
          </a:p>
          <a:p>
            <a:pPr algn="just">
              <a:lnSpc>
                <a:spcPct val="120000"/>
              </a:lnSpc>
            </a:pPr>
            <a:r>
              <a:rPr kumimoji="1" lang="en-US" altLang="zh-CN" sz="1300" dirty="0">
                <a:latin typeface="Consolas" panose="020B0609020204030204" charset="0"/>
                <a:cs typeface="Consolas" panose="020B0609020204030204" charset="0"/>
              </a:rPr>
              <a:t>		while( p!=0 ) </a:t>
            </a:r>
            <a:endParaRPr kumimoji="1" lang="en-US" altLang="zh-CN" sz="1300" dirty="0">
              <a:latin typeface="Consolas" panose="020B0609020204030204" charset="0"/>
              <a:cs typeface="Consolas" panose="020B0609020204030204" charset="0"/>
            </a:endParaRPr>
          </a:p>
          <a:p>
            <a:pPr algn="just">
              <a:lnSpc>
                <a:spcPct val="120000"/>
              </a:lnSpc>
            </a:pPr>
            <a:r>
              <a:rPr kumimoji="1" lang="en-US" altLang="zh-CN" sz="1300" dirty="0">
                <a:latin typeface="Consolas" panose="020B0609020204030204" charset="0"/>
                <a:cs typeface="Consolas" panose="020B0609020204030204" charset="0"/>
              </a:rPr>
              <a:t>		{</a:t>
            </a:r>
            <a:endParaRPr kumimoji="1" lang="en-US" altLang="zh-CN" sz="1300" dirty="0">
              <a:latin typeface="Consolas" panose="020B0609020204030204" charset="0"/>
              <a:cs typeface="Consolas" panose="020B0609020204030204" charset="0"/>
            </a:endParaRPr>
          </a:p>
          <a:p>
            <a:pPr algn="just">
              <a:lnSpc>
                <a:spcPct val="120000"/>
              </a:lnSpc>
            </a:pPr>
            <a:r>
              <a:rPr kumimoji="1" lang="en-US" altLang="zh-CN" sz="1300" dirty="0">
                <a:latin typeface="Consolas" panose="020B0609020204030204" charset="0"/>
                <a:cs typeface="Consolas" panose="020B0609020204030204" charset="0"/>
              </a:rPr>
              <a:t>			j=r[p].key[i];          /* </a:t>
            </a:r>
            <a:r>
              <a:rPr kumimoji="1" lang="zh-CN" altLang="en-US" sz="1300" dirty="0">
                <a:latin typeface="Consolas" panose="020B0609020204030204" charset="0"/>
                <a:cs typeface="Consolas" panose="020B0609020204030204" charset="0"/>
              </a:rPr>
              <a:t>用记录中第</a:t>
            </a:r>
            <a:r>
              <a:rPr kumimoji="1" lang="en-US" altLang="zh-CN" sz="1300" dirty="0">
                <a:latin typeface="Consolas" panose="020B0609020204030204" charset="0"/>
                <a:cs typeface="Consolas" panose="020B0609020204030204" charset="0"/>
              </a:rPr>
              <a:t>i</a:t>
            </a:r>
            <a:r>
              <a:rPr kumimoji="1" lang="zh-CN" altLang="en-US" sz="1300" dirty="0">
                <a:latin typeface="Consolas" panose="020B0609020204030204" charset="0"/>
                <a:cs typeface="Consolas" panose="020B0609020204030204" charset="0"/>
              </a:rPr>
              <a:t>位关键字求相应队列号 */</a:t>
            </a:r>
            <a:endParaRPr kumimoji="1" lang="zh-CN" altLang="en-US" sz="1300" dirty="0">
              <a:latin typeface="Consolas" panose="020B0609020204030204" charset="0"/>
              <a:cs typeface="Consolas" panose="020B0609020204030204" charset="0"/>
            </a:endParaRPr>
          </a:p>
          <a:p>
            <a:pPr algn="just">
              <a:lnSpc>
                <a:spcPct val="120000"/>
              </a:lnSpc>
            </a:pPr>
            <a:r>
              <a:rPr kumimoji="1" lang="en-US" altLang="zh-CN" sz="1300" dirty="0">
                <a:latin typeface="Consolas" panose="020B0609020204030204" charset="0"/>
                <a:cs typeface="Consolas" panose="020B0609020204030204" charset="0"/>
              </a:rPr>
              <a:t>			if  ( head[j]==0 ) </a:t>
            </a:r>
            <a:endParaRPr kumimoji="1" lang="en-US" altLang="zh-CN" sz="1300" dirty="0">
              <a:latin typeface="Consolas" panose="020B0609020204030204" charset="0"/>
              <a:cs typeface="Consolas" panose="020B0609020204030204" charset="0"/>
            </a:endParaRPr>
          </a:p>
          <a:p>
            <a:pPr algn="just">
              <a:lnSpc>
                <a:spcPct val="120000"/>
              </a:lnSpc>
            </a:pPr>
            <a:r>
              <a:rPr kumimoji="1" lang="en-US" altLang="zh-CN" sz="1300" dirty="0">
                <a:latin typeface="Consolas" panose="020B0609020204030204" charset="0"/>
                <a:cs typeface="Consolas" panose="020B0609020204030204" charset="0"/>
              </a:rPr>
              <a:t>				head[j]=p;    /* </a:t>
            </a:r>
            <a:r>
              <a:rPr kumimoji="1" lang="zh-CN" altLang="en-US" sz="1300" dirty="0">
                <a:latin typeface="Consolas" panose="020B0609020204030204" charset="0"/>
                <a:cs typeface="Consolas" panose="020B0609020204030204" charset="0"/>
              </a:rPr>
              <a:t>将</a:t>
            </a:r>
            <a:r>
              <a:rPr kumimoji="1" lang="en-US" altLang="zh-CN" sz="1300" dirty="0">
                <a:latin typeface="Consolas" panose="020B0609020204030204" charset="0"/>
                <a:cs typeface="Consolas" panose="020B0609020204030204" charset="0"/>
              </a:rPr>
              <a:t>p</a:t>
            </a:r>
            <a:r>
              <a:rPr kumimoji="1" lang="zh-CN" altLang="en-US" sz="1300" dirty="0">
                <a:latin typeface="Consolas" panose="020B0609020204030204" charset="0"/>
                <a:cs typeface="Consolas" panose="020B0609020204030204" charset="0"/>
              </a:rPr>
              <a:t>所指向的结点加入第</a:t>
            </a:r>
            <a:r>
              <a:rPr kumimoji="1" lang="en-US" altLang="zh-CN" sz="1300" dirty="0">
                <a:latin typeface="Consolas" panose="020B0609020204030204" charset="0"/>
                <a:cs typeface="Consolas" panose="020B0609020204030204" charset="0"/>
              </a:rPr>
              <a:t>j</a:t>
            </a:r>
            <a:r>
              <a:rPr kumimoji="1" lang="zh-CN" altLang="en-US" sz="1300" dirty="0">
                <a:latin typeface="Consolas" panose="020B0609020204030204" charset="0"/>
                <a:cs typeface="Consolas" panose="020B0609020204030204" charset="0"/>
              </a:rPr>
              <a:t>个队列中 */ </a:t>
            </a:r>
            <a:endParaRPr kumimoji="1" lang="zh-CN" altLang="en-US" sz="1300" dirty="0">
              <a:latin typeface="Consolas" panose="020B0609020204030204" charset="0"/>
              <a:cs typeface="Consolas" panose="020B0609020204030204" charset="0"/>
            </a:endParaRPr>
          </a:p>
          <a:p>
            <a:pPr algn="just">
              <a:lnSpc>
                <a:spcPct val="120000"/>
              </a:lnSpc>
            </a:pPr>
            <a:r>
              <a:rPr kumimoji="1" lang="en-US" altLang="zh-CN" sz="1300" dirty="0">
                <a:latin typeface="Consolas" panose="020B0609020204030204" charset="0"/>
                <a:cs typeface="Consolas" panose="020B0609020204030204" charset="0"/>
              </a:rPr>
              <a:t>			else</a:t>
            </a:r>
            <a:endParaRPr kumimoji="1" lang="en-US" altLang="zh-CN" sz="1300" dirty="0">
              <a:latin typeface="Consolas" panose="020B0609020204030204" charset="0"/>
              <a:cs typeface="Consolas" panose="020B0609020204030204" charset="0"/>
            </a:endParaRPr>
          </a:p>
          <a:p>
            <a:pPr algn="just">
              <a:lnSpc>
                <a:spcPct val="120000"/>
              </a:lnSpc>
            </a:pPr>
            <a:r>
              <a:rPr kumimoji="1" lang="en-US" altLang="zh-CN" sz="1300" dirty="0">
                <a:latin typeface="Consolas" panose="020B0609020204030204" charset="0"/>
                <a:cs typeface="Consolas" panose="020B0609020204030204" charset="0"/>
              </a:rPr>
              <a:t>				r[tail[j]].next=p;</a:t>
            </a:r>
            <a:endParaRPr kumimoji="1" lang="en-US" altLang="zh-CN" sz="1300" dirty="0">
              <a:latin typeface="Consolas" panose="020B0609020204030204" charset="0"/>
              <a:cs typeface="Consolas" panose="020B0609020204030204" charset="0"/>
            </a:endParaRPr>
          </a:p>
          <a:p>
            <a:pPr algn="just">
              <a:lnSpc>
                <a:spcPct val="120000"/>
              </a:lnSpc>
            </a:pPr>
            <a:r>
              <a:rPr kumimoji="1" lang="en-US" altLang="zh-CN" sz="1300" dirty="0">
                <a:latin typeface="Consolas" panose="020B0609020204030204" charset="0"/>
                <a:cs typeface="Consolas" panose="020B0609020204030204" charset="0"/>
              </a:rPr>
              <a:t>			tail[j]=p;</a:t>
            </a:r>
            <a:endParaRPr kumimoji="1" lang="en-US" altLang="zh-CN" sz="1300" dirty="0">
              <a:latin typeface="Consolas" panose="020B0609020204030204" charset="0"/>
              <a:cs typeface="Consolas" panose="020B0609020204030204" charset="0"/>
            </a:endParaRPr>
          </a:p>
          <a:p>
            <a:pPr algn="just">
              <a:lnSpc>
                <a:spcPct val="120000"/>
              </a:lnSpc>
            </a:pPr>
            <a:r>
              <a:rPr kumimoji="1" lang="en-US" altLang="zh-CN" sz="1300" dirty="0">
                <a:latin typeface="Consolas" panose="020B0609020204030204" charset="0"/>
                <a:cs typeface="Consolas" panose="020B0609020204030204" charset="0"/>
              </a:rPr>
              <a:t>			p= r[p].next;</a:t>
            </a:r>
            <a:endParaRPr kumimoji="1" lang="en-US" altLang="zh-CN" sz="1300" dirty="0">
              <a:latin typeface="Consolas" panose="020B0609020204030204" charset="0"/>
              <a:cs typeface="Consolas" panose="020B0609020204030204" charset="0"/>
            </a:endParaRPr>
          </a:p>
          <a:p>
            <a:pPr algn="just">
              <a:lnSpc>
                <a:spcPct val="120000"/>
              </a:lnSpc>
            </a:pPr>
            <a:r>
              <a:rPr kumimoji="1" lang="en-US" altLang="zh-CN" sz="1300" dirty="0">
                <a:latin typeface="Consolas" panose="020B0609020204030204" charset="0"/>
                <a:cs typeface="Consolas" panose="020B0609020204030204" charset="0"/>
              </a:rPr>
              <a:t>		}</a:t>
            </a:r>
            <a:endParaRPr kumimoji="1" lang="en-US" altLang="zh-CN" sz="1300" dirty="0">
              <a:latin typeface="Consolas" panose="020B0609020204030204" charset="0"/>
              <a:cs typeface="Consolas" panose="020B0609020204030204" charset="0"/>
            </a:endParaRPr>
          </a:p>
          <a:p>
            <a:pPr algn="just">
              <a:lnSpc>
                <a:spcPct val="120000"/>
              </a:lnSpc>
            </a:pPr>
            <a:r>
              <a:rPr kumimoji="1" lang="en-US" altLang="zh-CN" sz="1300" dirty="0">
                <a:latin typeface="Consolas" panose="020B0609020204030204" charset="0"/>
                <a:cs typeface="Consolas" panose="020B0609020204030204" charset="0"/>
              </a:rPr>
              <a:t>} /*  Distribute  */ </a:t>
            </a:r>
            <a:endParaRPr kumimoji="1" lang="en-US" altLang="zh-CN" sz="1300" dirty="0">
              <a:latin typeface="Consolas" panose="020B0609020204030204" charset="0"/>
              <a:cs typeface="Consolas" panose="020B060902020403020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kumimoji="1" lang="zh-CN" altLang="en-US">
                <a:latin typeface="Times New Roman" panose="02020603050405020304" pitchFamily="18" charset="0"/>
                <a:cs typeface="Times New Roman" panose="02020603050405020304" pitchFamily="18" charset="0"/>
                <a:sym typeface="+mn-ea"/>
              </a:rPr>
              <a:t>链式基数排序</a:t>
            </a:r>
            <a:endParaRPr lang="zh-CN" altLang="en-US"/>
          </a:p>
        </p:txBody>
      </p:sp>
      <p:sp>
        <p:nvSpPr>
          <p:cNvPr id="133122" name="Text Box 2"/>
          <p:cNvSpPr txBox="1">
            <a:spLocks noChangeArrowheads="1"/>
          </p:cNvSpPr>
          <p:nvPr/>
        </p:nvSpPr>
        <p:spPr bwMode="auto">
          <a:xfrm>
            <a:off x="560705" y="1009015"/>
            <a:ext cx="8126095" cy="5270500"/>
          </a:xfrm>
          <a:prstGeom prst="rect">
            <a:avLst/>
          </a:prstGeom>
          <a:noFill/>
          <a:ln w="12700" cmpd="sng">
            <a:solidFill>
              <a:schemeClr val="accent1">
                <a:shade val="50000"/>
              </a:schemeClr>
            </a:solidFill>
            <a:prstDash val="soli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oAutofit/>
          </a:bodyPr>
          <a:lstStyle/>
          <a:p>
            <a:pPr marL="457200" lvl="1" indent="457200" algn="just">
              <a:lnSpc>
                <a:spcPct val="120000"/>
              </a:lnSpc>
            </a:pPr>
            <a:r>
              <a:rPr kumimoji="1" lang="en-US" altLang="zh-CN" dirty="0" err="1">
                <a:latin typeface="Consolas" panose="020B0609020204030204" charset="0"/>
                <a:cs typeface="Consolas" panose="020B0609020204030204" charset="0"/>
              </a:rPr>
              <a:t> </a:t>
            </a:r>
            <a:endParaRPr kumimoji="1" lang="en-US" altLang="zh-CN" dirty="0">
              <a:latin typeface="Consolas" panose="020B0609020204030204" charset="0"/>
              <a:cs typeface="Consolas" panose="020B0609020204030204" charset="0"/>
            </a:endParaRPr>
          </a:p>
        </p:txBody>
      </p:sp>
      <p:sp>
        <p:nvSpPr>
          <p:cNvPr id="3" name="文本框 2"/>
          <p:cNvSpPr txBox="1"/>
          <p:nvPr/>
        </p:nvSpPr>
        <p:spPr>
          <a:xfrm>
            <a:off x="832485" y="1086485"/>
            <a:ext cx="7447915" cy="4523105"/>
          </a:xfrm>
          <a:prstGeom prst="rect">
            <a:avLst/>
          </a:prstGeom>
          <a:noFill/>
        </p:spPr>
        <p:txBody>
          <a:bodyPr wrap="square" rtlCol="0" anchor="t">
            <a:spAutoFit/>
          </a:bodyPr>
          <a:p>
            <a:endParaRPr lang="en-US" altLang="zh-CN" sz="1200"/>
          </a:p>
          <a:p>
            <a:r>
              <a:rPr lang="en-US" altLang="zh-CN" sz="1200"/>
              <a:t>void  Collect(RecordType1  r[],  PVector head,  PVector tail)</a:t>
            </a:r>
            <a:endParaRPr lang="en-US" altLang="zh-CN" sz="1200"/>
          </a:p>
          <a:p>
            <a:r>
              <a:rPr lang="zh-CN" altLang="en-US" sz="1200"/>
              <a:t>/* 本算法从0到</a:t>
            </a:r>
            <a:r>
              <a:rPr lang="en-US" altLang="zh-CN" sz="1200"/>
              <a:t>RADIX-1 </a:t>
            </a:r>
            <a:r>
              <a:rPr lang="zh-CN" altLang="en-US" sz="1200"/>
              <a:t>扫描各队列，将所有非空队列首尾相接，重新链接成一个链表 */ </a:t>
            </a:r>
            <a:endParaRPr lang="zh-CN" altLang="en-US" sz="1200"/>
          </a:p>
          <a:p>
            <a:r>
              <a:rPr lang="en-US" altLang="zh-CN" sz="1200"/>
              <a:t>{</a:t>
            </a:r>
            <a:endParaRPr lang="en-US" altLang="zh-CN" sz="1200"/>
          </a:p>
          <a:p>
            <a:r>
              <a:rPr lang="en-US" altLang="zh-CN" sz="1200"/>
              <a:t>	int j;</a:t>
            </a:r>
            <a:endParaRPr lang="en-US" altLang="zh-CN" sz="1200"/>
          </a:p>
          <a:p>
            <a:r>
              <a:rPr lang="en-US" altLang="zh-CN" sz="1200"/>
              <a:t>	int t;</a:t>
            </a:r>
            <a:endParaRPr lang="en-US" altLang="zh-CN" sz="1200"/>
          </a:p>
          <a:p>
            <a:r>
              <a:rPr lang="en-US" altLang="zh-CN" sz="1200"/>
              <a:t>	j=0;</a:t>
            </a:r>
            <a:endParaRPr lang="en-US" altLang="zh-CN" sz="1200"/>
          </a:p>
          <a:p>
            <a:r>
              <a:rPr lang="en-US" altLang="zh-CN" sz="1200"/>
              <a:t>	while (head[j]==0 )                 /* </a:t>
            </a:r>
            <a:r>
              <a:rPr lang="zh-CN" altLang="en-US" sz="1200"/>
              <a:t>找第一个非空队列 */ </a:t>
            </a:r>
            <a:endParaRPr lang="zh-CN" altLang="en-US" sz="1200"/>
          </a:p>
          <a:p>
            <a:r>
              <a:rPr lang="en-US" altLang="zh-CN" sz="1200"/>
              <a:t>		++j;</a:t>
            </a:r>
            <a:endParaRPr lang="en-US" altLang="zh-CN" sz="1200"/>
          </a:p>
          <a:p>
            <a:r>
              <a:rPr lang="en-US" altLang="zh-CN" sz="1200"/>
              <a:t>	r[0].next =head[j];</a:t>
            </a:r>
            <a:endParaRPr lang="en-US" altLang="zh-CN" sz="1200"/>
          </a:p>
          <a:p>
            <a:r>
              <a:rPr lang="en-US" altLang="zh-CN" sz="1200"/>
              <a:t>	t=tail[j];</a:t>
            </a:r>
            <a:endParaRPr lang="en-US" altLang="zh-CN" sz="1200"/>
          </a:p>
          <a:p>
            <a:r>
              <a:rPr lang="en-US" altLang="zh-CN" sz="1200"/>
              <a:t>	while ( j&lt;RADIX-1 )                 /* </a:t>
            </a:r>
            <a:r>
              <a:rPr lang="zh-CN" altLang="en-US" sz="1200"/>
              <a:t>寻找并串接所有非空队列 */</a:t>
            </a:r>
            <a:endParaRPr lang="zh-CN" altLang="en-US" sz="1200"/>
          </a:p>
          <a:p>
            <a:r>
              <a:rPr lang="en-US" altLang="zh-CN" sz="1200"/>
              <a:t>	{</a:t>
            </a:r>
            <a:endParaRPr lang="en-US" altLang="zh-CN" sz="1200"/>
          </a:p>
          <a:p>
            <a:r>
              <a:rPr lang="en-US" altLang="zh-CN" sz="1200"/>
              <a:t>		++j;</a:t>
            </a:r>
            <a:endParaRPr lang="en-US" altLang="zh-CN" sz="1200"/>
          </a:p>
          <a:p>
            <a:r>
              <a:rPr lang="en-US" altLang="zh-CN" sz="1200"/>
              <a:t>		while ( (j&lt;RADIX-1 ) &amp;&amp; (head[j]==0 ) )     /* </a:t>
            </a:r>
            <a:r>
              <a:rPr lang="zh-CN" altLang="en-US" sz="1200"/>
              <a:t>找下一个非空队列 */ </a:t>
            </a:r>
            <a:endParaRPr lang="zh-CN" altLang="en-US" sz="1200"/>
          </a:p>
          <a:p>
            <a:r>
              <a:rPr lang="en-US" altLang="zh-CN" sz="1200"/>
              <a:t>			++j;</a:t>
            </a:r>
            <a:endParaRPr lang="en-US" altLang="zh-CN" sz="1200"/>
          </a:p>
          <a:p>
            <a:r>
              <a:rPr lang="en-US" altLang="zh-CN" sz="1200"/>
              <a:t>		if ( head[j]!=0 )       /* </a:t>
            </a:r>
            <a:r>
              <a:rPr lang="zh-CN" altLang="en-US" sz="1200"/>
              <a:t>链接非空队列 */ </a:t>
            </a:r>
            <a:endParaRPr lang="zh-CN" altLang="en-US" sz="1200"/>
          </a:p>
          <a:p>
            <a:r>
              <a:rPr lang="en-US" altLang="zh-CN" sz="1200"/>
              <a:t>		{</a:t>
            </a:r>
            <a:endParaRPr lang="en-US" altLang="zh-CN" sz="1200"/>
          </a:p>
          <a:p>
            <a:r>
              <a:rPr lang="en-US" altLang="zh-CN" sz="1200"/>
              <a:t>			r[t].next =head[j];</a:t>
            </a:r>
            <a:endParaRPr lang="en-US" altLang="zh-CN" sz="1200"/>
          </a:p>
          <a:p>
            <a:r>
              <a:rPr lang="en-US" altLang="zh-CN" sz="1200"/>
              <a:t>			t=tail[j];</a:t>
            </a:r>
            <a:endParaRPr lang="en-US" altLang="zh-CN" sz="1200"/>
          </a:p>
          <a:p>
            <a:r>
              <a:rPr lang="en-US" altLang="zh-CN" sz="1200"/>
              <a:t>		} </a:t>
            </a:r>
            <a:endParaRPr lang="en-US" altLang="zh-CN" sz="1200"/>
          </a:p>
          <a:p>
            <a:r>
              <a:rPr lang="en-US" altLang="zh-CN" sz="1200"/>
              <a:t>	}</a:t>
            </a:r>
            <a:endParaRPr lang="en-US" altLang="zh-CN" sz="1200"/>
          </a:p>
          <a:p>
            <a:r>
              <a:rPr lang="en-US" altLang="zh-CN" sz="1200"/>
              <a:t>	r[t].next =0;             /* t</a:t>
            </a:r>
            <a:r>
              <a:rPr lang="zh-CN" altLang="en-US" sz="1200"/>
              <a:t>指向最后一个非空队列中的最后一个结点 */ </a:t>
            </a:r>
            <a:endParaRPr lang="zh-CN" altLang="en-US" sz="1200"/>
          </a:p>
          <a:p>
            <a:r>
              <a:rPr lang="en-US" altLang="zh-CN" sz="1200"/>
              <a:t>}   /* Collect */ </a:t>
            </a:r>
            <a:endParaRPr lang="en-US" altLang="zh-CN" sz="12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kumimoji="1" lang="zh-CN" altLang="en-US">
                <a:latin typeface="Times New Roman" panose="02020603050405020304" pitchFamily="18" charset="0"/>
                <a:cs typeface="Times New Roman" panose="02020603050405020304" pitchFamily="18" charset="0"/>
                <a:sym typeface="+mn-ea"/>
              </a:rPr>
              <a:t>链式基数排序</a:t>
            </a:r>
            <a:endParaRPr lang="zh-CN" altLang="en-US"/>
          </a:p>
        </p:txBody>
      </p:sp>
      <p:sp>
        <p:nvSpPr>
          <p:cNvPr id="131074" name="Text Box 2"/>
          <p:cNvSpPr txBox="1">
            <a:spLocks noChangeArrowheads="1"/>
          </p:cNvSpPr>
          <p:nvPr/>
        </p:nvSpPr>
        <p:spPr bwMode="auto">
          <a:xfrm>
            <a:off x="550545" y="1117600"/>
            <a:ext cx="8135620" cy="5373370"/>
          </a:xfrm>
          <a:prstGeom prst="rect">
            <a:avLst/>
          </a:prstGeom>
          <a:noFill/>
          <a:ln w="12700" cmpd="sng">
            <a:solidFill>
              <a:schemeClr val="accent1">
                <a:shade val="50000"/>
              </a:schemeClr>
            </a:solidFill>
            <a:prstDash val="soli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oAutofit/>
          </a:bodyPr>
          <a:lstStyle/>
          <a:p>
            <a:pPr algn="just">
              <a:lnSpc>
                <a:spcPct val="110000"/>
              </a:lnSpc>
            </a:pPr>
            <a:r>
              <a:rPr kumimoji="1" lang="en-US" altLang="zh-CN" sz="1400" dirty="0">
                <a:latin typeface="Consolas" panose="020B0609020204030204" charset="0"/>
                <a:cs typeface="Consolas" panose="020B0609020204030204" charset="0"/>
              </a:rPr>
              <a:t>void  RadixSort (RecordType1 r[],int length )</a:t>
            </a:r>
            <a:endParaRPr kumimoji="1" lang="en-US" altLang="zh-CN" sz="1400" dirty="0">
              <a:latin typeface="Consolas" panose="020B0609020204030204" charset="0"/>
              <a:cs typeface="Consolas" panose="020B0609020204030204" charset="0"/>
            </a:endParaRPr>
          </a:p>
          <a:p>
            <a:pPr algn="just">
              <a:lnSpc>
                <a:spcPct val="110000"/>
              </a:lnSpc>
            </a:pPr>
            <a:r>
              <a:rPr kumimoji="1" lang="en-US" altLang="zh-CN" sz="1400" dirty="0">
                <a:latin typeface="Consolas" panose="020B0609020204030204" charset="0"/>
                <a:cs typeface="Consolas" panose="020B0609020204030204" charset="0"/>
              </a:rPr>
              <a:t>/* length</a:t>
            </a:r>
            <a:r>
              <a:rPr kumimoji="1" lang="zh-CN" altLang="en-US" sz="1400" dirty="0">
                <a:latin typeface="Consolas" panose="020B0609020204030204" charset="0"/>
                <a:cs typeface="Consolas" panose="020B0609020204030204" charset="0"/>
              </a:rPr>
              <a:t>个记录存放在数组</a:t>
            </a:r>
            <a:r>
              <a:rPr kumimoji="1" lang="en-US" altLang="zh-CN" sz="1400" dirty="0">
                <a:latin typeface="Consolas" panose="020B0609020204030204" charset="0"/>
                <a:cs typeface="Consolas" panose="020B0609020204030204" charset="0"/>
              </a:rPr>
              <a:t>r</a:t>
            </a:r>
            <a:r>
              <a:rPr kumimoji="1" lang="zh-CN" altLang="en-US" sz="1400" dirty="0">
                <a:latin typeface="Consolas" panose="020B0609020204030204" charset="0"/>
                <a:cs typeface="Consolas" panose="020B0609020204030204" charset="0"/>
              </a:rPr>
              <a:t>中，执行本算法进行基数排序后，链表中的记录将按关键字从小到大的顺序相链接。 */ </a:t>
            </a:r>
            <a:endParaRPr kumimoji="1" lang="zh-CN" altLang="en-US" sz="1400" dirty="0">
              <a:latin typeface="Consolas" panose="020B0609020204030204" charset="0"/>
              <a:cs typeface="Consolas" panose="020B0609020204030204" charset="0"/>
            </a:endParaRPr>
          </a:p>
          <a:p>
            <a:pPr algn="just">
              <a:lnSpc>
                <a:spcPct val="110000"/>
              </a:lnSpc>
            </a:pPr>
            <a:r>
              <a:rPr kumimoji="1" lang="en-US" altLang="zh-CN" sz="1400" dirty="0">
                <a:latin typeface="Consolas" panose="020B0609020204030204" charset="0"/>
                <a:cs typeface="Consolas" panose="020B0609020204030204" charset="0"/>
              </a:rPr>
              <a:t>{</a:t>
            </a:r>
            <a:endParaRPr kumimoji="1" lang="en-US" altLang="zh-CN" sz="1400" dirty="0">
              <a:latin typeface="Consolas" panose="020B0609020204030204" charset="0"/>
              <a:cs typeface="Consolas" panose="020B0609020204030204" charset="0"/>
            </a:endParaRPr>
          </a:p>
          <a:p>
            <a:pPr algn="just">
              <a:lnSpc>
                <a:spcPct val="110000"/>
              </a:lnSpc>
            </a:pPr>
            <a:r>
              <a:rPr kumimoji="1" lang="en-US" altLang="zh-CN" sz="1400" dirty="0">
                <a:latin typeface="Consolas" panose="020B0609020204030204" charset="0"/>
                <a:cs typeface="Consolas" panose="020B0609020204030204" charset="0"/>
              </a:rPr>
              <a:t>	int i,n;</a:t>
            </a:r>
            <a:endParaRPr kumimoji="1" lang="en-US" altLang="zh-CN" sz="1400" dirty="0">
              <a:latin typeface="Consolas" panose="020B0609020204030204" charset="0"/>
              <a:cs typeface="Consolas" panose="020B0609020204030204" charset="0"/>
            </a:endParaRPr>
          </a:p>
          <a:p>
            <a:pPr algn="just">
              <a:lnSpc>
                <a:spcPct val="110000"/>
              </a:lnSpc>
            </a:pPr>
            <a:r>
              <a:rPr kumimoji="1" lang="en-US" altLang="zh-CN" sz="1400" dirty="0">
                <a:latin typeface="Consolas" panose="020B0609020204030204" charset="0"/>
                <a:cs typeface="Consolas" panose="020B0609020204030204" charset="0"/>
              </a:rPr>
              <a:t>	int d;</a:t>
            </a:r>
            <a:endParaRPr kumimoji="1" lang="en-US" altLang="zh-CN" sz="1400" dirty="0">
              <a:latin typeface="Consolas" panose="020B0609020204030204" charset="0"/>
              <a:cs typeface="Consolas" panose="020B0609020204030204" charset="0"/>
            </a:endParaRPr>
          </a:p>
          <a:p>
            <a:pPr algn="just">
              <a:lnSpc>
                <a:spcPct val="110000"/>
              </a:lnSpc>
            </a:pPr>
            <a:r>
              <a:rPr kumimoji="1" lang="en-US" altLang="zh-CN" sz="1400" dirty="0">
                <a:latin typeface="Consolas" panose="020B0609020204030204" charset="0"/>
                <a:cs typeface="Consolas" panose="020B0609020204030204" charset="0"/>
              </a:rPr>
              <a:t>	PVector head;</a:t>
            </a:r>
            <a:endParaRPr kumimoji="1" lang="en-US" altLang="zh-CN" sz="1400" dirty="0">
              <a:latin typeface="Consolas" panose="020B0609020204030204" charset="0"/>
              <a:cs typeface="Consolas" panose="020B0609020204030204" charset="0"/>
            </a:endParaRPr>
          </a:p>
          <a:p>
            <a:pPr algn="just">
              <a:lnSpc>
                <a:spcPct val="110000"/>
              </a:lnSpc>
            </a:pPr>
            <a:r>
              <a:rPr kumimoji="1" lang="en-US" altLang="zh-CN" sz="1400" dirty="0">
                <a:latin typeface="Consolas" panose="020B0609020204030204" charset="0"/>
                <a:cs typeface="Consolas" panose="020B0609020204030204" charset="0"/>
              </a:rPr>
              <a:t>	PVector tail;</a:t>
            </a:r>
            <a:endParaRPr kumimoji="1" lang="en-US" altLang="zh-CN" sz="1400" dirty="0">
              <a:latin typeface="Consolas" panose="020B0609020204030204" charset="0"/>
              <a:cs typeface="Consolas" panose="020B0609020204030204" charset="0"/>
            </a:endParaRPr>
          </a:p>
          <a:p>
            <a:pPr algn="just">
              <a:lnSpc>
                <a:spcPct val="110000"/>
              </a:lnSpc>
            </a:pPr>
            <a:r>
              <a:rPr kumimoji="1" lang="en-US" altLang="zh-CN" sz="1400" dirty="0">
                <a:latin typeface="Consolas" panose="020B0609020204030204" charset="0"/>
                <a:cs typeface="Consolas" panose="020B0609020204030204" charset="0"/>
              </a:rPr>
              <a:t>    n= length;</a:t>
            </a:r>
            <a:endParaRPr kumimoji="1" lang="en-US" altLang="zh-CN" sz="1400" dirty="0">
              <a:latin typeface="Consolas" panose="020B0609020204030204" charset="0"/>
              <a:cs typeface="Consolas" panose="020B0609020204030204" charset="0"/>
            </a:endParaRPr>
          </a:p>
          <a:p>
            <a:pPr algn="just">
              <a:lnSpc>
                <a:spcPct val="110000"/>
              </a:lnSpc>
            </a:pPr>
            <a:r>
              <a:rPr kumimoji="1" lang="en-US" altLang="zh-CN" sz="1400" dirty="0">
                <a:latin typeface="Consolas" panose="020B0609020204030204" charset="0"/>
                <a:cs typeface="Consolas" panose="020B0609020204030204" charset="0"/>
              </a:rPr>
              <a:t>	for ( i=0 ; i&lt;= n-1 ; ++i)  </a:t>
            </a:r>
            <a:endParaRPr kumimoji="1" lang="en-US" altLang="zh-CN" sz="1400" dirty="0">
              <a:latin typeface="Consolas" panose="020B0609020204030204" charset="0"/>
              <a:cs typeface="Consolas" panose="020B0609020204030204" charset="0"/>
            </a:endParaRPr>
          </a:p>
          <a:p>
            <a:pPr algn="just">
              <a:lnSpc>
                <a:spcPct val="110000"/>
              </a:lnSpc>
            </a:pPr>
            <a:r>
              <a:rPr kumimoji="1" lang="en-US" altLang="zh-CN" sz="1400" dirty="0">
                <a:latin typeface="Consolas" panose="020B0609020204030204" charset="0"/>
                <a:cs typeface="Consolas" panose="020B0609020204030204" charset="0"/>
              </a:rPr>
              <a:t>		r[i].next=i+1;  /* </a:t>
            </a:r>
            <a:r>
              <a:rPr kumimoji="1" lang="zh-CN" altLang="en-US" sz="1400" dirty="0">
                <a:latin typeface="Consolas" panose="020B0609020204030204" charset="0"/>
                <a:cs typeface="Consolas" panose="020B0609020204030204" charset="0"/>
              </a:rPr>
              <a:t>构造静态链表 */</a:t>
            </a:r>
            <a:endParaRPr kumimoji="1" lang="zh-CN" altLang="en-US" sz="1400" dirty="0">
              <a:latin typeface="Consolas" panose="020B0609020204030204" charset="0"/>
              <a:cs typeface="Consolas" panose="020B0609020204030204" charset="0"/>
            </a:endParaRPr>
          </a:p>
          <a:p>
            <a:pPr algn="just">
              <a:lnSpc>
                <a:spcPct val="110000"/>
              </a:lnSpc>
            </a:pPr>
            <a:r>
              <a:rPr kumimoji="1" lang="en-US" altLang="zh-CN" sz="1400" dirty="0">
                <a:latin typeface="Consolas" panose="020B0609020204030204" charset="0"/>
                <a:cs typeface="Consolas" panose="020B0609020204030204" charset="0"/>
              </a:rPr>
              <a:t>	r[n].next =0;</a:t>
            </a:r>
            <a:endParaRPr kumimoji="1" lang="en-US" altLang="zh-CN" sz="1400" dirty="0">
              <a:latin typeface="Consolas" panose="020B0609020204030204" charset="0"/>
              <a:cs typeface="Consolas" panose="020B0609020204030204" charset="0"/>
            </a:endParaRPr>
          </a:p>
          <a:p>
            <a:pPr algn="just">
              <a:lnSpc>
                <a:spcPct val="110000"/>
              </a:lnSpc>
            </a:pPr>
            <a:r>
              <a:rPr kumimoji="1" lang="en-US" altLang="zh-CN" sz="1400" dirty="0">
                <a:latin typeface="Consolas" panose="020B0609020204030204" charset="0"/>
                <a:cs typeface="Consolas" panose="020B0609020204030204" charset="0"/>
              </a:rPr>
              <a:t>	d= 3;</a:t>
            </a:r>
            <a:endParaRPr kumimoji="1" lang="en-US" altLang="zh-CN" sz="1400" dirty="0">
              <a:latin typeface="Consolas" panose="020B0609020204030204" charset="0"/>
              <a:cs typeface="Consolas" panose="020B0609020204030204" charset="0"/>
            </a:endParaRPr>
          </a:p>
          <a:p>
            <a:pPr algn="just">
              <a:lnSpc>
                <a:spcPct val="110000"/>
              </a:lnSpc>
            </a:pPr>
            <a:r>
              <a:rPr kumimoji="1" lang="en-US" altLang="zh-CN" sz="1400" dirty="0">
                <a:latin typeface="Consolas" panose="020B0609020204030204" charset="0"/>
                <a:cs typeface="Consolas" panose="020B0609020204030204" charset="0"/>
              </a:rPr>
              <a:t>	for ( i =d-1; i&gt;= 0; --i )       /* </a:t>
            </a:r>
            <a:r>
              <a:rPr kumimoji="1" lang="zh-CN" altLang="en-US" sz="1400" dirty="0">
                <a:latin typeface="Consolas" panose="020B0609020204030204" charset="0"/>
                <a:cs typeface="Consolas" panose="020B0609020204030204" charset="0"/>
              </a:rPr>
              <a:t>从最低位子关键字开始，进行</a:t>
            </a:r>
            <a:r>
              <a:rPr kumimoji="1" lang="en-US" altLang="zh-CN" sz="1400" dirty="0">
                <a:latin typeface="Consolas" panose="020B0609020204030204" charset="0"/>
                <a:cs typeface="Consolas" panose="020B0609020204030204" charset="0"/>
              </a:rPr>
              <a:t>d</a:t>
            </a:r>
            <a:r>
              <a:rPr kumimoji="1" lang="zh-CN" altLang="en-US" sz="1400" dirty="0">
                <a:latin typeface="Consolas" panose="020B0609020204030204" charset="0"/>
                <a:cs typeface="Consolas" panose="020B0609020204030204" charset="0"/>
              </a:rPr>
              <a:t>趟分配 和 收集*/</a:t>
            </a:r>
            <a:endParaRPr kumimoji="1" lang="zh-CN" altLang="en-US" sz="1400" dirty="0">
              <a:latin typeface="Consolas" panose="020B0609020204030204" charset="0"/>
              <a:cs typeface="Consolas" panose="020B0609020204030204" charset="0"/>
            </a:endParaRPr>
          </a:p>
          <a:p>
            <a:pPr algn="just">
              <a:lnSpc>
                <a:spcPct val="110000"/>
              </a:lnSpc>
            </a:pPr>
            <a:r>
              <a:rPr kumimoji="1" lang="en-US" altLang="zh-CN" sz="1400" dirty="0">
                <a:latin typeface="Consolas" panose="020B0609020204030204" charset="0"/>
                <a:cs typeface="Consolas" panose="020B0609020204030204" charset="0"/>
              </a:rPr>
              <a:t>	{ </a:t>
            </a:r>
            <a:endParaRPr kumimoji="1" lang="en-US" altLang="zh-CN" sz="1400" dirty="0">
              <a:latin typeface="Consolas" panose="020B0609020204030204" charset="0"/>
              <a:cs typeface="Consolas" panose="020B0609020204030204" charset="0"/>
            </a:endParaRPr>
          </a:p>
          <a:p>
            <a:pPr algn="just">
              <a:lnSpc>
                <a:spcPct val="110000"/>
              </a:lnSpc>
            </a:pPr>
            <a:r>
              <a:rPr kumimoji="1" lang="en-US" altLang="zh-CN" sz="1400" dirty="0">
                <a:latin typeface="Consolas" panose="020B0609020204030204" charset="0"/>
                <a:cs typeface="Consolas" panose="020B0609020204030204" charset="0"/>
              </a:rPr>
              <a:t>		Distribute(r,i,head,tail);  /* </a:t>
            </a:r>
            <a:r>
              <a:rPr kumimoji="1" lang="zh-CN" altLang="en-US" sz="1400" dirty="0">
                <a:latin typeface="Consolas" panose="020B0609020204030204" charset="0"/>
                <a:cs typeface="Consolas" panose="020B0609020204030204" charset="0"/>
              </a:rPr>
              <a:t>第</a:t>
            </a:r>
            <a:r>
              <a:rPr kumimoji="1" lang="en-US" altLang="zh-CN" sz="1400" dirty="0">
                <a:latin typeface="Consolas" panose="020B0609020204030204" charset="0"/>
                <a:cs typeface="Consolas" panose="020B0609020204030204" charset="0"/>
              </a:rPr>
              <a:t>i</a:t>
            </a:r>
            <a:r>
              <a:rPr kumimoji="1" lang="zh-CN" altLang="en-US" sz="1400" dirty="0">
                <a:latin typeface="Consolas" panose="020B0609020204030204" charset="0"/>
                <a:cs typeface="Consolas" panose="020B0609020204030204" charset="0"/>
              </a:rPr>
              <a:t>趟分配 */ </a:t>
            </a:r>
            <a:endParaRPr kumimoji="1" lang="zh-CN" altLang="en-US" sz="1400" dirty="0">
              <a:latin typeface="Consolas" panose="020B0609020204030204" charset="0"/>
              <a:cs typeface="Consolas" panose="020B0609020204030204" charset="0"/>
            </a:endParaRPr>
          </a:p>
          <a:p>
            <a:pPr algn="just">
              <a:lnSpc>
                <a:spcPct val="110000"/>
              </a:lnSpc>
            </a:pPr>
            <a:r>
              <a:rPr kumimoji="1" lang="en-US" altLang="zh-CN" sz="1400" dirty="0">
                <a:latin typeface="Consolas" panose="020B0609020204030204" charset="0"/>
                <a:cs typeface="Consolas" panose="020B0609020204030204" charset="0"/>
              </a:rPr>
              <a:t>		Collect(r,head,tail);       /* </a:t>
            </a:r>
            <a:r>
              <a:rPr kumimoji="1" lang="zh-CN" altLang="en-US" sz="1400" dirty="0">
                <a:latin typeface="Consolas" panose="020B0609020204030204" charset="0"/>
                <a:cs typeface="Consolas" panose="020B0609020204030204" charset="0"/>
              </a:rPr>
              <a:t>第</a:t>
            </a:r>
            <a:r>
              <a:rPr kumimoji="1" lang="en-US" altLang="zh-CN" sz="1400" dirty="0">
                <a:latin typeface="Consolas" panose="020B0609020204030204" charset="0"/>
                <a:cs typeface="Consolas" panose="020B0609020204030204" charset="0"/>
              </a:rPr>
              <a:t>i</a:t>
            </a:r>
            <a:r>
              <a:rPr kumimoji="1" lang="zh-CN" altLang="en-US" sz="1400" dirty="0">
                <a:latin typeface="Consolas" panose="020B0609020204030204" charset="0"/>
                <a:cs typeface="Consolas" panose="020B0609020204030204" charset="0"/>
              </a:rPr>
              <a:t>趟收集 */ </a:t>
            </a:r>
            <a:endParaRPr kumimoji="1" lang="zh-CN" altLang="en-US" sz="1400" dirty="0">
              <a:latin typeface="Consolas" panose="020B0609020204030204" charset="0"/>
              <a:cs typeface="Consolas" panose="020B0609020204030204" charset="0"/>
            </a:endParaRPr>
          </a:p>
          <a:p>
            <a:pPr algn="just">
              <a:lnSpc>
                <a:spcPct val="110000"/>
              </a:lnSpc>
            </a:pPr>
            <a:r>
              <a:rPr kumimoji="1" lang="en-US" altLang="zh-CN" sz="1400" dirty="0">
                <a:latin typeface="Consolas" panose="020B0609020204030204" charset="0"/>
                <a:cs typeface="Consolas" panose="020B0609020204030204" charset="0"/>
              </a:rPr>
              <a:t>	}</a:t>
            </a:r>
            <a:endParaRPr kumimoji="1" lang="en-US" altLang="zh-CN" sz="1400" dirty="0">
              <a:latin typeface="Consolas" panose="020B0609020204030204" charset="0"/>
              <a:cs typeface="Consolas" panose="020B0609020204030204" charset="0"/>
            </a:endParaRPr>
          </a:p>
          <a:p>
            <a:pPr algn="just">
              <a:lnSpc>
                <a:spcPct val="110000"/>
              </a:lnSpc>
            </a:pPr>
            <a:r>
              <a:rPr kumimoji="1" lang="en-US" altLang="zh-CN" sz="1400" dirty="0">
                <a:latin typeface="Consolas" panose="020B0609020204030204" charset="0"/>
                <a:cs typeface="Consolas" panose="020B0609020204030204" charset="0"/>
              </a:rPr>
              <a:t>}  /* RadixSort  */</a:t>
            </a:r>
            <a:endParaRPr kumimoji="1" lang="en-US" altLang="zh-CN" sz="1400" dirty="0">
              <a:latin typeface="Consolas" panose="020B0609020204030204" charset="0"/>
              <a:cs typeface="Consolas" panose="020B060902020403020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6" name="Rectangle 8"/>
          <p:cNvSpPr>
            <a:spLocks noGrp="1" noChangeArrowheads="1"/>
          </p:cNvSpPr>
          <p:nvPr>
            <p:ph type="title"/>
          </p:nvPr>
        </p:nvSpPr>
        <p:spPr/>
        <p:txBody>
          <a:bodyPr/>
          <a:lstStyle/>
          <a:p>
            <a:r>
              <a:rPr lang="zh-CN" altLang="en-US">
                <a:solidFill>
                  <a:schemeClr val="bg1"/>
                </a:solidFill>
                <a:effectLst>
                  <a:outerShdw blurRad="38100" dist="25400" dir="5400000" algn="ctr" rotWithShape="0">
                    <a:srgbClr val="6E747A">
                      <a:alpha val="43000"/>
                    </a:srgbClr>
                  </a:outerShdw>
                </a:effectLst>
              </a:rPr>
              <a:t>算法分析</a:t>
            </a:r>
            <a:endParaRPr lang="zh-CN" altLang="en-US">
              <a:solidFill>
                <a:schemeClr val="bg1"/>
              </a:solidFill>
              <a:effectLst>
                <a:outerShdw blurRad="38100" dist="25400" dir="5400000" algn="ctr" rotWithShape="0">
                  <a:srgbClr val="6E747A">
                    <a:alpha val="43000"/>
                  </a:srgbClr>
                </a:outerShdw>
              </a:effectLst>
            </a:endParaRPr>
          </a:p>
        </p:txBody>
      </p:sp>
      <p:sp>
        <p:nvSpPr>
          <p:cNvPr id="89097" name="Rectangle 9"/>
          <p:cNvSpPr>
            <a:spLocks noGrp="1" noChangeArrowheads="1"/>
          </p:cNvSpPr>
          <p:nvPr>
            <p:ph type="body" idx="1"/>
          </p:nvPr>
        </p:nvSpPr>
        <p:spPr>
          <a:xfrm>
            <a:off x="457200" y="1095375"/>
            <a:ext cx="8229600" cy="5266055"/>
          </a:xfrm>
        </p:spPr>
        <p:txBody>
          <a:bodyPr/>
          <a:lstStyle/>
          <a:p>
            <a:pPr>
              <a:lnSpc>
                <a:spcPct val="160000"/>
              </a:lnSpc>
            </a:pPr>
            <a:r>
              <a:rPr lang="zh-CN" altLang="en-US" sz="2400" dirty="0">
                <a:effectLst/>
                <a:latin typeface="Times New Roman" panose="02020603050405020304" pitchFamily="18" charset="0"/>
              </a:rPr>
              <a:t>对于</a:t>
            </a:r>
            <a:r>
              <a:rPr lang="en-US" altLang="zh-CN" sz="2400" dirty="0">
                <a:effectLst/>
                <a:latin typeface="Times New Roman" panose="02020603050405020304" pitchFamily="18" charset="0"/>
              </a:rPr>
              <a:t>n</a:t>
            </a:r>
            <a:r>
              <a:rPr lang="zh-CN" altLang="en-US" sz="2400" dirty="0">
                <a:effectLst/>
                <a:latin typeface="Times New Roman" panose="02020603050405020304" pitchFamily="18" charset="0"/>
              </a:rPr>
              <a:t>个记录，每个记录含</a:t>
            </a:r>
            <a:r>
              <a:rPr lang="en-US" altLang="zh-CN" sz="2400" dirty="0">
                <a:effectLst/>
                <a:latin typeface="Times New Roman" panose="02020603050405020304" pitchFamily="18" charset="0"/>
              </a:rPr>
              <a:t> </a:t>
            </a:r>
            <a:r>
              <a:rPr lang="en-US" altLang="zh-CN" sz="2400" i="1" dirty="0">
                <a:solidFill>
                  <a:srgbClr val="FF0000"/>
                </a:solidFill>
                <a:effectLst/>
                <a:latin typeface="Times New Roman" panose="02020603050405020304" pitchFamily="18" charset="0"/>
              </a:rPr>
              <a:t>d</a:t>
            </a:r>
            <a:r>
              <a:rPr lang="en-US" altLang="zh-CN" sz="2400" i="1" dirty="0">
                <a:effectLst/>
                <a:latin typeface="Times New Roman" panose="02020603050405020304" pitchFamily="18" charset="0"/>
              </a:rPr>
              <a:t> </a:t>
            </a:r>
            <a:r>
              <a:rPr lang="zh-CN" altLang="en-US" sz="2400" dirty="0">
                <a:effectLst/>
                <a:latin typeface="Times New Roman" panose="02020603050405020304" pitchFamily="18" charset="0"/>
              </a:rPr>
              <a:t>个子关键字，每个子关键字的取值范围为</a:t>
            </a:r>
            <a:r>
              <a:rPr lang="en-US" altLang="zh-CN" sz="2400" dirty="0">
                <a:effectLst/>
                <a:latin typeface="Times New Roman" panose="02020603050405020304" pitchFamily="18" charset="0"/>
              </a:rPr>
              <a:t> </a:t>
            </a:r>
            <a:r>
              <a:rPr lang="en-US" altLang="zh-CN" sz="2400" i="1" dirty="0" err="1">
                <a:solidFill>
                  <a:srgbClr val="FF0000"/>
                </a:solidFill>
                <a:effectLst/>
                <a:latin typeface="Times New Roman" panose="02020603050405020304" pitchFamily="18" charset="0"/>
              </a:rPr>
              <a:t>rd</a:t>
            </a:r>
            <a:r>
              <a:rPr lang="zh-CN" altLang="en-US" sz="2400" dirty="0">
                <a:effectLst/>
                <a:latin typeface="Times New Roman" panose="02020603050405020304" pitchFamily="18" charset="0"/>
              </a:rPr>
              <a:t>，</a:t>
            </a:r>
            <a:endParaRPr lang="zh-CN" altLang="en-US" sz="2400" dirty="0">
              <a:effectLst/>
              <a:latin typeface="Times New Roman" panose="02020603050405020304" pitchFamily="18" charset="0"/>
            </a:endParaRPr>
          </a:p>
          <a:p>
            <a:pPr>
              <a:lnSpc>
                <a:spcPct val="160000"/>
              </a:lnSpc>
            </a:pPr>
            <a:r>
              <a:rPr lang="zh-CN" altLang="en-US" sz="2400" dirty="0">
                <a:solidFill>
                  <a:schemeClr val="tx1"/>
                </a:solidFill>
                <a:effectLst/>
                <a:sym typeface="+mn-ea"/>
              </a:rPr>
              <a:t>其中每一趟分配算法的时间复杂度为</a:t>
            </a:r>
            <a:r>
              <a:rPr lang="en-US" altLang="zh-CN" sz="2400" dirty="0">
                <a:solidFill>
                  <a:schemeClr val="tx1"/>
                </a:solidFill>
                <a:effectLst/>
                <a:sym typeface="+mn-ea"/>
              </a:rPr>
              <a:t>O(n)</a:t>
            </a:r>
            <a:r>
              <a:rPr lang="zh-CN" altLang="en-US" sz="2400" dirty="0">
                <a:solidFill>
                  <a:schemeClr val="tx1"/>
                </a:solidFill>
                <a:effectLst/>
                <a:sym typeface="+mn-ea"/>
              </a:rPr>
              <a:t>，</a:t>
            </a:r>
            <a:r>
              <a:rPr lang="zh-CN" altLang="en-US" sz="2400" dirty="0">
                <a:effectLst/>
                <a:sym typeface="+mn-ea"/>
              </a:rPr>
              <a:t>每一趟收集的时间复杂度为</a:t>
            </a:r>
            <a:r>
              <a:rPr lang="en-US" altLang="zh-CN" sz="2400" dirty="0">
                <a:effectLst/>
                <a:sym typeface="+mn-ea"/>
              </a:rPr>
              <a:t>O(</a:t>
            </a:r>
            <a:r>
              <a:rPr lang="en-US" altLang="zh-CN" sz="2400" i="1" dirty="0" err="1">
                <a:effectLst/>
                <a:sym typeface="+mn-ea"/>
              </a:rPr>
              <a:t>rd</a:t>
            </a:r>
            <a:r>
              <a:rPr lang="en-US" altLang="zh-CN" sz="2400" dirty="0">
                <a:effectLst/>
                <a:sym typeface="+mn-ea"/>
              </a:rPr>
              <a:t>)</a:t>
            </a:r>
            <a:r>
              <a:rPr lang="zh-CN" altLang="en-US" sz="2400" dirty="0">
                <a:effectLst/>
                <a:sym typeface="+mn-ea"/>
              </a:rPr>
              <a:t>，整个排序需要进行</a:t>
            </a:r>
            <a:r>
              <a:rPr lang="en-US" altLang="zh-CN" sz="2400" dirty="0">
                <a:effectLst/>
                <a:sym typeface="+mn-ea"/>
              </a:rPr>
              <a:t>d</a:t>
            </a:r>
            <a:r>
              <a:rPr lang="zh-CN" altLang="en-US" sz="2400" dirty="0">
                <a:effectLst/>
                <a:sym typeface="+mn-ea"/>
              </a:rPr>
              <a:t>趟分配和收集。</a:t>
            </a:r>
            <a:endParaRPr lang="zh-CN" altLang="en-US" sz="2400" dirty="0">
              <a:effectLst/>
              <a:latin typeface="Times New Roman" panose="02020603050405020304" pitchFamily="18" charset="0"/>
            </a:endParaRPr>
          </a:p>
          <a:p>
            <a:pPr>
              <a:lnSpc>
                <a:spcPct val="160000"/>
              </a:lnSpc>
            </a:pPr>
            <a:r>
              <a:rPr lang="zh-CN" altLang="en-US" sz="2400" dirty="0">
                <a:effectLst/>
                <a:sym typeface="+mn-ea"/>
              </a:rPr>
              <a:t>进行链式排序的时间复杂度为</a:t>
            </a:r>
            <a:r>
              <a:rPr lang="en-US" altLang="zh-CN" sz="2400" dirty="0">
                <a:solidFill>
                  <a:srgbClr val="FF0000"/>
                </a:solidFill>
                <a:effectLst/>
                <a:sym typeface="+mn-ea"/>
              </a:rPr>
              <a:t>O(</a:t>
            </a:r>
            <a:r>
              <a:rPr lang="en-US" altLang="zh-CN" sz="2400" i="1" dirty="0">
                <a:solidFill>
                  <a:srgbClr val="FF0000"/>
                </a:solidFill>
                <a:effectLst/>
                <a:sym typeface="+mn-ea"/>
              </a:rPr>
              <a:t>d</a:t>
            </a:r>
            <a:r>
              <a:rPr lang="en-US" altLang="zh-CN" sz="2400" dirty="0">
                <a:solidFill>
                  <a:srgbClr val="FF0000"/>
                </a:solidFill>
                <a:effectLst/>
                <a:sym typeface="+mn-ea"/>
              </a:rPr>
              <a:t>×(</a:t>
            </a:r>
            <a:r>
              <a:rPr lang="en-US" altLang="zh-CN" sz="2400" i="1" dirty="0" err="1">
                <a:solidFill>
                  <a:srgbClr val="FF0000"/>
                </a:solidFill>
                <a:effectLst/>
                <a:sym typeface="+mn-ea"/>
              </a:rPr>
              <a:t>n</a:t>
            </a:r>
            <a:r>
              <a:rPr lang="en-US" altLang="zh-CN" sz="2400" dirty="0" err="1">
                <a:solidFill>
                  <a:srgbClr val="FF0000"/>
                </a:solidFill>
                <a:effectLst/>
                <a:sym typeface="+mn-ea"/>
              </a:rPr>
              <a:t>+</a:t>
            </a:r>
            <a:r>
              <a:rPr lang="en-US" altLang="zh-CN" sz="2400" i="1" dirty="0" err="1">
                <a:solidFill>
                  <a:srgbClr val="FF0000"/>
                </a:solidFill>
                <a:effectLst/>
                <a:sym typeface="+mn-ea"/>
              </a:rPr>
              <a:t>rd</a:t>
            </a:r>
            <a:r>
              <a:rPr lang="en-US" altLang="zh-CN" sz="2400" dirty="0">
                <a:solidFill>
                  <a:srgbClr val="FF0000"/>
                </a:solidFill>
                <a:effectLst/>
                <a:sym typeface="+mn-ea"/>
              </a:rPr>
              <a:t>))</a:t>
            </a:r>
            <a:r>
              <a:rPr lang="zh-CN" altLang="en-US" sz="2400" dirty="0">
                <a:solidFill>
                  <a:srgbClr val="FF0000"/>
                </a:solidFill>
                <a:effectLst/>
                <a:sym typeface="+mn-ea"/>
              </a:rPr>
              <a:t>。</a:t>
            </a:r>
            <a:endParaRPr lang="zh-CN" altLang="en-US" sz="2400" dirty="0">
              <a:effectLst/>
              <a:latin typeface="Times New Roman" panose="02020603050405020304" pitchFamily="18" charset="0"/>
            </a:endParaRPr>
          </a:p>
          <a:p>
            <a:pPr>
              <a:lnSpc>
                <a:spcPct val="160000"/>
              </a:lnSpc>
            </a:pPr>
            <a:r>
              <a:rPr lang="zh-CN" altLang="en-US" sz="2400" dirty="0">
                <a:effectLst/>
                <a:latin typeface="Times New Roman" panose="02020603050405020304" pitchFamily="18" charset="0"/>
              </a:rPr>
              <a:t>空间复杂度：</a:t>
            </a:r>
            <a:r>
              <a:rPr lang="en-US" altLang="zh-CN" sz="2400" i="1" dirty="0">
                <a:effectLst/>
                <a:latin typeface="Times New Roman" panose="02020603050405020304" pitchFamily="18" charset="0"/>
              </a:rPr>
              <a:t>d</a:t>
            </a:r>
            <a:r>
              <a:rPr lang="zh-CN" altLang="en-US" sz="2400" dirty="0">
                <a:effectLst/>
                <a:latin typeface="Times New Roman" panose="02020603050405020304" pitchFamily="18" charset="0"/>
              </a:rPr>
              <a:t>趟分配和收集，增加了</a:t>
            </a:r>
            <a:r>
              <a:rPr lang="en-US" altLang="zh-CN" sz="2400" dirty="0" err="1">
                <a:effectLst/>
                <a:latin typeface="Times New Roman" panose="02020603050405020304" pitchFamily="18" charset="0"/>
              </a:rPr>
              <a:t>2*</a:t>
            </a:r>
            <a:r>
              <a:rPr lang="en-US" altLang="zh-CN" sz="2400" i="1" dirty="0" err="1">
                <a:effectLst/>
                <a:latin typeface="Times New Roman" panose="02020603050405020304" pitchFamily="18" charset="0"/>
              </a:rPr>
              <a:t>rd</a:t>
            </a:r>
            <a:r>
              <a:rPr lang="zh-CN" altLang="en-US" sz="2400" dirty="0">
                <a:effectLst/>
                <a:latin typeface="Times New Roman" panose="02020603050405020304" pitchFamily="18" charset="0"/>
              </a:rPr>
              <a:t>个指针域的空间。</a:t>
            </a:r>
            <a:endParaRPr lang="zh-CN" altLang="en-US" sz="2400" dirty="0">
              <a:effectLst/>
              <a:latin typeface="Times New Roman" panose="02020603050405020304" pitchFamily="18" charset="0"/>
            </a:endParaRPr>
          </a:p>
          <a:p>
            <a:pPr>
              <a:buFont typeface="Wingdings" panose="05000000000000000000" pitchFamily="2" charset="2"/>
              <a:buNone/>
            </a:pPr>
            <a:r>
              <a:rPr lang="en-US" altLang="zh-CN" sz="2400" dirty="0">
                <a:latin typeface="Times New Roman" panose="02020603050405020304" pitchFamily="18" charset="0"/>
                <a:cs typeface="Times New Roman" panose="02020603050405020304" pitchFamily="18" charset="0"/>
                <a:sym typeface="+mn-ea"/>
              </a:rPr>
              <a:t> </a:t>
            </a:r>
            <a:endParaRPr lang="en-US" altLang="zh-CN" sz="2400" dirty="0">
              <a:effectLst/>
              <a:latin typeface="Times New Roman" panose="02020603050405020304" pitchFamily="18" charset="0"/>
              <a:cs typeface="Times New Roman" panose="02020603050405020304" pitchFamily="18" charset="0"/>
              <a:sym typeface="+mn-ea"/>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6" name="Rectangle 8"/>
          <p:cNvSpPr>
            <a:spLocks noGrp="1" noChangeArrowheads="1"/>
          </p:cNvSpPr>
          <p:nvPr>
            <p:ph type="title"/>
          </p:nvPr>
        </p:nvSpPr>
        <p:spPr/>
        <p:txBody>
          <a:bodyPr/>
          <a:lstStyle/>
          <a:p>
            <a:r>
              <a:rPr lang="zh-CN" altLang="en-US">
                <a:solidFill>
                  <a:schemeClr val="bg1"/>
                </a:solidFill>
                <a:effectLst>
                  <a:outerShdw blurRad="38100" dist="25400" dir="5400000" algn="ctr" rotWithShape="0">
                    <a:srgbClr val="6E747A">
                      <a:alpha val="43000"/>
                    </a:srgbClr>
                  </a:outerShdw>
                </a:effectLst>
              </a:rPr>
              <a:t>算法分析</a:t>
            </a:r>
            <a:endParaRPr lang="zh-CN" altLang="en-US">
              <a:solidFill>
                <a:schemeClr val="bg1"/>
              </a:solidFill>
              <a:effectLst>
                <a:outerShdw blurRad="38100" dist="25400" dir="5400000" algn="ctr" rotWithShape="0">
                  <a:srgbClr val="6E747A">
                    <a:alpha val="43000"/>
                  </a:srgbClr>
                </a:outerShdw>
              </a:effectLst>
            </a:endParaRPr>
          </a:p>
        </p:txBody>
      </p:sp>
      <p:sp>
        <p:nvSpPr>
          <p:cNvPr id="89097" name="Rectangle 9"/>
          <p:cNvSpPr>
            <a:spLocks noGrp="1" noChangeArrowheads="1"/>
          </p:cNvSpPr>
          <p:nvPr>
            <p:ph type="body" idx="1"/>
          </p:nvPr>
        </p:nvSpPr>
        <p:spPr>
          <a:xfrm>
            <a:off x="457200" y="1095375"/>
            <a:ext cx="8229600" cy="5266055"/>
          </a:xfrm>
        </p:spPr>
        <p:txBody>
          <a:bodyPr/>
          <a:lstStyle/>
          <a:p>
            <a:pPr>
              <a:lnSpc>
                <a:spcPct val="160000"/>
              </a:lnSpc>
            </a:pPr>
            <a:r>
              <a:rPr lang="zh-CN" altLang="en-US" sz="2400" dirty="0">
                <a:latin typeface="Times New Roman" panose="02020603050405020304" pitchFamily="18" charset="0"/>
                <a:cs typeface="Times New Roman" panose="02020603050405020304" pitchFamily="18" charset="0"/>
                <a:sym typeface="+mn-ea"/>
              </a:rPr>
              <a:t>例如：有</a:t>
            </a:r>
            <a:r>
              <a:rPr lang="en-US" altLang="zh-CN" sz="2400" dirty="0">
                <a:latin typeface="Times New Roman" panose="02020603050405020304" pitchFamily="18" charset="0"/>
                <a:cs typeface="Times New Roman" panose="02020603050405020304" pitchFamily="18" charset="0"/>
                <a:sym typeface="+mn-ea"/>
              </a:rPr>
              <a:t>1,000,000</a:t>
            </a:r>
            <a:r>
              <a:rPr lang="zh-CN" altLang="en-US" sz="2400" dirty="0">
                <a:latin typeface="Times New Roman" panose="02020603050405020304" pitchFamily="18" charset="0"/>
                <a:cs typeface="Times New Roman" panose="02020603050405020304" pitchFamily="18" charset="0"/>
                <a:sym typeface="+mn-ea"/>
              </a:rPr>
              <a:t>个</a:t>
            </a:r>
            <a:r>
              <a:rPr lang="en-US" altLang="zh-CN" sz="2400" dirty="0">
                <a:latin typeface="Times New Roman" panose="02020603050405020304" pitchFamily="18" charset="0"/>
                <a:cs typeface="Times New Roman" panose="02020603050405020304" pitchFamily="18" charset="0"/>
                <a:sym typeface="+mn-ea"/>
              </a:rPr>
              <a:t>8</a:t>
            </a:r>
            <a:r>
              <a:rPr lang="zh-CN" altLang="en-US" sz="2400" dirty="0">
                <a:latin typeface="Times New Roman" panose="02020603050405020304" pitchFamily="18" charset="0"/>
                <a:cs typeface="Times New Roman" panose="02020603050405020304" pitchFamily="18" charset="0"/>
                <a:sym typeface="+mn-ea"/>
              </a:rPr>
              <a:t>位的整数要进行排序，使用快速排序法，至少需要</a:t>
            </a:r>
            <a:r>
              <a:rPr lang="en-US" altLang="zh-CN" sz="2400" i="1" dirty="0" err="1">
                <a:latin typeface="Times New Roman" panose="02020603050405020304" pitchFamily="18" charset="0"/>
                <a:cs typeface="Times New Roman" panose="02020603050405020304" pitchFamily="18" charset="0"/>
                <a:sym typeface="+mn-ea"/>
              </a:rPr>
              <a:t>n</a:t>
            </a:r>
            <a:r>
              <a:rPr lang="en-US" altLang="zh-CN" sz="2400" dirty="0" err="1">
                <a:latin typeface="Times New Roman" panose="02020603050405020304" pitchFamily="18" charset="0"/>
                <a:cs typeface="Times New Roman" panose="02020603050405020304" pitchFamily="18" charset="0"/>
                <a:sym typeface="+mn-ea"/>
              </a:rPr>
              <a:t>log</a:t>
            </a:r>
            <a:r>
              <a:rPr lang="en-US" altLang="zh-CN" sz="2400" baseline="-25000" dirty="0" err="1">
                <a:latin typeface="Times New Roman" panose="02020603050405020304" pitchFamily="18" charset="0"/>
                <a:cs typeface="Times New Roman" panose="02020603050405020304" pitchFamily="18" charset="0"/>
                <a:sym typeface="+mn-ea"/>
              </a:rPr>
              <a:t>2</a:t>
            </a:r>
            <a:r>
              <a:rPr lang="en-US" altLang="zh-CN" sz="2400" i="1" dirty="0" err="1">
                <a:latin typeface="Times New Roman" panose="02020603050405020304" pitchFamily="18" charset="0"/>
                <a:cs typeface="Times New Roman" panose="02020603050405020304" pitchFamily="18" charset="0"/>
                <a:sym typeface="+mn-ea"/>
              </a:rPr>
              <a:t>n</a:t>
            </a:r>
            <a:r>
              <a:rPr lang="zh-CN" altLang="en-US" sz="2400" dirty="0">
                <a:latin typeface="Times New Roman" panose="02020603050405020304" pitchFamily="18" charset="0"/>
                <a:cs typeface="Times New Roman" panose="02020603050405020304" pitchFamily="18" charset="0"/>
                <a:sym typeface="+mn-ea"/>
              </a:rPr>
              <a:t>次比较，即约</a:t>
            </a:r>
            <a:r>
              <a:rPr lang="en-US" altLang="zh-CN" sz="2400" dirty="0">
                <a:latin typeface="Times New Roman" panose="02020603050405020304" pitchFamily="18" charset="0"/>
                <a:cs typeface="Times New Roman" panose="02020603050405020304" pitchFamily="18" charset="0"/>
                <a:sym typeface="+mn-ea"/>
              </a:rPr>
              <a:t>2</a:t>
            </a:r>
            <a:r>
              <a:rPr lang="zh-CN" altLang="en-US" sz="2400" dirty="0">
                <a:latin typeface="Times New Roman" panose="02020603050405020304" pitchFamily="18" charset="0"/>
                <a:cs typeface="Times New Roman" panose="02020603050405020304" pitchFamily="18" charset="0"/>
                <a:sym typeface="+mn-ea"/>
              </a:rPr>
              <a:t>千万次（</a:t>
            </a:r>
            <a:r>
              <a:rPr lang="en-US" altLang="zh-CN" sz="2400" dirty="0">
                <a:latin typeface="Times New Roman" panose="02020603050405020304" pitchFamily="18" charset="0"/>
                <a:cs typeface="Times New Roman" panose="02020603050405020304" pitchFamily="18" charset="0"/>
                <a:sym typeface="+mn-ea"/>
              </a:rPr>
              <a:t>1993</a:t>
            </a:r>
            <a:r>
              <a:rPr lang="zh-CN" altLang="en-US" sz="2400" dirty="0">
                <a:latin typeface="Times New Roman" panose="02020603050405020304" pitchFamily="18" charset="0"/>
                <a:cs typeface="Times New Roman" panose="02020603050405020304" pitchFamily="18" charset="0"/>
                <a:sym typeface="+mn-ea"/>
              </a:rPr>
              <a:t>万次），用基数排序法则只需要</a:t>
            </a:r>
            <a:r>
              <a:rPr lang="en-US" altLang="zh-CN" sz="2400" dirty="0">
                <a:latin typeface="Times New Roman" panose="02020603050405020304" pitchFamily="18" charset="0"/>
                <a:cs typeface="Times New Roman" panose="02020603050405020304" pitchFamily="18" charset="0"/>
                <a:sym typeface="+mn-ea"/>
              </a:rPr>
              <a:t>8*(1,000,000+10)</a:t>
            </a:r>
            <a:r>
              <a:rPr lang="zh-CN" altLang="en-US" sz="2400" dirty="0">
                <a:latin typeface="Times New Roman" panose="02020603050405020304" pitchFamily="18" charset="0"/>
                <a:cs typeface="Times New Roman" panose="02020603050405020304" pitchFamily="18" charset="0"/>
                <a:sym typeface="+mn-ea"/>
              </a:rPr>
              <a:t>，约</a:t>
            </a:r>
            <a:r>
              <a:rPr lang="en-US" altLang="zh-CN" sz="2400" dirty="0">
                <a:latin typeface="Times New Roman" panose="02020603050405020304" pitchFamily="18" charset="0"/>
                <a:cs typeface="Times New Roman" panose="02020603050405020304" pitchFamily="18" charset="0"/>
                <a:sym typeface="+mn-ea"/>
              </a:rPr>
              <a:t>8</a:t>
            </a:r>
            <a:r>
              <a:rPr lang="zh-CN" altLang="en-US" sz="2400" dirty="0">
                <a:latin typeface="Times New Roman" panose="02020603050405020304" pitchFamily="18" charset="0"/>
                <a:cs typeface="Times New Roman" panose="02020603050405020304" pitchFamily="18" charset="0"/>
                <a:sym typeface="+mn-ea"/>
              </a:rPr>
              <a:t>百万次。</a:t>
            </a:r>
            <a:endParaRPr lang="zh-CN" altLang="en-US" sz="2400" dirty="0">
              <a:effectLst/>
              <a:latin typeface="Times New Roman" panose="02020603050405020304" pitchFamily="18" charset="0"/>
            </a:endParaRPr>
          </a:p>
          <a:p>
            <a:pPr>
              <a:buFont typeface="Wingdings" panose="05000000000000000000" pitchFamily="2" charset="2"/>
              <a:buNone/>
            </a:pPr>
            <a:endParaRPr lang="zh-CN" altLang="en-US" sz="2400" dirty="0">
              <a:effectLst/>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scene3d>
              <a:camera prst="orthographicFront"/>
              <a:lightRig rig="threePt" dir="t"/>
            </a:scene3d>
          </a:bodyPr>
          <a:lstStyle/>
          <a:p>
            <a:r>
              <a:rPr lang="zh-CN" altLang="en-US" dirty="0">
                <a:solidFill>
                  <a:schemeClr val="bg1"/>
                </a:solidFill>
                <a:effectLst>
                  <a:outerShdw blurRad="38100" dist="25400" dir="5400000" algn="ctr" rotWithShape="0">
                    <a:srgbClr val="6E747A">
                      <a:alpha val="43000"/>
                    </a:srgbClr>
                  </a:outerShdw>
                </a:effectLst>
              </a:rPr>
              <a:t>主要内容</a:t>
            </a:r>
            <a:endParaRPr lang="zh-CN" altLang="en-US" dirty="0">
              <a:solidFill>
                <a:schemeClr val="bg1"/>
              </a:solidFill>
              <a:effectLst>
                <a:outerShdw blurRad="38100" dist="25400" dir="5400000" algn="ctr" rotWithShape="0">
                  <a:srgbClr val="6E747A">
                    <a:alpha val="43000"/>
                  </a:srgbClr>
                </a:outerShdw>
              </a:effectLst>
            </a:endParaRPr>
          </a:p>
        </p:txBody>
      </p:sp>
      <p:sp>
        <p:nvSpPr>
          <p:cNvPr id="142339" name="Rectangle 3"/>
          <p:cNvSpPr>
            <a:spLocks noGrp="1" noChangeArrowheads="1"/>
          </p:cNvSpPr>
          <p:nvPr>
            <p:ph type="body" idx="1"/>
          </p:nvPr>
        </p:nvSpPr>
        <p:spPr>
          <a:xfrm>
            <a:off x="2872740" y="1106805"/>
            <a:ext cx="3397885" cy="5497195"/>
          </a:xfrm>
        </p:spPr>
        <p:txBody>
          <a:bodyPr/>
          <a:lstStyle/>
          <a:p>
            <a:pPr marL="0" indent="0">
              <a:buNone/>
            </a:pPr>
            <a:r>
              <a:rPr lang="en-US" altLang="zh-CN" b="1" dirty="0">
                <a:effectLst/>
                <a:sym typeface="+mn-ea"/>
              </a:rPr>
              <a:t>9.1 </a:t>
            </a:r>
            <a:r>
              <a:rPr lang="zh-CN" altLang="en-US" b="1" dirty="0">
                <a:effectLst/>
                <a:sym typeface="+mn-ea"/>
              </a:rPr>
              <a:t>排序基本概念</a:t>
            </a:r>
            <a:endParaRPr lang="en-US" altLang="zh-CN" b="1" dirty="0">
              <a:solidFill>
                <a:schemeClr val="tx1"/>
              </a:solidFill>
              <a:effectLst/>
            </a:endParaRPr>
          </a:p>
          <a:p>
            <a:pPr marL="0" indent="0">
              <a:buNone/>
            </a:pPr>
            <a:r>
              <a:rPr lang="en-US" altLang="zh-CN" b="1" dirty="0">
                <a:solidFill>
                  <a:schemeClr val="accent1"/>
                </a:solidFill>
                <a:effectLst/>
                <a:sym typeface="+mn-ea"/>
              </a:rPr>
              <a:t>9.2 </a:t>
            </a:r>
            <a:r>
              <a:rPr lang="zh-CN" altLang="en-US" b="1" dirty="0">
                <a:solidFill>
                  <a:schemeClr val="accent1"/>
                </a:solidFill>
                <a:effectLst/>
                <a:sym typeface="+mn-ea"/>
              </a:rPr>
              <a:t>插入类排序</a:t>
            </a:r>
            <a:endParaRPr lang="en-US" altLang="zh-CN" b="1" dirty="0">
              <a:solidFill>
                <a:schemeClr val="accent1"/>
              </a:solidFill>
              <a:effectLst/>
            </a:endParaRPr>
          </a:p>
          <a:p>
            <a:pPr marL="0" indent="0">
              <a:buNone/>
            </a:pPr>
            <a:r>
              <a:rPr lang="en-US" altLang="zh-CN" b="1" dirty="0">
                <a:solidFill>
                  <a:schemeClr val="accent1"/>
                </a:solidFill>
                <a:effectLst/>
                <a:sym typeface="+mn-ea"/>
              </a:rPr>
              <a:t>9.3 </a:t>
            </a:r>
            <a:r>
              <a:rPr lang="zh-CN" altLang="en-US" b="1" dirty="0">
                <a:solidFill>
                  <a:schemeClr val="accent1"/>
                </a:solidFill>
                <a:effectLst/>
                <a:sym typeface="+mn-ea"/>
              </a:rPr>
              <a:t>交换类排序</a:t>
            </a:r>
            <a:endParaRPr lang="en-US" altLang="zh-CN" b="1" dirty="0">
              <a:solidFill>
                <a:schemeClr val="accent1"/>
              </a:solidFill>
              <a:effectLst/>
            </a:endParaRPr>
          </a:p>
          <a:p>
            <a:pPr marL="0" indent="0">
              <a:buNone/>
            </a:pPr>
            <a:r>
              <a:rPr lang="en-US" altLang="zh-CN" b="1" dirty="0">
                <a:solidFill>
                  <a:schemeClr val="tx1"/>
                </a:solidFill>
                <a:effectLst/>
                <a:sym typeface="+mn-ea"/>
              </a:rPr>
              <a:t>9.4 </a:t>
            </a:r>
            <a:r>
              <a:rPr lang="zh-CN" altLang="en-US" b="1" dirty="0">
                <a:solidFill>
                  <a:schemeClr val="tx1"/>
                </a:solidFill>
                <a:effectLst/>
                <a:sym typeface="+mn-ea"/>
              </a:rPr>
              <a:t>选择类排序</a:t>
            </a:r>
            <a:endParaRPr lang="en-US" altLang="zh-CN" b="1" dirty="0">
              <a:solidFill>
                <a:schemeClr val="tx1"/>
              </a:solidFill>
              <a:effectLst/>
            </a:endParaRPr>
          </a:p>
          <a:p>
            <a:pPr marL="0" indent="0">
              <a:buNone/>
            </a:pPr>
            <a:r>
              <a:rPr lang="en-US" altLang="zh-CN" b="1" dirty="0">
                <a:solidFill>
                  <a:schemeClr val="tx1"/>
                </a:solidFill>
                <a:effectLst/>
                <a:sym typeface="+mn-ea"/>
              </a:rPr>
              <a:t>9.5 </a:t>
            </a:r>
            <a:r>
              <a:rPr lang="zh-CN" altLang="en-US" b="1" dirty="0">
                <a:solidFill>
                  <a:schemeClr val="tx1"/>
                </a:solidFill>
                <a:effectLst/>
                <a:sym typeface="+mn-ea"/>
              </a:rPr>
              <a:t>归并排序</a:t>
            </a:r>
            <a:endParaRPr lang="en-US" altLang="zh-CN" b="1" dirty="0">
              <a:solidFill>
                <a:schemeClr val="tx1"/>
              </a:solidFill>
              <a:effectLst/>
            </a:endParaRPr>
          </a:p>
          <a:p>
            <a:pPr marL="0" indent="0">
              <a:buNone/>
            </a:pPr>
            <a:r>
              <a:rPr lang="en-US" altLang="zh-CN" b="1" dirty="0">
                <a:solidFill>
                  <a:schemeClr val="accent1"/>
                </a:solidFill>
                <a:effectLst/>
                <a:sym typeface="+mn-ea"/>
              </a:rPr>
              <a:t>9.6 </a:t>
            </a:r>
            <a:r>
              <a:rPr lang="zh-CN" altLang="en-US" b="1" dirty="0">
                <a:solidFill>
                  <a:schemeClr val="accent1"/>
                </a:solidFill>
                <a:effectLst/>
                <a:sym typeface="+mn-ea"/>
              </a:rPr>
              <a:t>基数排序</a:t>
            </a:r>
            <a:endParaRPr lang="en-US" altLang="zh-CN" b="1" dirty="0">
              <a:solidFill>
                <a:schemeClr val="accent1"/>
              </a:solidFill>
              <a:effectLst/>
            </a:endParaRPr>
          </a:p>
          <a:p>
            <a:pPr marL="0" indent="0">
              <a:buNone/>
            </a:pPr>
            <a:r>
              <a:rPr lang="en-US" altLang="zh-CN" b="1" dirty="0">
                <a:solidFill>
                  <a:srgbClr val="FF0000"/>
                </a:solidFill>
                <a:effectLst/>
                <a:sym typeface="+mn-ea"/>
              </a:rPr>
              <a:t>9.7 </a:t>
            </a:r>
            <a:r>
              <a:rPr lang="zh-CN" altLang="en-US" b="1" dirty="0">
                <a:solidFill>
                  <a:srgbClr val="FF0000"/>
                </a:solidFill>
                <a:effectLst/>
                <a:sym typeface="+mn-ea"/>
              </a:rPr>
              <a:t>总结</a:t>
            </a:r>
            <a:endParaRPr lang="zh-CN" altLang="en-US" b="1" dirty="0">
              <a:solidFill>
                <a:srgbClr val="FF0000"/>
              </a:solidFill>
              <a:effectLst/>
            </a:endParaRPr>
          </a:p>
          <a:p>
            <a:endParaRPr lang="zh-CN" altLang="en-US" b="1" dirty="0">
              <a:solidFill>
                <a:srgbClr val="FF0000"/>
              </a:solidFill>
              <a:effectLs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9" name="Text Box 7"/>
          <p:cNvSpPr txBox="1">
            <a:spLocks noChangeArrowheads="1"/>
          </p:cNvSpPr>
          <p:nvPr/>
        </p:nvSpPr>
        <p:spPr bwMode="auto">
          <a:xfrm>
            <a:off x="534035" y="1046480"/>
            <a:ext cx="8000365" cy="2740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oAutofit/>
          </a:bodyPr>
          <a:lstStyle/>
          <a:p>
            <a:pPr marL="514350" indent="-514350" algn="l">
              <a:lnSpc>
                <a:spcPct val="140000"/>
              </a:lnSpc>
              <a:buClr>
                <a:srgbClr val="00B0F0"/>
              </a:buClr>
              <a:buFont typeface="+mj-lt"/>
              <a:buAutoNum type="arabicPeriod"/>
            </a:pPr>
            <a:r>
              <a:rPr kumimoji="1" lang="zh-CN" altLang="en-US" sz="2100" dirty="0">
                <a:latin typeface="Times New Roman" panose="02020603050405020304" pitchFamily="18" charset="0"/>
                <a:cs typeface="Times New Roman" panose="02020603050405020304" pitchFamily="18" charset="0"/>
              </a:rPr>
              <a:t>平均时间性能：以快速排序法最佳，但最坏情况下不如堆排序和归并排序；在</a:t>
            </a:r>
            <a:r>
              <a:rPr kumimoji="1" lang="en-US" altLang="zh-CN" sz="2100" i="1" dirty="0">
                <a:latin typeface="Times New Roman" panose="02020603050405020304" pitchFamily="18" charset="0"/>
                <a:cs typeface="Times New Roman" panose="02020603050405020304" pitchFamily="18" charset="0"/>
              </a:rPr>
              <a:t>n</a:t>
            </a:r>
            <a:r>
              <a:rPr kumimoji="1" lang="zh-CN" altLang="en-US" sz="2100" dirty="0">
                <a:latin typeface="Times New Roman" panose="02020603050405020304" pitchFamily="18" charset="0"/>
                <a:cs typeface="Times New Roman" panose="02020603050405020304" pitchFamily="18" charset="0"/>
              </a:rPr>
              <a:t>较大时，归并排序比堆排序快，但所需辅助空间最多。</a:t>
            </a:r>
            <a:endParaRPr kumimoji="1" lang="zh-CN" altLang="en-US" sz="2100" dirty="0">
              <a:latin typeface="Times New Roman" panose="02020603050405020304" pitchFamily="18" charset="0"/>
              <a:cs typeface="Times New Roman" panose="02020603050405020304" pitchFamily="18" charset="0"/>
            </a:endParaRPr>
          </a:p>
          <a:p>
            <a:pPr marL="514350" indent="-514350" algn="l">
              <a:lnSpc>
                <a:spcPct val="140000"/>
              </a:lnSpc>
              <a:buClr>
                <a:srgbClr val="00B0F0"/>
              </a:buClr>
              <a:buFont typeface="+mj-lt"/>
              <a:buAutoNum type="arabicPeriod"/>
            </a:pPr>
            <a:r>
              <a:rPr kumimoji="1" lang="zh-CN" altLang="en-US" sz="2100" dirty="0">
                <a:latin typeface="Times New Roman" panose="02020603050405020304" pitchFamily="18" charset="0"/>
                <a:cs typeface="Times New Roman" panose="02020603050405020304" pitchFamily="18" charset="0"/>
              </a:rPr>
              <a:t>简单排序以直接插入排序最简单，当下列中记录“基本有序” 或</a:t>
            </a:r>
            <a:r>
              <a:rPr kumimoji="1" lang="en-US" altLang="zh-CN" sz="2100" i="1" dirty="0">
                <a:latin typeface="Times New Roman" panose="02020603050405020304" pitchFamily="18" charset="0"/>
                <a:cs typeface="Times New Roman" panose="02020603050405020304" pitchFamily="18" charset="0"/>
              </a:rPr>
              <a:t>n</a:t>
            </a:r>
            <a:r>
              <a:rPr kumimoji="1" lang="zh-CN" altLang="en-US" sz="2100" dirty="0">
                <a:latin typeface="Times New Roman" panose="02020603050405020304" pitchFamily="18" charset="0"/>
                <a:cs typeface="Times New Roman" panose="02020603050405020304" pitchFamily="18" charset="0"/>
              </a:rPr>
              <a:t>值较小时，是最佳的排序方法。因此常和其他排序方法结合使用。</a:t>
            </a:r>
            <a:endParaRPr kumimoji="1" lang="zh-CN" altLang="en-US" sz="2100" dirty="0">
              <a:latin typeface="Times New Roman" panose="02020603050405020304" pitchFamily="18" charset="0"/>
              <a:cs typeface="Times New Roman" panose="02020603050405020304" pitchFamily="18" charset="0"/>
            </a:endParaRPr>
          </a:p>
        </p:txBody>
      </p:sp>
      <p:sp>
        <p:nvSpPr>
          <p:cNvPr id="90289" name="Rectangle 177"/>
          <p:cNvSpPr>
            <a:spLocks noGrp="1" noChangeArrowheads="1"/>
          </p:cNvSpPr>
          <p:nvPr>
            <p:ph type="title"/>
          </p:nvPr>
        </p:nvSpPr>
        <p:spPr/>
        <p:txBody>
          <a:bodyPr/>
          <a:lstStyle/>
          <a:p>
            <a:r>
              <a:rPr lang="en-US" altLang="zh-CN" dirty="0">
                <a:effectLst>
                  <a:outerShdw blurRad="38100" dist="25400" dir="5400000" algn="ctr" rotWithShape="0">
                    <a:srgbClr val="6E747A">
                      <a:alpha val="43000"/>
                    </a:srgbClr>
                  </a:outerShdw>
                </a:effectLst>
                <a:sym typeface="+mn-ea"/>
              </a:rPr>
              <a:t>9.7 </a:t>
            </a:r>
            <a:r>
              <a:rPr lang="zh-CN" altLang="en-US" dirty="0">
                <a:effectLst>
                  <a:outerShdw blurRad="38100" dist="25400" dir="5400000" algn="ctr" rotWithShape="0">
                    <a:srgbClr val="6E747A">
                      <a:alpha val="43000"/>
                    </a:srgbClr>
                  </a:outerShdw>
                </a:effectLst>
                <a:sym typeface="+mn-ea"/>
              </a:rPr>
              <a:t>总结：</a:t>
            </a:r>
            <a:r>
              <a:rPr lang="zh-CN" altLang="en-US" dirty="0">
                <a:effectLst>
                  <a:outerShdw blurRad="38100" dist="25400" dir="5400000" algn="ctr" rotWithShape="0">
                    <a:srgbClr val="6E747A">
                      <a:alpha val="43000"/>
                    </a:srgbClr>
                  </a:outerShdw>
                </a:effectLst>
                <a:sym typeface="+mn-ea"/>
              </a:rPr>
              <a:t>各种排序法的比较</a:t>
            </a:r>
            <a:endParaRPr lang="zh-CN" altLang="en-US" dirty="0">
              <a:solidFill>
                <a:schemeClr val="accent1"/>
              </a:solidFill>
              <a:effectLst>
                <a:outerShdw blurRad="38100" dist="25400" dir="5400000" algn="ctr" rotWithShape="0">
                  <a:srgbClr val="6E747A">
                    <a:alpha val="43000"/>
                  </a:srgbClr>
                </a:outerShdw>
              </a:effectLst>
            </a:endParaRPr>
          </a:p>
        </p:txBody>
      </p:sp>
      <p:pic>
        <p:nvPicPr>
          <p:cNvPr id="4" name="图片 3"/>
          <p:cNvPicPr>
            <a:picLocks noChangeAspect="1"/>
          </p:cNvPicPr>
          <p:nvPr/>
        </p:nvPicPr>
        <p:blipFill>
          <a:blip r:embed="rId1"/>
          <a:srcRect r="892" b="6388"/>
          <a:stretch>
            <a:fillRect/>
          </a:stretch>
        </p:blipFill>
        <p:spPr>
          <a:xfrm>
            <a:off x="250825" y="3907155"/>
            <a:ext cx="8745220" cy="229171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0119">
                                            <p:txEl>
                                              <p:pRg st="0" end="0"/>
                                            </p:txEl>
                                          </p:spTgt>
                                        </p:tgtEl>
                                        <p:attrNameLst>
                                          <p:attrName>style.visibility</p:attrName>
                                        </p:attrNameLst>
                                      </p:cBhvr>
                                      <p:to>
                                        <p:strVal val="visible"/>
                                      </p:to>
                                    </p:set>
                                    <p:animEffect transition="in" filter="fade">
                                      <p:cBhvr>
                                        <p:cTn id="7" dur="1000"/>
                                        <p:tgtEl>
                                          <p:spTgt spid="90119">
                                            <p:txEl>
                                              <p:pRg st="0" end="0"/>
                                            </p:txEl>
                                          </p:spTgt>
                                        </p:tgtEl>
                                      </p:cBhvr>
                                    </p:animEffect>
                                    <p:anim calcmode="lin" valueType="num">
                                      <p:cBhvr>
                                        <p:cTn id="8" dur="1000" fill="hold"/>
                                        <p:tgtEl>
                                          <p:spTgt spid="9011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9011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0119">
                                            <p:txEl>
                                              <p:pRg st="1" end="1"/>
                                            </p:txEl>
                                          </p:spTgt>
                                        </p:tgtEl>
                                        <p:attrNameLst>
                                          <p:attrName>style.visibility</p:attrName>
                                        </p:attrNameLst>
                                      </p:cBhvr>
                                      <p:to>
                                        <p:strVal val="visible"/>
                                      </p:to>
                                    </p:set>
                                    <p:animEffect transition="in" filter="fade">
                                      <p:cBhvr>
                                        <p:cTn id="14" dur="1000"/>
                                        <p:tgtEl>
                                          <p:spTgt spid="90119">
                                            <p:txEl>
                                              <p:pRg st="1" end="1"/>
                                            </p:txEl>
                                          </p:spTgt>
                                        </p:tgtEl>
                                      </p:cBhvr>
                                    </p:animEffect>
                                    <p:anim calcmode="lin" valueType="num">
                                      <p:cBhvr>
                                        <p:cTn id="15" dur="1000" fill="hold"/>
                                        <p:tgtEl>
                                          <p:spTgt spid="90119">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90119">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dirty="0">
                <a:effectLst>
                  <a:outerShdw blurRad="38100" dist="25400" dir="5400000" algn="ctr" rotWithShape="0">
                    <a:srgbClr val="6E747A">
                      <a:alpha val="43000"/>
                    </a:srgbClr>
                  </a:outerShdw>
                </a:effectLst>
                <a:sym typeface="+mn-ea"/>
              </a:rPr>
              <a:t>9.7 </a:t>
            </a:r>
            <a:r>
              <a:rPr lang="zh-CN" altLang="en-US" dirty="0">
                <a:effectLst>
                  <a:outerShdw blurRad="38100" dist="25400" dir="5400000" algn="ctr" rotWithShape="0">
                    <a:srgbClr val="6E747A">
                      <a:alpha val="43000"/>
                    </a:srgbClr>
                  </a:outerShdw>
                </a:effectLst>
                <a:sym typeface="+mn-ea"/>
              </a:rPr>
              <a:t>总结：</a:t>
            </a:r>
            <a:r>
              <a:rPr lang="zh-CN" altLang="en-US" dirty="0">
                <a:effectLst>
                  <a:outerShdw blurRad="38100" dist="25400" dir="5400000" algn="ctr" rotWithShape="0">
                    <a:srgbClr val="6E747A">
                      <a:alpha val="43000"/>
                    </a:srgbClr>
                  </a:outerShdw>
                </a:effectLst>
                <a:sym typeface="+mn-ea"/>
              </a:rPr>
              <a:t>各种排序法的比较</a:t>
            </a:r>
            <a:endParaRPr lang="zh-CN" altLang="en-US"/>
          </a:p>
        </p:txBody>
      </p:sp>
      <p:grpSp>
        <p:nvGrpSpPr>
          <p:cNvPr id="5" name="Group 58"/>
          <p:cNvGrpSpPr/>
          <p:nvPr/>
        </p:nvGrpSpPr>
        <p:grpSpPr bwMode="auto">
          <a:xfrm rot="0">
            <a:off x="839470" y="1253490"/>
            <a:ext cx="1504950" cy="455930"/>
            <a:chOff x="0" y="0"/>
            <a:chExt cx="718" cy="384"/>
          </a:xfrm>
        </p:grpSpPr>
        <p:sp>
          <p:nvSpPr>
            <p:cNvPr id="6" name="Rectangle 2"/>
            <p:cNvSpPr>
              <a:spLocks noChangeArrowheads="1"/>
            </p:cNvSpPr>
            <p:nvPr/>
          </p:nvSpPr>
          <p:spPr bwMode="auto">
            <a:xfrm>
              <a:off x="43" y="0"/>
              <a:ext cx="632"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nchor="ctr"/>
            <a:p>
              <a:pPr algn="just" eaLnBrk="0" hangingPunct="0"/>
              <a:r>
                <a:rPr kumimoji="1" lang="en-US" altLang="zh-CN" sz="16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  </a:t>
              </a:r>
              <a:r>
                <a:rPr kumimoji="1" lang="zh-CN" altLang="en-US" sz="16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排序方法</a:t>
              </a:r>
              <a:endParaRPr kumimoji="1" lang="zh-CN" altLang="en-US" sz="16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7" name="Rectangle 57"/>
            <p:cNvSpPr>
              <a:spLocks noChangeArrowheads="1"/>
            </p:cNvSpPr>
            <p:nvPr/>
          </p:nvSpPr>
          <p:spPr bwMode="auto">
            <a:xfrm>
              <a:off x="0" y="59"/>
              <a:ext cx="718" cy="266"/>
            </a:xfrm>
            <a:prstGeom prst="rect">
              <a:avLst/>
            </a:prstGeom>
            <a:noFill/>
            <a:ln w="7">
              <a:solidFill>
                <a:srgbClr val="A0A0A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chor="ctr">
              <a:spAutoFit/>
            </a:bodyPr>
            <a:p>
              <a:endParaRPr lang="zh-CN" altLang="en-US" sz="1600" b="1">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p:txBody>
        </p:sp>
      </p:grpSp>
      <p:sp>
        <p:nvSpPr>
          <p:cNvPr id="8" name="Rectangle 3"/>
          <p:cNvSpPr>
            <a:spLocks noChangeArrowheads="1"/>
          </p:cNvSpPr>
          <p:nvPr/>
        </p:nvSpPr>
        <p:spPr bwMode="auto">
          <a:xfrm>
            <a:off x="2433955" y="1253490"/>
            <a:ext cx="1608455" cy="4559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nchor="ctr"/>
          <a:p>
            <a:pPr algn="just" eaLnBrk="0" hangingPunct="0"/>
            <a:endParaRPr kumimoji="1" lang="zh-CN" altLang="zh-CN" sz="1600" b="1">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9" name="Rectangle 59"/>
          <p:cNvSpPr>
            <a:spLocks noChangeArrowheads="1"/>
          </p:cNvSpPr>
          <p:nvPr/>
        </p:nvSpPr>
        <p:spPr bwMode="auto">
          <a:xfrm>
            <a:off x="2344420" y="1323340"/>
            <a:ext cx="1787525" cy="315595"/>
          </a:xfrm>
          <a:prstGeom prst="rect">
            <a:avLst/>
          </a:prstGeom>
          <a:noFill/>
          <a:ln w="7">
            <a:solidFill>
              <a:srgbClr val="A0A0A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chor="ctr">
            <a:spAutoFit/>
          </a:bodyPr>
          <a:p>
            <a:endParaRPr lang="zh-CN" altLang="en-US" sz="1600" b="1">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0" name="Rectangle 4"/>
          <p:cNvSpPr>
            <a:spLocks noChangeArrowheads="1"/>
          </p:cNvSpPr>
          <p:nvPr/>
        </p:nvSpPr>
        <p:spPr bwMode="auto">
          <a:xfrm>
            <a:off x="4221480" y="1253490"/>
            <a:ext cx="1609725" cy="4559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nchor="ctr"/>
          <a:p>
            <a:pPr algn="just" eaLnBrk="0" hangingPunct="0"/>
            <a:r>
              <a:rPr kumimoji="1" lang="zh-CN" altLang="en-US" sz="16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平均时间复杂度</a:t>
            </a:r>
            <a:endParaRPr kumimoji="1" lang="zh-CN" altLang="en-US" sz="16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1" name="Rectangle 61"/>
          <p:cNvSpPr>
            <a:spLocks noChangeArrowheads="1"/>
          </p:cNvSpPr>
          <p:nvPr/>
        </p:nvSpPr>
        <p:spPr bwMode="auto">
          <a:xfrm>
            <a:off x="4131945" y="1323340"/>
            <a:ext cx="1788795" cy="315595"/>
          </a:xfrm>
          <a:prstGeom prst="rect">
            <a:avLst/>
          </a:prstGeom>
          <a:noFill/>
          <a:ln w="7">
            <a:solidFill>
              <a:srgbClr val="A0A0A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chor="ctr">
            <a:spAutoFit/>
          </a:bodyPr>
          <a:p>
            <a:endParaRPr lang="zh-CN" altLang="en-US" sz="1600" b="1">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p:txBody>
      </p:sp>
      <p:grpSp>
        <p:nvGrpSpPr>
          <p:cNvPr id="12" name="Group 64"/>
          <p:cNvGrpSpPr/>
          <p:nvPr/>
        </p:nvGrpSpPr>
        <p:grpSpPr bwMode="auto">
          <a:xfrm rot="0">
            <a:off x="5920740" y="1253490"/>
            <a:ext cx="1412875" cy="455930"/>
            <a:chOff x="2424" y="0"/>
            <a:chExt cx="674" cy="384"/>
          </a:xfrm>
        </p:grpSpPr>
        <p:sp>
          <p:nvSpPr>
            <p:cNvPr id="13" name="Rectangle 5"/>
            <p:cNvSpPr>
              <a:spLocks noChangeArrowheads="1"/>
            </p:cNvSpPr>
            <p:nvPr/>
          </p:nvSpPr>
          <p:spPr bwMode="auto">
            <a:xfrm>
              <a:off x="2467" y="0"/>
              <a:ext cx="588"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nchor="ctr"/>
            <a:p>
              <a:pPr algn="just" eaLnBrk="0" hangingPunct="0"/>
              <a:r>
                <a:rPr kumimoji="1" lang="en-US" altLang="zh-CN" sz="16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 </a:t>
              </a:r>
              <a:r>
                <a:rPr kumimoji="1" lang="zh-CN" altLang="en-US" sz="16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辅助空间</a:t>
              </a:r>
              <a:endParaRPr kumimoji="1" lang="zh-CN" altLang="en-US" sz="16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4" name="Rectangle 63"/>
            <p:cNvSpPr>
              <a:spLocks noChangeArrowheads="1"/>
            </p:cNvSpPr>
            <p:nvPr/>
          </p:nvSpPr>
          <p:spPr bwMode="auto">
            <a:xfrm>
              <a:off x="2424" y="59"/>
              <a:ext cx="674" cy="266"/>
            </a:xfrm>
            <a:prstGeom prst="rect">
              <a:avLst/>
            </a:prstGeom>
            <a:noFill/>
            <a:ln w="7">
              <a:solidFill>
                <a:srgbClr val="A0A0A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chor="ctr">
              <a:spAutoFit/>
            </a:bodyPr>
            <a:p>
              <a:endParaRPr lang="zh-CN" altLang="en-US" sz="1600" b="1">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15" name="Group 66"/>
          <p:cNvGrpSpPr/>
          <p:nvPr/>
        </p:nvGrpSpPr>
        <p:grpSpPr bwMode="auto">
          <a:xfrm rot="0">
            <a:off x="7333615" y="1253490"/>
            <a:ext cx="1310005" cy="455930"/>
            <a:chOff x="3098" y="0"/>
            <a:chExt cx="625" cy="384"/>
          </a:xfrm>
        </p:grpSpPr>
        <p:sp>
          <p:nvSpPr>
            <p:cNvPr id="16" name="Rectangle 6"/>
            <p:cNvSpPr>
              <a:spLocks noChangeArrowheads="1"/>
            </p:cNvSpPr>
            <p:nvPr/>
          </p:nvSpPr>
          <p:spPr bwMode="auto">
            <a:xfrm>
              <a:off x="3141" y="0"/>
              <a:ext cx="539"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nchor="ctr"/>
            <a:p>
              <a:pPr algn="just" eaLnBrk="0" hangingPunct="0"/>
              <a:r>
                <a:rPr kumimoji="1" lang="en-US" altLang="zh-CN" sz="16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  </a:t>
              </a:r>
              <a:r>
                <a:rPr kumimoji="1" lang="zh-CN" altLang="en-US" sz="16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rPr>
                <a:t>稳定性</a:t>
              </a:r>
              <a:endParaRPr kumimoji="1" lang="zh-CN" altLang="en-US" sz="1600" b="1" dirty="0">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7" name="Rectangle 65"/>
            <p:cNvSpPr>
              <a:spLocks noChangeArrowheads="1"/>
            </p:cNvSpPr>
            <p:nvPr/>
          </p:nvSpPr>
          <p:spPr bwMode="auto">
            <a:xfrm>
              <a:off x="3098" y="59"/>
              <a:ext cx="625" cy="266"/>
            </a:xfrm>
            <a:prstGeom prst="rect">
              <a:avLst/>
            </a:prstGeom>
            <a:noFill/>
            <a:ln w="7">
              <a:solidFill>
                <a:srgbClr val="A0A0A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chor="ctr">
              <a:spAutoFit/>
            </a:bodyPr>
            <a:p>
              <a:endParaRPr lang="zh-CN" altLang="en-US" sz="1600" b="1">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18" name="Group 68"/>
          <p:cNvGrpSpPr/>
          <p:nvPr/>
        </p:nvGrpSpPr>
        <p:grpSpPr bwMode="auto">
          <a:xfrm rot="0">
            <a:off x="839470" y="1709420"/>
            <a:ext cx="1504950" cy="457200"/>
            <a:chOff x="0" y="384"/>
            <a:chExt cx="718" cy="384"/>
          </a:xfrm>
        </p:grpSpPr>
        <p:sp>
          <p:nvSpPr>
            <p:cNvPr id="19" name="Rectangle 7"/>
            <p:cNvSpPr>
              <a:spLocks noChangeArrowheads="1"/>
            </p:cNvSpPr>
            <p:nvPr/>
          </p:nvSpPr>
          <p:spPr bwMode="auto">
            <a:xfrm>
              <a:off x="43" y="384"/>
              <a:ext cx="632"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5100" rIns="0" bIns="35100" anchor="ctr"/>
            <a:p>
              <a:pPr algn="ctr" eaLnBrk="0" hangingPunct="0"/>
              <a:r>
                <a:rPr kumimoji="1" lang="zh-CN" altLang="en-US" sz="1500" b="1" dirty="0">
                  <a:latin typeface="Times New Roman" panose="02020603050405020304" pitchFamily="18" charset="0"/>
                  <a:ea typeface="幼圆" panose="02010509060101010101" pitchFamily="49" charset="-122"/>
                  <a:cs typeface="Times New Roman" panose="02020603050405020304" pitchFamily="18" charset="0"/>
                </a:rPr>
                <a:t>直接插入排序</a:t>
              </a:r>
              <a:endParaRPr kumimoji="1" lang="zh-CN" altLang="en-US" sz="1500" b="1" dirty="0">
                <a:latin typeface="Times New Roman" panose="02020603050405020304" pitchFamily="18" charset="0"/>
                <a:ea typeface="幼圆" panose="02010509060101010101" pitchFamily="49" charset="-122"/>
                <a:cs typeface="Times New Roman" panose="02020603050405020304" pitchFamily="18" charset="0"/>
              </a:endParaRPr>
            </a:p>
          </p:txBody>
        </p:sp>
        <p:sp>
          <p:nvSpPr>
            <p:cNvPr id="20" name="Rectangle 67"/>
            <p:cNvSpPr>
              <a:spLocks noChangeArrowheads="1"/>
            </p:cNvSpPr>
            <p:nvPr/>
          </p:nvSpPr>
          <p:spPr bwMode="auto">
            <a:xfrm>
              <a:off x="0" y="459"/>
              <a:ext cx="718" cy="233"/>
            </a:xfrm>
            <a:prstGeom prst="rect">
              <a:avLst/>
            </a:prstGeom>
            <a:noFill/>
            <a:ln w="7">
              <a:solidFill>
                <a:srgbClr val="A0A0A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chor="ctr">
              <a:spAutoFit/>
            </a:bodyPr>
            <a:p>
              <a:endParaRPr lang="zh-CN" altLang="en-US" sz="1350" b="1">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21" name="Group 70"/>
          <p:cNvGrpSpPr/>
          <p:nvPr/>
        </p:nvGrpSpPr>
        <p:grpSpPr bwMode="auto">
          <a:xfrm rot="0">
            <a:off x="2344420" y="1709420"/>
            <a:ext cx="1787525" cy="457200"/>
            <a:chOff x="718" y="384"/>
            <a:chExt cx="853" cy="384"/>
          </a:xfrm>
        </p:grpSpPr>
        <p:sp>
          <p:nvSpPr>
            <p:cNvPr id="22" name="Rectangle 8"/>
            <p:cNvSpPr>
              <a:spLocks noChangeArrowheads="1"/>
            </p:cNvSpPr>
            <p:nvPr/>
          </p:nvSpPr>
          <p:spPr bwMode="auto">
            <a:xfrm>
              <a:off x="761" y="384"/>
              <a:ext cx="767"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nchor="ctr"/>
            <a:p>
              <a:pPr algn="just" eaLnBrk="0" hangingPunct="0"/>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    O(</a:t>
              </a:r>
              <a:r>
                <a:rPr kumimoji="1" lang="en-US" altLang="zh-CN" sz="1500" b="1" i="1">
                  <a:latin typeface="Times New Roman" panose="02020603050405020304" pitchFamily="18" charset="0"/>
                  <a:ea typeface="幼圆" panose="02010509060101010101" pitchFamily="49" charset="-122"/>
                  <a:cs typeface="Times New Roman" panose="02020603050405020304" pitchFamily="18" charset="0"/>
                </a:rPr>
                <a:t>n</a:t>
              </a:r>
              <a:r>
                <a:rPr kumimoji="1" lang="en-US" altLang="zh-CN" sz="1500" b="1" baseline="30000">
                  <a:latin typeface="Times New Roman" panose="02020603050405020304" pitchFamily="18" charset="0"/>
                  <a:ea typeface="幼圆" panose="02010509060101010101" pitchFamily="49" charset="-122"/>
                  <a:cs typeface="Times New Roman" panose="02020603050405020304" pitchFamily="18" charset="0"/>
                </a:rPr>
                <a:t>2</a:t>
              </a:r>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a:t>
              </a:r>
              <a:endParaRPr kumimoji="1" lang="en-US" altLang="zh-CN" sz="1500" b="1">
                <a:latin typeface="Times New Roman" panose="02020603050405020304" pitchFamily="18" charset="0"/>
                <a:ea typeface="幼圆" panose="02010509060101010101" pitchFamily="49" charset="-122"/>
                <a:cs typeface="Times New Roman" panose="02020603050405020304" pitchFamily="18" charset="0"/>
              </a:endParaRPr>
            </a:p>
          </p:txBody>
        </p:sp>
        <p:sp>
          <p:nvSpPr>
            <p:cNvPr id="23" name="Rectangle 69"/>
            <p:cNvSpPr>
              <a:spLocks noChangeArrowheads="1"/>
            </p:cNvSpPr>
            <p:nvPr/>
          </p:nvSpPr>
          <p:spPr bwMode="auto">
            <a:xfrm>
              <a:off x="718" y="459"/>
              <a:ext cx="853" cy="233"/>
            </a:xfrm>
            <a:prstGeom prst="rect">
              <a:avLst/>
            </a:prstGeom>
            <a:noFill/>
            <a:ln w="7">
              <a:solidFill>
                <a:srgbClr val="A0A0A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chor="ctr">
              <a:spAutoFit/>
            </a:bodyPr>
            <a:p>
              <a:endParaRPr lang="zh-CN" altLang="en-US" sz="1350" b="1">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24" name="Group 72"/>
          <p:cNvGrpSpPr/>
          <p:nvPr/>
        </p:nvGrpSpPr>
        <p:grpSpPr bwMode="auto">
          <a:xfrm rot="0">
            <a:off x="4131945" y="1709420"/>
            <a:ext cx="1788795" cy="457200"/>
            <a:chOff x="1571" y="384"/>
            <a:chExt cx="853" cy="384"/>
          </a:xfrm>
        </p:grpSpPr>
        <p:sp>
          <p:nvSpPr>
            <p:cNvPr id="25" name="Rectangle 9"/>
            <p:cNvSpPr>
              <a:spLocks noChangeArrowheads="1"/>
            </p:cNvSpPr>
            <p:nvPr/>
          </p:nvSpPr>
          <p:spPr bwMode="auto">
            <a:xfrm>
              <a:off x="1614" y="384"/>
              <a:ext cx="767"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nchor="ctr"/>
            <a:p>
              <a:pPr algn="just" eaLnBrk="0" hangingPunct="0"/>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    O(</a:t>
              </a:r>
              <a:r>
                <a:rPr kumimoji="1" lang="en-US" altLang="zh-CN" sz="1500" b="1" i="1">
                  <a:latin typeface="Times New Roman" panose="02020603050405020304" pitchFamily="18" charset="0"/>
                  <a:ea typeface="幼圆" panose="02010509060101010101" pitchFamily="49" charset="-122"/>
                  <a:cs typeface="Times New Roman" panose="02020603050405020304" pitchFamily="18" charset="0"/>
                </a:rPr>
                <a:t>n</a:t>
              </a:r>
              <a:r>
                <a:rPr kumimoji="1" lang="en-US" altLang="zh-CN" sz="1500" b="1" baseline="30000">
                  <a:latin typeface="Times New Roman" panose="02020603050405020304" pitchFamily="18" charset="0"/>
                  <a:ea typeface="幼圆" panose="02010509060101010101" pitchFamily="49" charset="-122"/>
                  <a:cs typeface="Times New Roman" panose="02020603050405020304" pitchFamily="18" charset="0"/>
                </a:rPr>
                <a:t>2</a:t>
              </a:r>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a:t>
              </a:r>
              <a:endParaRPr kumimoji="1" lang="en-US" altLang="zh-CN" sz="1500" b="1">
                <a:latin typeface="Times New Roman" panose="02020603050405020304" pitchFamily="18" charset="0"/>
                <a:ea typeface="幼圆" panose="02010509060101010101" pitchFamily="49" charset="-122"/>
                <a:cs typeface="Times New Roman" panose="02020603050405020304" pitchFamily="18" charset="0"/>
              </a:endParaRPr>
            </a:p>
          </p:txBody>
        </p:sp>
        <p:sp>
          <p:nvSpPr>
            <p:cNvPr id="26" name="Rectangle 71"/>
            <p:cNvSpPr>
              <a:spLocks noChangeArrowheads="1"/>
            </p:cNvSpPr>
            <p:nvPr/>
          </p:nvSpPr>
          <p:spPr bwMode="auto">
            <a:xfrm>
              <a:off x="1571" y="459"/>
              <a:ext cx="853" cy="233"/>
            </a:xfrm>
            <a:prstGeom prst="rect">
              <a:avLst/>
            </a:prstGeom>
            <a:noFill/>
            <a:ln w="7">
              <a:solidFill>
                <a:srgbClr val="A0A0A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chor="ctr">
              <a:spAutoFit/>
            </a:bodyPr>
            <a:p>
              <a:endParaRPr lang="zh-CN" altLang="en-US" sz="1350" b="1">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27" name="Group 74"/>
          <p:cNvGrpSpPr/>
          <p:nvPr/>
        </p:nvGrpSpPr>
        <p:grpSpPr bwMode="auto">
          <a:xfrm rot="0">
            <a:off x="5920740" y="1709420"/>
            <a:ext cx="1412875" cy="457200"/>
            <a:chOff x="2424" y="384"/>
            <a:chExt cx="674" cy="384"/>
          </a:xfrm>
        </p:grpSpPr>
        <p:sp>
          <p:nvSpPr>
            <p:cNvPr id="28" name="Rectangle 10"/>
            <p:cNvSpPr>
              <a:spLocks noChangeArrowheads="1"/>
            </p:cNvSpPr>
            <p:nvPr/>
          </p:nvSpPr>
          <p:spPr bwMode="auto">
            <a:xfrm>
              <a:off x="2467" y="384"/>
              <a:ext cx="588"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nchor="ctr"/>
            <a:p>
              <a:pPr algn="just" eaLnBrk="0" hangingPunct="0"/>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    O(1)</a:t>
              </a:r>
              <a:endParaRPr kumimoji="1" lang="en-US" altLang="zh-CN" sz="1500" b="1">
                <a:latin typeface="Times New Roman" panose="02020603050405020304" pitchFamily="18" charset="0"/>
                <a:ea typeface="幼圆" panose="02010509060101010101" pitchFamily="49" charset="-122"/>
                <a:cs typeface="Times New Roman" panose="02020603050405020304" pitchFamily="18" charset="0"/>
              </a:endParaRPr>
            </a:p>
          </p:txBody>
        </p:sp>
        <p:sp>
          <p:nvSpPr>
            <p:cNvPr id="29" name="Rectangle 73"/>
            <p:cNvSpPr>
              <a:spLocks noChangeArrowheads="1"/>
            </p:cNvSpPr>
            <p:nvPr/>
          </p:nvSpPr>
          <p:spPr bwMode="auto">
            <a:xfrm>
              <a:off x="2424" y="459"/>
              <a:ext cx="674" cy="233"/>
            </a:xfrm>
            <a:prstGeom prst="rect">
              <a:avLst/>
            </a:prstGeom>
            <a:noFill/>
            <a:ln w="7">
              <a:solidFill>
                <a:srgbClr val="A0A0A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chor="ctr">
              <a:spAutoFit/>
            </a:bodyPr>
            <a:p>
              <a:endParaRPr lang="zh-CN" altLang="en-US" sz="1350" b="1">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30" name="Group 76"/>
          <p:cNvGrpSpPr/>
          <p:nvPr/>
        </p:nvGrpSpPr>
        <p:grpSpPr bwMode="auto">
          <a:xfrm rot="0">
            <a:off x="7333615" y="1709420"/>
            <a:ext cx="1310005" cy="457200"/>
            <a:chOff x="3098" y="384"/>
            <a:chExt cx="625" cy="384"/>
          </a:xfrm>
        </p:grpSpPr>
        <p:sp>
          <p:nvSpPr>
            <p:cNvPr id="31" name="Rectangle 11"/>
            <p:cNvSpPr>
              <a:spLocks noChangeArrowheads="1"/>
            </p:cNvSpPr>
            <p:nvPr/>
          </p:nvSpPr>
          <p:spPr bwMode="auto">
            <a:xfrm>
              <a:off x="3141" y="384"/>
              <a:ext cx="539"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nchor="ctr"/>
            <a:p>
              <a:pPr algn="ctr" eaLnBrk="0" hangingPunct="0"/>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  </a:t>
              </a:r>
              <a:r>
                <a:rPr kumimoji="1" lang="zh-CN" altLang="en-US" sz="1500" b="1">
                  <a:latin typeface="Times New Roman" panose="02020603050405020304" pitchFamily="18" charset="0"/>
                  <a:ea typeface="幼圆" panose="02010509060101010101" pitchFamily="49" charset="-122"/>
                  <a:cs typeface="Times New Roman" panose="02020603050405020304" pitchFamily="18" charset="0"/>
                </a:rPr>
                <a:t>稳定</a:t>
              </a:r>
              <a:endParaRPr kumimoji="1" lang="zh-CN" altLang="en-US" sz="1500" b="1">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2" name="Rectangle 75"/>
            <p:cNvSpPr>
              <a:spLocks noChangeArrowheads="1"/>
            </p:cNvSpPr>
            <p:nvPr/>
          </p:nvSpPr>
          <p:spPr bwMode="auto">
            <a:xfrm>
              <a:off x="3098" y="459"/>
              <a:ext cx="625" cy="233"/>
            </a:xfrm>
            <a:prstGeom prst="rect">
              <a:avLst/>
            </a:prstGeom>
            <a:noFill/>
            <a:ln w="7">
              <a:solidFill>
                <a:srgbClr val="A0A0A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chor="ctr">
              <a:spAutoFit/>
            </a:bodyPr>
            <a:p>
              <a:endParaRPr lang="zh-CN" altLang="en-US" sz="1350" b="1">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33" name="Group 78"/>
          <p:cNvGrpSpPr/>
          <p:nvPr/>
        </p:nvGrpSpPr>
        <p:grpSpPr bwMode="auto">
          <a:xfrm rot="0">
            <a:off x="839470" y="2166620"/>
            <a:ext cx="1504950" cy="570865"/>
            <a:chOff x="0" y="768"/>
            <a:chExt cx="718" cy="480"/>
          </a:xfrm>
        </p:grpSpPr>
        <p:sp>
          <p:nvSpPr>
            <p:cNvPr id="34" name="Rectangle 12"/>
            <p:cNvSpPr>
              <a:spLocks noChangeArrowheads="1"/>
            </p:cNvSpPr>
            <p:nvPr/>
          </p:nvSpPr>
          <p:spPr bwMode="auto">
            <a:xfrm>
              <a:off x="43" y="768"/>
              <a:ext cx="632"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5100" rIns="0" bIns="35100" anchor="ctr"/>
            <a:p>
              <a:pPr algn="ctr" eaLnBrk="0" hangingPunct="0"/>
              <a:r>
                <a:rPr kumimoji="1" lang="zh-CN" altLang="en-US" sz="1500" b="1" dirty="0">
                  <a:latin typeface="Times New Roman" panose="02020603050405020304" pitchFamily="18" charset="0"/>
                  <a:ea typeface="幼圆" panose="02010509060101010101" pitchFamily="49" charset="-122"/>
                  <a:cs typeface="Times New Roman" panose="02020603050405020304" pitchFamily="18" charset="0"/>
                </a:rPr>
                <a:t>折半插入排序</a:t>
              </a:r>
              <a:endParaRPr kumimoji="1" lang="zh-CN" altLang="en-US" sz="1500" b="1" dirty="0">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5" name="Rectangle 77"/>
            <p:cNvSpPr>
              <a:spLocks noChangeArrowheads="1"/>
            </p:cNvSpPr>
            <p:nvPr/>
          </p:nvSpPr>
          <p:spPr bwMode="auto">
            <a:xfrm>
              <a:off x="0" y="891"/>
              <a:ext cx="718" cy="233"/>
            </a:xfrm>
            <a:prstGeom prst="rect">
              <a:avLst/>
            </a:prstGeom>
            <a:noFill/>
            <a:ln w="7">
              <a:solidFill>
                <a:srgbClr val="A0A0A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chor="ctr">
              <a:spAutoFit/>
            </a:bodyPr>
            <a:p>
              <a:endParaRPr lang="zh-CN" altLang="en-US" sz="1350" b="1">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36" name="Group 80"/>
          <p:cNvGrpSpPr/>
          <p:nvPr/>
        </p:nvGrpSpPr>
        <p:grpSpPr bwMode="auto">
          <a:xfrm rot="0">
            <a:off x="2344420" y="2166620"/>
            <a:ext cx="1787525" cy="570865"/>
            <a:chOff x="718" y="768"/>
            <a:chExt cx="853" cy="480"/>
          </a:xfrm>
        </p:grpSpPr>
        <p:sp>
          <p:nvSpPr>
            <p:cNvPr id="37" name="Rectangle 13"/>
            <p:cNvSpPr>
              <a:spLocks noChangeArrowheads="1"/>
            </p:cNvSpPr>
            <p:nvPr/>
          </p:nvSpPr>
          <p:spPr bwMode="auto">
            <a:xfrm>
              <a:off x="761" y="768"/>
              <a:ext cx="767"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nchor="ctr"/>
            <a:p>
              <a:pPr algn="just" eaLnBrk="0" hangingPunct="0"/>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    O(</a:t>
              </a:r>
              <a:r>
                <a:rPr kumimoji="1" lang="en-US" altLang="zh-CN" sz="1500" b="1" i="1">
                  <a:latin typeface="Times New Roman" panose="02020603050405020304" pitchFamily="18" charset="0"/>
                  <a:ea typeface="幼圆" panose="02010509060101010101" pitchFamily="49" charset="-122"/>
                  <a:cs typeface="Times New Roman" panose="02020603050405020304" pitchFamily="18" charset="0"/>
                </a:rPr>
                <a:t>n</a:t>
              </a:r>
              <a:r>
                <a:rPr kumimoji="1" lang="en-US" altLang="zh-CN" sz="1500" b="1" baseline="30000">
                  <a:latin typeface="Times New Roman" panose="02020603050405020304" pitchFamily="18" charset="0"/>
                  <a:ea typeface="幼圆" panose="02010509060101010101" pitchFamily="49" charset="-122"/>
                  <a:cs typeface="Times New Roman" panose="02020603050405020304" pitchFamily="18" charset="0"/>
                </a:rPr>
                <a:t>2</a:t>
              </a:r>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a:t>
              </a:r>
              <a:endParaRPr kumimoji="1" lang="en-US" altLang="zh-CN" sz="1500" b="1">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8" name="Rectangle 79"/>
            <p:cNvSpPr>
              <a:spLocks noChangeArrowheads="1"/>
            </p:cNvSpPr>
            <p:nvPr/>
          </p:nvSpPr>
          <p:spPr bwMode="auto">
            <a:xfrm>
              <a:off x="718" y="891"/>
              <a:ext cx="853" cy="233"/>
            </a:xfrm>
            <a:prstGeom prst="rect">
              <a:avLst/>
            </a:prstGeom>
            <a:noFill/>
            <a:ln w="7">
              <a:solidFill>
                <a:srgbClr val="A0A0A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chor="ctr">
              <a:spAutoFit/>
            </a:bodyPr>
            <a:p>
              <a:endParaRPr lang="zh-CN" altLang="en-US" sz="1350" b="1">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39" name="Group 82"/>
          <p:cNvGrpSpPr/>
          <p:nvPr/>
        </p:nvGrpSpPr>
        <p:grpSpPr bwMode="auto">
          <a:xfrm rot="0">
            <a:off x="4131945" y="2166620"/>
            <a:ext cx="1788795" cy="570865"/>
            <a:chOff x="1571" y="768"/>
            <a:chExt cx="853" cy="480"/>
          </a:xfrm>
        </p:grpSpPr>
        <p:sp>
          <p:nvSpPr>
            <p:cNvPr id="40" name="Rectangle 14"/>
            <p:cNvSpPr>
              <a:spLocks noChangeArrowheads="1"/>
            </p:cNvSpPr>
            <p:nvPr/>
          </p:nvSpPr>
          <p:spPr bwMode="auto">
            <a:xfrm>
              <a:off x="1614" y="768"/>
              <a:ext cx="767"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nchor="ctr"/>
            <a:p>
              <a:pPr algn="just" eaLnBrk="0" hangingPunct="0"/>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    O(</a:t>
              </a:r>
              <a:r>
                <a:rPr kumimoji="1" lang="en-US" altLang="zh-CN" sz="1500" b="1" i="1">
                  <a:latin typeface="Times New Roman" panose="02020603050405020304" pitchFamily="18" charset="0"/>
                  <a:ea typeface="幼圆" panose="02010509060101010101" pitchFamily="49" charset="-122"/>
                  <a:cs typeface="Times New Roman" panose="02020603050405020304" pitchFamily="18" charset="0"/>
                </a:rPr>
                <a:t>n</a:t>
              </a:r>
              <a:r>
                <a:rPr kumimoji="1" lang="en-US" altLang="zh-CN" sz="1500" b="1" baseline="30000">
                  <a:latin typeface="Times New Roman" panose="02020603050405020304" pitchFamily="18" charset="0"/>
                  <a:ea typeface="幼圆" panose="02010509060101010101" pitchFamily="49" charset="-122"/>
                  <a:cs typeface="Times New Roman" panose="02020603050405020304" pitchFamily="18" charset="0"/>
                </a:rPr>
                <a:t>2</a:t>
              </a:r>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a:t>
              </a:r>
              <a:endParaRPr kumimoji="1" lang="en-US" altLang="zh-CN" sz="1500" b="1">
                <a:latin typeface="Times New Roman" panose="02020603050405020304" pitchFamily="18" charset="0"/>
                <a:ea typeface="幼圆" panose="02010509060101010101" pitchFamily="49" charset="-122"/>
                <a:cs typeface="Times New Roman" panose="02020603050405020304" pitchFamily="18" charset="0"/>
              </a:endParaRPr>
            </a:p>
          </p:txBody>
        </p:sp>
        <p:sp>
          <p:nvSpPr>
            <p:cNvPr id="41" name="Rectangle 81"/>
            <p:cNvSpPr>
              <a:spLocks noChangeArrowheads="1"/>
            </p:cNvSpPr>
            <p:nvPr/>
          </p:nvSpPr>
          <p:spPr bwMode="auto">
            <a:xfrm>
              <a:off x="1571" y="891"/>
              <a:ext cx="853" cy="233"/>
            </a:xfrm>
            <a:prstGeom prst="rect">
              <a:avLst/>
            </a:prstGeom>
            <a:noFill/>
            <a:ln w="7">
              <a:solidFill>
                <a:srgbClr val="A0A0A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chor="ctr">
              <a:spAutoFit/>
            </a:bodyPr>
            <a:p>
              <a:endParaRPr lang="zh-CN" altLang="en-US" sz="1350" b="1">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42" name="Group 84"/>
          <p:cNvGrpSpPr/>
          <p:nvPr/>
        </p:nvGrpSpPr>
        <p:grpSpPr bwMode="auto">
          <a:xfrm rot="0">
            <a:off x="5920740" y="2166620"/>
            <a:ext cx="1412875" cy="570865"/>
            <a:chOff x="2424" y="768"/>
            <a:chExt cx="674" cy="480"/>
          </a:xfrm>
        </p:grpSpPr>
        <p:sp>
          <p:nvSpPr>
            <p:cNvPr id="43" name="Rectangle 15"/>
            <p:cNvSpPr>
              <a:spLocks noChangeArrowheads="1"/>
            </p:cNvSpPr>
            <p:nvPr/>
          </p:nvSpPr>
          <p:spPr bwMode="auto">
            <a:xfrm>
              <a:off x="2467" y="768"/>
              <a:ext cx="588"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nchor="ctr"/>
            <a:p>
              <a:pPr algn="just" eaLnBrk="0" hangingPunct="0"/>
              <a:r>
                <a:rPr kumimoji="1" lang="en-US" altLang="zh-CN" sz="1500" b="1" dirty="0">
                  <a:latin typeface="Times New Roman" panose="02020603050405020304" pitchFamily="18" charset="0"/>
                  <a:ea typeface="幼圆" panose="02010509060101010101" pitchFamily="49" charset="-122"/>
                  <a:cs typeface="Times New Roman" panose="02020603050405020304" pitchFamily="18" charset="0"/>
                </a:rPr>
                <a:t>    O(1)</a:t>
              </a:r>
              <a:endParaRPr kumimoji="1" lang="en-US" altLang="zh-CN" sz="1500" b="1" dirty="0">
                <a:latin typeface="Times New Roman" panose="02020603050405020304" pitchFamily="18" charset="0"/>
                <a:ea typeface="幼圆" panose="02010509060101010101" pitchFamily="49" charset="-122"/>
                <a:cs typeface="Times New Roman" panose="02020603050405020304" pitchFamily="18" charset="0"/>
              </a:endParaRPr>
            </a:p>
          </p:txBody>
        </p:sp>
        <p:sp>
          <p:nvSpPr>
            <p:cNvPr id="44" name="Rectangle 83"/>
            <p:cNvSpPr>
              <a:spLocks noChangeArrowheads="1"/>
            </p:cNvSpPr>
            <p:nvPr/>
          </p:nvSpPr>
          <p:spPr bwMode="auto">
            <a:xfrm>
              <a:off x="2424" y="891"/>
              <a:ext cx="674" cy="233"/>
            </a:xfrm>
            <a:prstGeom prst="rect">
              <a:avLst/>
            </a:prstGeom>
            <a:noFill/>
            <a:ln w="7">
              <a:solidFill>
                <a:srgbClr val="A0A0A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chor="ctr">
              <a:spAutoFit/>
            </a:bodyPr>
            <a:p>
              <a:endParaRPr lang="zh-CN" altLang="en-US" sz="1350" b="1">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45" name="Group 86"/>
          <p:cNvGrpSpPr/>
          <p:nvPr/>
        </p:nvGrpSpPr>
        <p:grpSpPr bwMode="auto">
          <a:xfrm rot="0">
            <a:off x="7333615" y="2166620"/>
            <a:ext cx="1310005" cy="570865"/>
            <a:chOff x="3098" y="768"/>
            <a:chExt cx="625" cy="480"/>
          </a:xfrm>
        </p:grpSpPr>
        <p:sp>
          <p:nvSpPr>
            <p:cNvPr id="46" name="Rectangle 16"/>
            <p:cNvSpPr>
              <a:spLocks noChangeArrowheads="1"/>
            </p:cNvSpPr>
            <p:nvPr/>
          </p:nvSpPr>
          <p:spPr bwMode="auto">
            <a:xfrm>
              <a:off x="3141" y="768"/>
              <a:ext cx="539"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nchor="ctr"/>
            <a:p>
              <a:pPr algn="ctr" eaLnBrk="0" hangingPunct="0"/>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  </a:t>
              </a:r>
              <a:r>
                <a:rPr kumimoji="1" lang="zh-CN" altLang="en-US" sz="1500" b="1">
                  <a:latin typeface="Times New Roman" panose="02020603050405020304" pitchFamily="18" charset="0"/>
                  <a:ea typeface="幼圆" panose="02010509060101010101" pitchFamily="49" charset="-122"/>
                  <a:cs typeface="Times New Roman" panose="02020603050405020304" pitchFamily="18" charset="0"/>
                </a:rPr>
                <a:t>稳定</a:t>
              </a:r>
              <a:endParaRPr kumimoji="1" lang="zh-CN" altLang="en-US" sz="1500" b="1">
                <a:latin typeface="Times New Roman" panose="02020603050405020304" pitchFamily="18" charset="0"/>
                <a:ea typeface="幼圆" panose="02010509060101010101" pitchFamily="49" charset="-122"/>
                <a:cs typeface="Times New Roman" panose="02020603050405020304" pitchFamily="18" charset="0"/>
              </a:endParaRPr>
            </a:p>
          </p:txBody>
        </p:sp>
        <p:sp>
          <p:nvSpPr>
            <p:cNvPr id="47" name="Rectangle 85"/>
            <p:cNvSpPr>
              <a:spLocks noChangeArrowheads="1"/>
            </p:cNvSpPr>
            <p:nvPr/>
          </p:nvSpPr>
          <p:spPr bwMode="auto">
            <a:xfrm>
              <a:off x="3098" y="891"/>
              <a:ext cx="625" cy="233"/>
            </a:xfrm>
            <a:prstGeom prst="rect">
              <a:avLst/>
            </a:prstGeom>
            <a:noFill/>
            <a:ln w="7">
              <a:solidFill>
                <a:srgbClr val="A0A0A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chor="ctr">
              <a:spAutoFit/>
            </a:bodyPr>
            <a:p>
              <a:endParaRPr lang="zh-CN" altLang="en-US" sz="1350" b="1">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48" name="Group 98"/>
          <p:cNvGrpSpPr/>
          <p:nvPr/>
        </p:nvGrpSpPr>
        <p:grpSpPr bwMode="auto">
          <a:xfrm rot="0">
            <a:off x="839470" y="2735580"/>
            <a:ext cx="1504950" cy="456565"/>
            <a:chOff x="0" y="1632"/>
            <a:chExt cx="718" cy="384"/>
          </a:xfrm>
        </p:grpSpPr>
        <p:sp>
          <p:nvSpPr>
            <p:cNvPr id="49" name="Rectangle 22"/>
            <p:cNvSpPr>
              <a:spLocks noChangeArrowheads="1"/>
            </p:cNvSpPr>
            <p:nvPr/>
          </p:nvSpPr>
          <p:spPr bwMode="auto">
            <a:xfrm>
              <a:off x="43" y="1632"/>
              <a:ext cx="632"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nchor="ctr"/>
            <a:p>
              <a:pPr algn="ctr" eaLnBrk="0" hangingPunct="0"/>
              <a:r>
                <a:rPr kumimoji="1" lang="en-US" altLang="zh-CN" sz="1500" b="1" dirty="0">
                  <a:latin typeface="Times New Roman" panose="02020603050405020304" pitchFamily="18" charset="0"/>
                  <a:ea typeface="幼圆" panose="02010509060101010101" pitchFamily="49" charset="-122"/>
                  <a:cs typeface="Times New Roman" panose="02020603050405020304" pitchFamily="18" charset="0"/>
                </a:rPr>
                <a:t>Shell</a:t>
              </a:r>
              <a:r>
                <a:rPr kumimoji="1" lang="zh-CN" altLang="en-US" sz="1500" b="1" dirty="0">
                  <a:latin typeface="Times New Roman" panose="02020603050405020304" pitchFamily="18" charset="0"/>
                  <a:ea typeface="幼圆" panose="02010509060101010101" pitchFamily="49" charset="-122"/>
                  <a:cs typeface="Times New Roman" panose="02020603050405020304" pitchFamily="18" charset="0"/>
                </a:rPr>
                <a:t>排序</a:t>
              </a:r>
              <a:endParaRPr kumimoji="1" lang="zh-CN" altLang="en-US" sz="1500" b="1" dirty="0">
                <a:latin typeface="Times New Roman" panose="02020603050405020304" pitchFamily="18" charset="0"/>
                <a:ea typeface="幼圆" panose="02010509060101010101" pitchFamily="49" charset="-122"/>
                <a:cs typeface="Times New Roman" panose="02020603050405020304" pitchFamily="18" charset="0"/>
              </a:endParaRPr>
            </a:p>
          </p:txBody>
        </p:sp>
        <p:sp>
          <p:nvSpPr>
            <p:cNvPr id="50" name="Rectangle 97"/>
            <p:cNvSpPr>
              <a:spLocks noChangeArrowheads="1"/>
            </p:cNvSpPr>
            <p:nvPr/>
          </p:nvSpPr>
          <p:spPr bwMode="auto">
            <a:xfrm>
              <a:off x="0" y="1707"/>
              <a:ext cx="718" cy="234"/>
            </a:xfrm>
            <a:prstGeom prst="rect">
              <a:avLst/>
            </a:prstGeom>
            <a:noFill/>
            <a:ln w="7">
              <a:solidFill>
                <a:srgbClr val="A0A0A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chor="ctr">
              <a:spAutoFit/>
            </a:bodyPr>
            <a:p>
              <a:endParaRPr lang="zh-CN" altLang="en-US" sz="1350" b="1">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51" name="Group 100"/>
          <p:cNvGrpSpPr/>
          <p:nvPr/>
        </p:nvGrpSpPr>
        <p:grpSpPr bwMode="auto">
          <a:xfrm rot="0">
            <a:off x="2344420" y="2735580"/>
            <a:ext cx="1787525" cy="456565"/>
            <a:chOff x="718" y="1632"/>
            <a:chExt cx="853" cy="384"/>
          </a:xfrm>
        </p:grpSpPr>
        <p:sp>
          <p:nvSpPr>
            <p:cNvPr id="52" name="Rectangle 23"/>
            <p:cNvSpPr>
              <a:spLocks noChangeArrowheads="1"/>
            </p:cNvSpPr>
            <p:nvPr/>
          </p:nvSpPr>
          <p:spPr bwMode="auto">
            <a:xfrm>
              <a:off x="761" y="1632"/>
              <a:ext cx="767"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nchor="ctr"/>
            <a:p>
              <a:pPr algn="just" eaLnBrk="0" hangingPunct="0"/>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    O(</a:t>
              </a:r>
              <a:r>
                <a:rPr kumimoji="1" lang="en-US" altLang="zh-CN" sz="1500" b="1" i="1">
                  <a:latin typeface="Times New Roman" panose="02020603050405020304" pitchFamily="18" charset="0"/>
                  <a:ea typeface="幼圆" panose="02010509060101010101" pitchFamily="49" charset="-122"/>
                  <a:cs typeface="Times New Roman" panose="02020603050405020304" pitchFamily="18" charset="0"/>
                </a:rPr>
                <a:t>n</a:t>
              </a:r>
              <a:r>
                <a:rPr kumimoji="1" lang="en-US" altLang="zh-CN" sz="1500" b="1" baseline="30000">
                  <a:latin typeface="Times New Roman" panose="02020603050405020304" pitchFamily="18" charset="0"/>
                  <a:ea typeface="幼圆" panose="02010509060101010101" pitchFamily="49" charset="-122"/>
                  <a:cs typeface="Times New Roman" panose="02020603050405020304" pitchFamily="18" charset="0"/>
                </a:rPr>
                <a:t>1.3</a:t>
              </a:r>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a:t>
              </a:r>
              <a:endParaRPr kumimoji="1" lang="en-US" altLang="zh-CN" sz="1500" b="1">
                <a:latin typeface="Times New Roman" panose="02020603050405020304" pitchFamily="18" charset="0"/>
                <a:ea typeface="幼圆" panose="02010509060101010101" pitchFamily="49" charset="-122"/>
                <a:cs typeface="Times New Roman" panose="02020603050405020304" pitchFamily="18" charset="0"/>
              </a:endParaRPr>
            </a:p>
          </p:txBody>
        </p:sp>
        <p:sp>
          <p:nvSpPr>
            <p:cNvPr id="53" name="Rectangle 99"/>
            <p:cNvSpPr>
              <a:spLocks noChangeArrowheads="1"/>
            </p:cNvSpPr>
            <p:nvPr/>
          </p:nvSpPr>
          <p:spPr bwMode="auto">
            <a:xfrm>
              <a:off x="718" y="1707"/>
              <a:ext cx="853" cy="234"/>
            </a:xfrm>
            <a:prstGeom prst="rect">
              <a:avLst/>
            </a:prstGeom>
            <a:noFill/>
            <a:ln w="7">
              <a:solidFill>
                <a:srgbClr val="A0A0A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chor="ctr">
              <a:spAutoFit/>
            </a:bodyPr>
            <a:p>
              <a:endParaRPr lang="zh-CN" altLang="en-US" sz="1350" b="1">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54" name="Group 102"/>
          <p:cNvGrpSpPr/>
          <p:nvPr/>
        </p:nvGrpSpPr>
        <p:grpSpPr bwMode="auto">
          <a:xfrm rot="0">
            <a:off x="4131945" y="2735580"/>
            <a:ext cx="1788795" cy="456565"/>
            <a:chOff x="1571" y="1632"/>
            <a:chExt cx="853" cy="384"/>
          </a:xfrm>
        </p:grpSpPr>
        <p:sp>
          <p:nvSpPr>
            <p:cNvPr id="55" name="Rectangle 24"/>
            <p:cNvSpPr>
              <a:spLocks noChangeArrowheads="1"/>
            </p:cNvSpPr>
            <p:nvPr/>
          </p:nvSpPr>
          <p:spPr bwMode="auto">
            <a:xfrm>
              <a:off x="1614" y="1632"/>
              <a:ext cx="767"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nchor="ctr"/>
            <a:p>
              <a:pPr algn="just" eaLnBrk="0" hangingPunct="0"/>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    O(</a:t>
              </a:r>
              <a:r>
                <a:rPr kumimoji="1" lang="en-US" altLang="zh-CN" sz="1500" b="1" i="1">
                  <a:latin typeface="Times New Roman" panose="02020603050405020304" pitchFamily="18" charset="0"/>
                  <a:ea typeface="幼圆" panose="02010509060101010101" pitchFamily="49" charset="-122"/>
                  <a:cs typeface="Times New Roman" panose="02020603050405020304" pitchFamily="18" charset="0"/>
                </a:rPr>
                <a:t>n</a:t>
              </a:r>
              <a:r>
                <a:rPr kumimoji="1" lang="en-US" altLang="zh-CN" sz="1500" b="1" baseline="30000">
                  <a:latin typeface="Times New Roman" panose="02020603050405020304" pitchFamily="18" charset="0"/>
                  <a:ea typeface="幼圆" panose="02010509060101010101" pitchFamily="49" charset="-122"/>
                  <a:cs typeface="Times New Roman" panose="02020603050405020304" pitchFamily="18" charset="0"/>
                </a:rPr>
                <a:t>1.3</a:t>
              </a:r>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a:t>
              </a:r>
              <a:endParaRPr kumimoji="1" lang="en-US" altLang="zh-CN" sz="1500" b="1">
                <a:latin typeface="Times New Roman" panose="02020603050405020304" pitchFamily="18" charset="0"/>
                <a:ea typeface="幼圆" panose="02010509060101010101" pitchFamily="49" charset="-122"/>
                <a:cs typeface="Times New Roman" panose="02020603050405020304" pitchFamily="18" charset="0"/>
              </a:endParaRPr>
            </a:p>
          </p:txBody>
        </p:sp>
        <p:sp>
          <p:nvSpPr>
            <p:cNvPr id="56" name="Rectangle 101"/>
            <p:cNvSpPr>
              <a:spLocks noChangeArrowheads="1"/>
            </p:cNvSpPr>
            <p:nvPr/>
          </p:nvSpPr>
          <p:spPr bwMode="auto">
            <a:xfrm>
              <a:off x="1571" y="1707"/>
              <a:ext cx="853" cy="234"/>
            </a:xfrm>
            <a:prstGeom prst="rect">
              <a:avLst/>
            </a:prstGeom>
            <a:noFill/>
            <a:ln w="7">
              <a:solidFill>
                <a:srgbClr val="A0A0A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chor="ctr">
              <a:spAutoFit/>
            </a:bodyPr>
            <a:p>
              <a:endParaRPr lang="zh-CN" altLang="en-US" sz="1350" b="1">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57" name="Group 104"/>
          <p:cNvGrpSpPr/>
          <p:nvPr/>
        </p:nvGrpSpPr>
        <p:grpSpPr bwMode="auto">
          <a:xfrm rot="0">
            <a:off x="5920740" y="2735580"/>
            <a:ext cx="1412875" cy="456565"/>
            <a:chOff x="2424" y="1632"/>
            <a:chExt cx="674" cy="384"/>
          </a:xfrm>
        </p:grpSpPr>
        <p:sp>
          <p:nvSpPr>
            <p:cNvPr id="58" name="Rectangle 25"/>
            <p:cNvSpPr>
              <a:spLocks noChangeArrowheads="1"/>
            </p:cNvSpPr>
            <p:nvPr/>
          </p:nvSpPr>
          <p:spPr bwMode="auto">
            <a:xfrm>
              <a:off x="2467" y="1632"/>
              <a:ext cx="588"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nchor="ctr"/>
            <a:p>
              <a:pPr algn="just" eaLnBrk="0" hangingPunct="0"/>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    O(1)</a:t>
              </a:r>
              <a:endParaRPr kumimoji="1" lang="en-US" altLang="zh-CN" sz="1500" b="1">
                <a:latin typeface="Times New Roman" panose="02020603050405020304" pitchFamily="18" charset="0"/>
                <a:ea typeface="幼圆" panose="02010509060101010101" pitchFamily="49" charset="-122"/>
                <a:cs typeface="Times New Roman" panose="02020603050405020304" pitchFamily="18" charset="0"/>
              </a:endParaRPr>
            </a:p>
          </p:txBody>
        </p:sp>
        <p:sp>
          <p:nvSpPr>
            <p:cNvPr id="59" name="Rectangle 103"/>
            <p:cNvSpPr>
              <a:spLocks noChangeArrowheads="1"/>
            </p:cNvSpPr>
            <p:nvPr/>
          </p:nvSpPr>
          <p:spPr bwMode="auto">
            <a:xfrm>
              <a:off x="2424" y="1707"/>
              <a:ext cx="674" cy="234"/>
            </a:xfrm>
            <a:prstGeom prst="rect">
              <a:avLst/>
            </a:prstGeom>
            <a:noFill/>
            <a:ln w="7">
              <a:solidFill>
                <a:srgbClr val="A0A0A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chor="ctr">
              <a:spAutoFit/>
            </a:bodyPr>
            <a:p>
              <a:endParaRPr lang="zh-CN" altLang="en-US" sz="1350" b="1">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60" name="Group 106"/>
          <p:cNvGrpSpPr/>
          <p:nvPr/>
        </p:nvGrpSpPr>
        <p:grpSpPr bwMode="auto">
          <a:xfrm rot="0">
            <a:off x="7333615" y="2735580"/>
            <a:ext cx="1310005" cy="456565"/>
            <a:chOff x="3098" y="1632"/>
            <a:chExt cx="625" cy="384"/>
          </a:xfrm>
        </p:grpSpPr>
        <p:sp>
          <p:nvSpPr>
            <p:cNvPr id="61" name="Rectangle 26"/>
            <p:cNvSpPr>
              <a:spLocks noChangeArrowheads="1"/>
            </p:cNvSpPr>
            <p:nvPr/>
          </p:nvSpPr>
          <p:spPr bwMode="auto">
            <a:xfrm>
              <a:off x="3141" y="1632"/>
              <a:ext cx="539"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nchor="ctr"/>
            <a:p>
              <a:pPr algn="ctr" eaLnBrk="0" hangingPunct="0"/>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 </a:t>
              </a:r>
              <a:r>
                <a:rPr kumimoji="1" lang="zh-CN" altLang="en-US" sz="1500"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不稳定</a:t>
              </a:r>
              <a:endParaRPr kumimoji="1" lang="zh-CN" altLang="en-US" sz="1500" b="1">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62" name="Rectangle 105"/>
            <p:cNvSpPr>
              <a:spLocks noChangeArrowheads="1"/>
            </p:cNvSpPr>
            <p:nvPr/>
          </p:nvSpPr>
          <p:spPr bwMode="auto">
            <a:xfrm>
              <a:off x="3098" y="1707"/>
              <a:ext cx="625" cy="234"/>
            </a:xfrm>
            <a:prstGeom prst="rect">
              <a:avLst/>
            </a:prstGeom>
            <a:noFill/>
            <a:ln w="7">
              <a:solidFill>
                <a:srgbClr val="A0A0A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chor="ctr">
              <a:spAutoFit/>
            </a:bodyPr>
            <a:p>
              <a:endParaRPr lang="zh-CN" altLang="en-US" sz="1350" b="1">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63" name="Group 108"/>
          <p:cNvGrpSpPr/>
          <p:nvPr/>
        </p:nvGrpSpPr>
        <p:grpSpPr bwMode="auto">
          <a:xfrm rot="0">
            <a:off x="839470" y="4150360"/>
            <a:ext cx="1504950" cy="457200"/>
            <a:chOff x="0" y="2016"/>
            <a:chExt cx="718" cy="384"/>
          </a:xfrm>
        </p:grpSpPr>
        <p:sp>
          <p:nvSpPr>
            <p:cNvPr id="64" name="Rectangle 27"/>
            <p:cNvSpPr>
              <a:spLocks noChangeArrowheads="1"/>
            </p:cNvSpPr>
            <p:nvPr/>
          </p:nvSpPr>
          <p:spPr bwMode="auto">
            <a:xfrm>
              <a:off x="43" y="2016"/>
              <a:ext cx="632"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5100" rIns="0" bIns="35100" anchor="ctr"/>
            <a:p>
              <a:pPr algn="ctr" eaLnBrk="0" hangingPunct="0"/>
              <a:r>
                <a:rPr kumimoji="1" lang="zh-CN" altLang="en-US" sz="1500" b="1">
                  <a:latin typeface="Times New Roman" panose="02020603050405020304" pitchFamily="18" charset="0"/>
                  <a:ea typeface="幼圆" panose="02010509060101010101" pitchFamily="49" charset="-122"/>
                  <a:cs typeface="Times New Roman" panose="02020603050405020304" pitchFamily="18" charset="0"/>
                </a:rPr>
                <a:t>简单选择排序</a:t>
              </a:r>
              <a:endParaRPr kumimoji="1" lang="zh-CN" altLang="en-US" sz="1500" b="1">
                <a:latin typeface="Times New Roman" panose="02020603050405020304" pitchFamily="18" charset="0"/>
                <a:ea typeface="幼圆" panose="02010509060101010101" pitchFamily="49" charset="-122"/>
                <a:cs typeface="Times New Roman" panose="02020603050405020304" pitchFamily="18" charset="0"/>
              </a:endParaRPr>
            </a:p>
          </p:txBody>
        </p:sp>
        <p:sp>
          <p:nvSpPr>
            <p:cNvPr id="65" name="Rectangle 107"/>
            <p:cNvSpPr>
              <a:spLocks noChangeArrowheads="1"/>
            </p:cNvSpPr>
            <p:nvPr/>
          </p:nvSpPr>
          <p:spPr bwMode="auto">
            <a:xfrm>
              <a:off x="0" y="2091"/>
              <a:ext cx="718" cy="233"/>
            </a:xfrm>
            <a:prstGeom prst="rect">
              <a:avLst/>
            </a:prstGeom>
            <a:noFill/>
            <a:ln w="7">
              <a:solidFill>
                <a:srgbClr val="A0A0A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chor="ctr">
              <a:spAutoFit/>
            </a:bodyPr>
            <a:p>
              <a:endParaRPr lang="zh-CN" altLang="en-US" sz="1350" b="1">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66" name="Group 110"/>
          <p:cNvGrpSpPr/>
          <p:nvPr/>
        </p:nvGrpSpPr>
        <p:grpSpPr bwMode="auto">
          <a:xfrm rot="0">
            <a:off x="2344420" y="4150360"/>
            <a:ext cx="1787525" cy="457200"/>
            <a:chOff x="718" y="2016"/>
            <a:chExt cx="853" cy="384"/>
          </a:xfrm>
        </p:grpSpPr>
        <p:sp>
          <p:nvSpPr>
            <p:cNvPr id="67" name="Rectangle 28"/>
            <p:cNvSpPr>
              <a:spLocks noChangeArrowheads="1"/>
            </p:cNvSpPr>
            <p:nvPr/>
          </p:nvSpPr>
          <p:spPr bwMode="auto">
            <a:xfrm>
              <a:off x="761" y="2016"/>
              <a:ext cx="767"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nchor="ctr"/>
            <a:p>
              <a:pPr algn="just" eaLnBrk="0" hangingPunct="0"/>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    O(</a:t>
              </a:r>
              <a:r>
                <a:rPr kumimoji="1" lang="en-US" altLang="zh-CN" sz="1500" b="1" i="1">
                  <a:latin typeface="Times New Roman" panose="02020603050405020304" pitchFamily="18" charset="0"/>
                  <a:ea typeface="幼圆" panose="02010509060101010101" pitchFamily="49" charset="-122"/>
                  <a:cs typeface="Times New Roman" panose="02020603050405020304" pitchFamily="18" charset="0"/>
                </a:rPr>
                <a:t>n</a:t>
              </a:r>
              <a:r>
                <a:rPr kumimoji="1" lang="en-US" altLang="zh-CN" sz="1500" b="1" baseline="30000">
                  <a:latin typeface="Times New Roman" panose="02020603050405020304" pitchFamily="18" charset="0"/>
                  <a:ea typeface="幼圆" panose="02010509060101010101" pitchFamily="49" charset="-122"/>
                  <a:cs typeface="Times New Roman" panose="02020603050405020304" pitchFamily="18" charset="0"/>
                </a:rPr>
                <a:t>2</a:t>
              </a:r>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a:t>
              </a:r>
              <a:endParaRPr kumimoji="1" lang="en-US" altLang="zh-CN" sz="1500" b="1">
                <a:latin typeface="Times New Roman" panose="02020603050405020304" pitchFamily="18" charset="0"/>
                <a:ea typeface="幼圆" panose="02010509060101010101" pitchFamily="49" charset="-122"/>
                <a:cs typeface="Times New Roman" panose="02020603050405020304" pitchFamily="18" charset="0"/>
              </a:endParaRPr>
            </a:p>
          </p:txBody>
        </p:sp>
        <p:sp>
          <p:nvSpPr>
            <p:cNvPr id="68" name="Rectangle 109"/>
            <p:cNvSpPr>
              <a:spLocks noChangeArrowheads="1"/>
            </p:cNvSpPr>
            <p:nvPr/>
          </p:nvSpPr>
          <p:spPr bwMode="auto">
            <a:xfrm>
              <a:off x="718" y="2091"/>
              <a:ext cx="853" cy="233"/>
            </a:xfrm>
            <a:prstGeom prst="rect">
              <a:avLst/>
            </a:prstGeom>
            <a:noFill/>
            <a:ln w="7">
              <a:solidFill>
                <a:srgbClr val="A0A0A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chor="ctr">
              <a:spAutoFit/>
            </a:bodyPr>
            <a:p>
              <a:endParaRPr lang="zh-CN" altLang="en-US" sz="1350" b="1">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69" name="Group 112"/>
          <p:cNvGrpSpPr/>
          <p:nvPr/>
        </p:nvGrpSpPr>
        <p:grpSpPr bwMode="auto">
          <a:xfrm rot="0">
            <a:off x="4131945" y="4150360"/>
            <a:ext cx="1788795" cy="457200"/>
            <a:chOff x="1571" y="2016"/>
            <a:chExt cx="853" cy="384"/>
          </a:xfrm>
        </p:grpSpPr>
        <p:sp>
          <p:nvSpPr>
            <p:cNvPr id="70" name="Rectangle 29"/>
            <p:cNvSpPr>
              <a:spLocks noChangeArrowheads="1"/>
            </p:cNvSpPr>
            <p:nvPr/>
          </p:nvSpPr>
          <p:spPr bwMode="auto">
            <a:xfrm>
              <a:off x="1614" y="2016"/>
              <a:ext cx="767"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nchor="ctr"/>
            <a:p>
              <a:pPr algn="just" eaLnBrk="0" hangingPunct="0"/>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    O(</a:t>
              </a:r>
              <a:r>
                <a:rPr kumimoji="1" lang="en-US" altLang="zh-CN" sz="1500" b="1" i="1">
                  <a:latin typeface="Times New Roman" panose="02020603050405020304" pitchFamily="18" charset="0"/>
                  <a:ea typeface="幼圆" panose="02010509060101010101" pitchFamily="49" charset="-122"/>
                  <a:cs typeface="Times New Roman" panose="02020603050405020304" pitchFamily="18" charset="0"/>
                </a:rPr>
                <a:t>n</a:t>
              </a:r>
              <a:r>
                <a:rPr kumimoji="1" lang="en-US" altLang="zh-CN" sz="1500" b="1" baseline="30000">
                  <a:latin typeface="Times New Roman" panose="02020603050405020304" pitchFamily="18" charset="0"/>
                  <a:ea typeface="幼圆" panose="02010509060101010101" pitchFamily="49" charset="-122"/>
                  <a:cs typeface="Times New Roman" panose="02020603050405020304" pitchFamily="18" charset="0"/>
                </a:rPr>
                <a:t>2</a:t>
              </a:r>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a:t>
              </a:r>
              <a:endParaRPr kumimoji="1" lang="en-US" altLang="zh-CN" sz="1500" b="1">
                <a:latin typeface="Times New Roman" panose="02020603050405020304" pitchFamily="18" charset="0"/>
                <a:ea typeface="幼圆" panose="02010509060101010101" pitchFamily="49" charset="-122"/>
                <a:cs typeface="Times New Roman" panose="02020603050405020304" pitchFamily="18" charset="0"/>
              </a:endParaRPr>
            </a:p>
          </p:txBody>
        </p:sp>
        <p:sp>
          <p:nvSpPr>
            <p:cNvPr id="71" name="Rectangle 111"/>
            <p:cNvSpPr>
              <a:spLocks noChangeArrowheads="1"/>
            </p:cNvSpPr>
            <p:nvPr/>
          </p:nvSpPr>
          <p:spPr bwMode="auto">
            <a:xfrm>
              <a:off x="1571" y="2091"/>
              <a:ext cx="853" cy="233"/>
            </a:xfrm>
            <a:prstGeom prst="rect">
              <a:avLst/>
            </a:prstGeom>
            <a:noFill/>
            <a:ln w="7">
              <a:solidFill>
                <a:srgbClr val="A0A0A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chor="ctr">
              <a:spAutoFit/>
            </a:bodyPr>
            <a:p>
              <a:endParaRPr lang="zh-CN" altLang="en-US" sz="1350" b="1">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72" name="Group 114"/>
          <p:cNvGrpSpPr/>
          <p:nvPr/>
        </p:nvGrpSpPr>
        <p:grpSpPr bwMode="auto">
          <a:xfrm rot="0">
            <a:off x="5920740" y="4150360"/>
            <a:ext cx="1412875" cy="457200"/>
            <a:chOff x="2424" y="2016"/>
            <a:chExt cx="674" cy="384"/>
          </a:xfrm>
        </p:grpSpPr>
        <p:sp>
          <p:nvSpPr>
            <p:cNvPr id="73" name="Rectangle 30"/>
            <p:cNvSpPr>
              <a:spLocks noChangeArrowheads="1"/>
            </p:cNvSpPr>
            <p:nvPr/>
          </p:nvSpPr>
          <p:spPr bwMode="auto">
            <a:xfrm>
              <a:off x="2467" y="2016"/>
              <a:ext cx="588"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nchor="ctr"/>
            <a:p>
              <a:pPr algn="just" eaLnBrk="0" hangingPunct="0"/>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    O(1)</a:t>
              </a:r>
              <a:endParaRPr kumimoji="1" lang="en-US" altLang="zh-CN" sz="1500" b="1">
                <a:latin typeface="Times New Roman" panose="02020603050405020304" pitchFamily="18" charset="0"/>
                <a:ea typeface="幼圆" panose="02010509060101010101" pitchFamily="49" charset="-122"/>
                <a:cs typeface="Times New Roman" panose="02020603050405020304" pitchFamily="18" charset="0"/>
              </a:endParaRPr>
            </a:p>
          </p:txBody>
        </p:sp>
        <p:sp>
          <p:nvSpPr>
            <p:cNvPr id="74" name="Rectangle 113"/>
            <p:cNvSpPr>
              <a:spLocks noChangeArrowheads="1"/>
            </p:cNvSpPr>
            <p:nvPr/>
          </p:nvSpPr>
          <p:spPr bwMode="auto">
            <a:xfrm>
              <a:off x="2424" y="2091"/>
              <a:ext cx="674" cy="233"/>
            </a:xfrm>
            <a:prstGeom prst="rect">
              <a:avLst/>
            </a:prstGeom>
            <a:noFill/>
            <a:ln w="7">
              <a:solidFill>
                <a:srgbClr val="A0A0A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chor="ctr">
              <a:spAutoFit/>
            </a:bodyPr>
            <a:p>
              <a:endParaRPr lang="zh-CN" altLang="en-US" sz="1350" b="1">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75" name="Group 116"/>
          <p:cNvGrpSpPr/>
          <p:nvPr/>
        </p:nvGrpSpPr>
        <p:grpSpPr bwMode="auto">
          <a:xfrm rot="0">
            <a:off x="7333615" y="4150360"/>
            <a:ext cx="1310005" cy="457200"/>
            <a:chOff x="3098" y="2016"/>
            <a:chExt cx="625" cy="384"/>
          </a:xfrm>
        </p:grpSpPr>
        <p:sp>
          <p:nvSpPr>
            <p:cNvPr id="76" name="Rectangle 31"/>
            <p:cNvSpPr>
              <a:spLocks noChangeArrowheads="1"/>
            </p:cNvSpPr>
            <p:nvPr/>
          </p:nvSpPr>
          <p:spPr bwMode="auto">
            <a:xfrm>
              <a:off x="3141" y="2016"/>
              <a:ext cx="539"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nchor="ctr"/>
            <a:p>
              <a:pPr algn="ctr" eaLnBrk="0" hangingPunct="0"/>
              <a:r>
                <a:rPr kumimoji="1" lang="zh-CN" altLang="en-US" sz="1500"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不稳定</a:t>
              </a:r>
              <a:endParaRPr kumimoji="1" lang="zh-CN" altLang="en-US" sz="1500" b="1">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77" name="Rectangle 115"/>
            <p:cNvSpPr>
              <a:spLocks noChangeArrowheads="1"/>
            </p:cNvSpPr>
            <p:nvPr/>
          </p:nvSpPr>
          <p:spPr bwMode="auto">
            <a:xfrm>
              <a:off x="3098" y="2091"/>
              <a:ext cx="625" cy="233"/>
            </a:xfrm>
            <a:prstGeom prst="rect">
              <a:avLst/>
            </a:prstGeom>
            <a:noFill/>
            <a:ln w="7">
              <a:solidFill>
                <a:srgbClr val="A0A0A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chor="ctr">
              <a:spAutoFit/>
            </a:bodyPr>
            <a:p>
              <a:endParaRPr lang="zh-CN" altLang="en-US" sz="1350" b="1">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78" name="Group 118"/>
          <p:cNvGrpSpPr/>
          <p:nvPr/>
        </p:nvGrpSpPr>
        <p:grpSpPr bwMode="auto">
          <a:xfrm rot="0">
            <a:off x="839470" y="4607560"/>
            <a:ext cx="1504950" cy="455930"/>
            <a:chOff x="0" y="2400"/>
            <a:chExt cx="718" cy="384"/>
          </a:xfrm>
        </p:grpSpPr>
        <p:sp>
          <p:nvSpPr>
            <p:cNvPr id="79" name="Rectangle 32"/>
            <p:cNvSpPr>
              <a:spLocks noChangeArrowheads="1"/>
            </p:cNvSpPr>
            <p:nvPr/>
          </p:nvSpPr>
          <p:spPr bwMode="auto">
            <a:xfrm>
              <a:off x="43" y="2400"/>
              <a:ext cx="632"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nchor="ctr"/>
            <a:p>
              <a:pPr algn="ctr" eaLnBrk="0" hangingPunct="0"/>
              <a:r>
                <a:rPr kumimoji="1" lang="zh-CN" altLang="en-US" sz="1500" b="1">
                  <a:latin typeface="Times New Roman" panose="02020603050405020304" pitchFamily="18" charset="0"/>
                  <a:ea typeface="幼圆" panose="02010509060101010101" pitchFamily="49" charset="-122"/>
                  <a:cs typeface="Times New Roman" panose="02020603050405020304" pitchFamily="18" charset="0"/>
                </a:rPr>
                <a:t>堆排序</a:t>
              </a:r>
              <a:endParaRPr kumimoji="1" lang="zh-CN" altLang="en-US" sz="1500" b="1">
                <a:latin typeface="Times New Roman" panose="02020603050405020304" pitchFamily="18" charset="0"/>
                <a:ea typeface="幼圆" panose="02010509060101010101" pitchFamily="49" charset="-122"/>
                <a:cs typeface="Times New Roman" panose="02020603050405020304" pitchFamily="18" charset="0"/>
              </a:endParaRPr>
            </a:p>
          </p:txBody>
        </p:sp>
        <p:sp>
          <p:nvSpPr>
            <p:cNvPr id="80" name="Rectangle 117"/>
            <p:cNvSpPr>
              <a:spLocks noChangeArrowheads="1"/>
            </p:cNvSpPr>
            <p:nvPr/>
          </p:nvSpPr>
          <p:spPr bwMode="auto">
            <a:xfrm>
              <a:off x="0" y="2475"/>
              <a:ext cx="718" cy="234"/>
            </a:xfrm>
            <a:prstGeom prst="rect">
              <a:avLst/>
            </a:prstGeom>
            <a:noFill/>
            <a:ln w="7">
              <a:solidFill>
                <a:srgbClr val="A0A0A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chor="ctr">
              <a:spAutoFit/>
            </a:bodyPr>
            <a:p>
              <a:endParaRPr lang="zh-CN" altLang="en-US" sz="1350" b="1">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81" name="Group 120"/>
          <p:cNvGrpSpPr/>
          <p:nvPr/>
        </p:nvGrpSpPr>
        <p:grpSpPr bwMode="auto">
          <a:xfrm rot="0">
            <a:off x="2344420" y="4607560"/>
            <a:ext cx="1787525" cy="455930"/>
            <a:chOff x="718" y="2400"/>
            <a:chExt cx="853" cy="384"/>
          </a:xfrm>
        </p:grpSpPr>
        <p:sp>
          <p:nvSpPr>
            <p:cNvPr id="82" name="Rectangle 33"/>
            <p:cNvSpPr>
              <a:spLocks noChangeArrowheads="1"/>
            </p:cNvSpPr>
            <p:nvPr/>
          </p:nvSpPr>
          <p:spPr bwMode="auto">
            <a:xfrm>
              <a:off x="761" y="2400"/>
              <a:ext cx="767"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nchor="ctr"/>
            <a:p>
              <a:pPr algn="just" eaLnBrk="0" hangingPunct="0"/>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    O(</a:t>
              </a:r>
              <a:r>
                <a:rPr kumimoji="1" lang="en-US" altLang="zh-CN" sz="1500" b="1" i="1">
                  <a:latin typeface="Times New Roman" panose="02020603050405020304" pitchFamily="18" charset="0"/>
                  <a:ea typeface="幼圆" panose="02010509060101010101" pitchFamily="49" charset="-122"/>
                  <a:cs typeface="Times New Roman" panose="02020603050405020304" pitchFamily="18" charset="0"/>
                </a:rPr>
                <a:t>n</a:t>
              </a:r>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log</a:t>
              </a:r>
              <a:r>
                <a:rPr kumimoji="1" lang="en-US" altLang="zh-CN" sz="1500" b="1" baseline="-30000">
                  <a:latin typeface="Times New Roman" panose="02020603050405020304" pitchFamily="18" charset="0"/>
                  <a:ea typeface="幼圆" panose="02010509060101010101" pitchFamily="49" charset="-122"/>
                  <a:cs typeface="Times New Roman" panose="02020603050405020304" pitchFamily="18" charset="0"/>
                </a:rPr>
                <a:t>2</a:t>
              </a:r>
              <a:r>
                <a:rPr kumimoji="1" lang="en-US" altLang="zh-CN" sz="1500" b="1" i="1">
                  <a:latin typeface="Times New Roman" panose="02020603050405020304" pitchFamily="18" charset="0"/>
                  <a:ea typeface="幼圆" panose="02010509060101010101" pitchFamily="49" charset="-122"/>
                  <a:cs typeface="Times New Roman" panose="02020603050405020304" pitchFamily="18" charset="0"/>
                </a:rPr>
                <a:t>n</a:t>
              </a:r>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a:t>
              </a:r>
              <a:endParaRPr kumimoji="1" lang="en-US" altLang="zh-CN" sz="1500" b="1">
                <a:latin typeface="Times New Roman" panose="02020603050405020304" pitchFamily="18" charset="0"/>
                <a:ea typeface="幼圆" panose="02010509060101010101" pitchFamily="49" charset="-122"/>
                <a:cs typeface="Times New Roman" panose="02020603050405020304" pitchFamily="18" charset="0"/>
              </a:endParaRPr>
            </a:p>
          </p:txBody>
        </p:sp>
        <p:sp>
          <p:nvSpPr>
            <p:cNvPr id="83" name="Rectangle 119"/>
            <p:cNvSpPr>
              <a:spLocks noChangeArrowheads="1"/>
            </p:cNvSpPr>
            <p:nvPr/>
          </p:nvSpPr>
          <p:spPr bwMode="auto">
            <a:xfrm>
              <a:off x="718" y="2475"/>
              <a:ext cx="853" cy="234"/>
            </a:xfrm>
            <a:prstGeom prst="rect">
              <a:avLst/>
            </a:prstGeom>
            <a:noFill/>
            <a:ln w="7">
              <a:solidFill>
                <a:srgbClr val="A0A0A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chor="ctr">
              <a:spAutoFit/>
            </a:bodyPr>
            <a:p>
              <a:endParaRPr lang="zh-CN" altLang="en-US" sz="1350" b="1">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84" name="Group 122"/>
          <p:cNvGrpSpPr/>
          <p:nvPr/>
        </p:nvGrpSpPr>
        <p:grpSpPr bwMode="auto">
          <a:xfrm rot="0">
            <a:off x="4131945" y="4607560"/>
            <a:ext cx="1788795" cy="455930"/>
            <a:chOff x="1571" y="2400"/>
            <a:chExt cx="853" cy="384"/>
          </a:xfrm>
        </p:grpSpPr>
        <p:sp>
          <p:nvSpPr>
            <p:cNvPr id="85" name="Rectangle 34"/>
            <p:cNvSpPr>
              <a:spLocks noChangeArrowheads="1"/>
            </p:cNvSpPr>
            <p:nvPr/>
          </p:nvSpPr>
          <p:spPr bwMode="auto">
            <a:xfrm>
              <a:off x="1614" y="2400"/>
              <a:ext cx="767"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nchor="ctr"/>
            <a:p>
              <a:pPr algn="just" eaLnBrk="0" hangingPunct="0"/>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    O(</a:t>
              </a:r>
              <a:r>
                <a:rPr kumimoji="1" lang="en-US" altLang="zh-CN" sz="1500" b="1" i="1">
                  <a:latin typeface="Times New Roman" panose="02020603050405020304" pitchFamily="18" charset="0"/>
                  <a:ea typeface="幼圆" panose="02010509060101010101" pitchFamily="49" charset="-122"/>
                  <a:cs typeface="Times New Roman" panose="02020603050405020304" pitchFamily="18" charset="0"/>
                </a:rPr>
                <a:t>n</a:t>
              </a:r>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log</a:t>
              </a:r>
              <a:r>
                <a:rPr kumimoji="1" lang="en-US" altLang="zh-CN" sz="1500" b="1" baseline="-30000">
                  <a:latin typeface="Times New Roman" panose="02020603050405020304" pitchFamily="18" charset="0"/>
                  <a:ea typeface="幼圆" panose="02010509060101010101" pitchFamily="49" charset="-122"/>
                  <a:cs typeface="Times New Roman" panose="02020603050405020304" pitchFamily="18" charset="0"/>
                </a:rPr>
                <a:t>2</a:t>
              </a:r>
              <a:r>
                <a:rPr kumimoji="1" lang="en-US" altLang="zh-CN" sz="1500" b="1" i="1">
                  <a:latin typeface="Times New Roman" panose="02020603050405020304" pitchFamily="18" charset="0"/>
                  <a:ea typeface="幼圆" panose="02010509060101010101" pitchFamily="49" charset="-122"/>
                  <a:cs typeface="Times New Roman" panose="02020603050405020304" pitchFamily="18" charset="0"/>
                </a:rPr>
                <a:t>n</a:t>
              </a:r>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a:t>
              </a:r>
              <a:endParaRPr kumimoji="1" lang="en-US" altLang="zh-CN" sz="1500" b="1">
                <a:latin typeface="Times New Roman" panose="02020603050405020304" pitchFamily="18" charset="0"/>
                <a:ea typeface="幼圆" panose="02010509060101010101" pitchFamily="49" charset="-122"/>
                <a:cs typeface="Times New Roman" panose="02020603050405020304" pitchFamily="18" charset="0"/>
              </a:endParaRPr>
            </a:p>
          </p:txBody>
        </p:sp>
        <p:sp>
          <p:nvSpPr>
            <p:cNvPr id="86" name="Rectangle 121"/>
            <p:cNvSpPr>
              <a:spLocks noChangeArrowheads="1"/>
            </p:cNvSpPr>
            <p:nvPr/>
          </p:nvSpPr>
          <p:spPr bwMode="auto">
            <a:xfrm>
              <a:off x="1571" y="2475"/>
              <a:ext cx="853" cy="234"/>
            </a:xfrm>
            <a:prstGeom prst="rect">
              <a:avLst/>
            </a:prstGeom>
            <a:noFill/>
            <a:ln w="7">
              <a:solidFill>
                <a:srgbClr val="A0A0A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chor="ctr">
              <a:spAutoFit/>
            </a:bodyPr>
            <a:p>
              <a:endParaRPr lang="zh-CN" altLang="en-US" sz="1350" b="1">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87" name="Group 124"/>
          <p:cNvGrpSpPr/>
          <p:nvPr/>
        </p:nvGrpSpPr>
        <p:grpSpPr bwMode="auto">
          <a:xfrm rot="0">
            <a:off x="5920740" y="4607560"/>
            <a:ext cx="1412875" cy="455930"/>
            <a:chOff x="2424" y="2400"/>
            <a:chExt cx="674" cy="384"/>
          </a:xfrm>
        </p:grpSpPr>
        <p:sp>
          <p:nvSpPr>
            <p:cNvPr id="88" name="Rectangle 35"/>
            <p:cNvSpPr>
              <a:spLocks noChangeArrowheads="1"/>
            </p:cNvSpPr>
            <p:nvPr/>
          </p:nvSpPr>
          <p:spPr bwMode="auto">
            <a:xfrm>
              <a:off x="2467" y="2400"/>
              <a:ext cx="588"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nchor="ctr"/>
            <a:p>
              <a:pPr algn="just" eaLnBrk="0" hangingPunct="0"/>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    O(1)</a:t>
              </a:r>
              <a:endParaRPr kumimoji="1" lang="en-US" altLang="zh-CN" sz="1500" b="1">
                <a:latin typeface="Times New Roman" panose="02020603050405020304" pitchFamily="18" charset="0"/>
                <a:ea typeface="幼圆" panose="02010509060101010101" pitchFamily="49" charset="-122"/>
                <a:cs typeface="Times New Roman" panose="02020603050405020304" pitchFamily="18" charset="0"/>
              </a:endParaRPr>
            </a:p>
          </p:txBody>
        </p:sp>
        <p:sp>
          <p:nvSpPr>
            <p:cNvPr id="89" name="Rectangle 123"/>
            <p:cNvSpPr>
              <a:spLocks noChangeArrowheads="1"/>
            </p:cNvSpPr>
            <p:nvPr/>
          </p:nvSpPr>
          <p:spPr bwMode="auto">
            <a:xfrm>
              <a:off x="2424" y="2475"/>
              <a:ext cx="674" cy="234"/>
            </a:xfrm>
            <a:prstGeom prst="rect">
              <a:avLst/>
            </a:prstGeom>
            <a:noFill/>
            <a:ln w="7">
              <a:solidFill>
                <a:srgbClr val="A0A0A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chor="ctr">
              <a:spAutoFit/>
            </a:bodyPr>
            <a:p>
              <a:endParaRPr lang="zh-CN" altLang="en-US" sz="1350" b="1">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90" name="Group 126"/>
          <p:cNvGrpSpPr/>
          <p:nvPr/>
        </p:nvGrpSpPr>
        <p:grpSpPr bwMode="auto">
          <a:xfrm rot="0">
            <a:off x="7333615" y="4607560"/>
            <a:ext cx="1310005" cy="455930"/>
            <a:chOff x="3098" y="2400"/>
            <a:chExt cx="625" cy="384"/>
          </a:xfrm>
        </p:grpSpPr>
        <p:sp>
          <p:nvSpPr>
            <p:cNvPr id="91" name="Rectangle 36"/>
            <p:cNvSpPr>
              <a:spLocks noChangeArrowheads="1"/>
            </p:cNvSpPr>
            <p:nvPr/>
          </p:nvSpPr>
          <p:spPr bwMode="auto">
            <a:xfrm>
              <a:off x="3141" y="2400"/>
              <a:ext cx="539"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nchor="ctr"/>
            <a:p>
              <a:pPr algn="ctr" eaLnBrk="0" hangingPunct="0"/>
              <a:r>
                <a:rPr kumimoji="1" lang="zh-CN" altLang="en-US" sz="1500"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不稳定</a:t>
              </a:r>
              <a:endParaRPr kumimoji="1" lang="zh-CN" altLang="en-US" sz="1500" b="1">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92" name="Rectangle 125"/>
            <p:cNvSpPr>
              <a:spLocks noChangeArrowheads="1"/>
            </p:cNvSpPr>
            <p:nvPr/>
          </p:nvSpPr>
          <p:spPr bwMode="auto">
            <a:xfrm>
              <a:off x="3098" y="2475"/>
              <a:ext cx="625" cy="234"/>
            </a:xfrm>
            <a:prstGeom prst="rect">
              <a:avLst/>
            </a:prstGeom>
            <a:noFill/>
            <a:ln w="7">
              <a:solidFill>
                <a:srgbClr val="A0A0A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chor="ctr">
              <a:spAutoFit/>
            </a:bodyPr>
            <a:p>
              <a:endParaRPr lang="zh-CN" altLang="en-US" sz="1350" b="1">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93" name="Group 128"/>
          <p:cNvGrpSpPr/>
          <p:nvPr/>
        </p:nvGrpSpPr>
        <p:grpSpPr bwMode="auto">
          <a:xfrm rot="0">
            <a:off x="839470" y="3201035"/>
            <a:ext cx="1504950" cy="457200"/>
            <a:chOff x="0" y="2784"/>
            <a:chExt cx="718" cy="384"/>
          </a:xfrm>
        </p:grpSpPr>
        <p:sp>
          <p:nvSpPr>
            <p:cNvPr id="94" name="Rectangle 37"/>
            <p:cNvSpPr>
              <a:spLocks noChangeArrowheads="1"/>
            </p:cNvSpPr>
            <p:nvPr/>
          </p:nvSpPr>
          <p:spPr bwMode="auto">
            <a:xfrm>
              <a:off x="43" y="2784"/>
              <a:ext cx="632"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nchor="ctr"/>
            <a:p>
              <a:pPr algn="ctr" eaLnBrk="0" hangingPunct="0"/>
              <a:r>
                <a:rPr kumimoji="1" lang="zh-CN" altLang="en-US" sz="1500" b="1">
                  <a:latin typeface="Times New Roman" panose="02020603050405020304" pitchFamily="18" charset="0"/>
                  <a:ea typeface="幼圆" panose="02010509060101010101" pitchFamily="49" charset="-122"/>
                  <a:cs typeface="Times New Roman" panose="02020603050405020304" pitchFamily="18" charset="0"/>
                </a:rPr>
                <a:t>冒泡排序</a:t>
              </a:r>
              <a:endParaRPr kumimoji="1" lang="zh-CN" altLang="en-US" sz="1500" b="1">
                <a:latin typeface="Times New Roman" panose="02020603050405020304" pitchFamily="18" charset="0"/>
                <a:ea typeface="幼圆" panose="02010509060101010101" pitchFamily="49" charset="-122"/>
                <a:cs typeface="Times New Roman" panose="02020603050405020304" pitchFamily="18" charset="0"/>
              </a:endParaRPr>
            </a:p>
          </p:txBody>
        </p:sp>
        <p:sp>
          <p:nvSpPr>
            <p:cNvPr id="95" name="Rectangle 127"/>
            <p:cNvSpPr>
              <a:spLocks noChangeArrowheads="1"/>
            </p:cNvSpPr>
            <p:nvPr/>
          </p:nvSpPr>
          <p:spPr bwMode="auto">
            <a:xfrm>
              <a:off x="0" y="2859"/>
              <a:ext cx="718" cy="233"/>
            </a:xfrm>
            <a:prstGeom prst="rect">
              <a:avLst/>
            </a:prstGeom>
            <a:noFill/>
            <a:ln w="7">
              <a:solidFill>
                <a:srgbClr val="A0A0A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chor="ctr">
              <a:spAutoFit/>
            </a:bodyPr>
            <a:p>
              <a:endParaRPr lang="zh-CN" altLang="en-US" sz="1350" b="1">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96" name="Group 130"/>
          <p:cNvGrpSpPr/>
          <p:nvPr/>
        </p:nvGrpSpPr>
        <p:grpSpPr bwMode="auto">
          <a:xfrm rot="0">
            <a:off x="2344420" y="3201035"/>
            <a:ext cx="1787525" cy="457200"/>
            <a:chOff x="718" y="2784"/>
            <a:chExt cx="853" cy="384"/>
          </a:xfrm>
        </p:grpSpPr>
        <p:sp>
          <p:nvSpPr>
            <p:cNvPr id="97" name="Rectangle 38"/>
            <p:cNvSpPr>
              <a:spLocks noChangeArrowheads="1"/>
            </p:cNvSpPr>
            <p:nvPr/>
          </p:nvSpPr>
          <p:spPr bwMode="auto">
            <a:xfrm>
              <a:off x="761" y="2784"/>
              <a:ext cx="767"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nchor="ctr"/>
            <a:p>
              <a:pPr algn="just" eaLnBrk="0" hangingPunct="0"/>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    O(</a:t>
              </a:r>
              <a:r>
                <a:rPr kumimoji="1" lang="en-US" altLang="zh-CN" sz="1500" b="1" i="1">
                  <a:latin typeface="Times New Roman" panose="02020603050405020304" pitchFamily="18" charset="0"/>
                  <a:ea typeface="幼圆" panose="02010509060101010101" pitchFamily="49" charset="-122"/>
                  <a:cs typeface="Times New Roman" panose="02020603050405020304" pitchFamily="18" charset="0"/>
                </a:rPr>
                <a:t>n</a:t>
              </a:r>
              <a:r>
                <a:rPr kumimoji="1" lang="en-US" altLang="zh-CN" sz="1500" b="1" baseline="30000">
                  <a:latin typeface="Times New Roman" panose="02020603050405020304" pitchFamily="18" charset="0"/>
                  <a:ea typeface="幼圆" panose="02010509060101010101" pitchFamily="49" charset="-122"/>
                  <a:cs typeface="Times New Roman" panose="02020603050405020304" pitchFamily="18" charset="0"/>
                </a:rPr>
                <a:t>2</a:t>
              </a:r>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a:t>
              </a:r>
              <a:endParaRPr kumimoji="1" lang="en-US" altLang="zh-CN" sz="1500" b="1">
                <a:latin typeface="Times New Roman" panose="02020603050405020304" pitchFamily="18" charset="0"/>
                <a:ea typeface="幼圆" panose="02010509060101010101" pitchFamily="49" charset="-122"/>
                <a:cs typeface="Times New Roman" panose="02020603050405020304" pitchFamily="18" charset="0"/>
              </a:endParaRPr>
            </a:p>
          </p:txBody>
        </p:sp>
        <p:sp>
          <p:nvSpPr>
            <p:cNvPr id="98" name="Rectangle 129"/>
            <p:cNvSpPr>
              <a:spLocks noChangeArrowheads="1"/>
            </p:cNvSpPr>
            <p:nvPr/>
          </p:nvSpPr>
          <p:spPr bwMode="auto">
            <a:xfrm>
              <a:off x="718" y="2859"/>
              <a:ext cx="853" cy="233"/>
            </a:xfrm>
            <a:prstGeom prst="rect">
              <a:avLst/>
            </a:prstGeom>
            <a:noFill/>
            <a:ln w="7">
              <a:solidFill>
                <a:srgbClr val="A0A0A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chor="ctr">
              <a:spAutoFit/>
            </a:bodyPr>
            <a:p>
              <a:endParaRPr lang="zh-CN" altLang="en-US" sz="1350" b="1">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99" name="Group 132"/>
          <p:cNvGrpSpPr/>
          <p:nvPr/>
        </p:nvGrpSpPr>
        <p:grpSpPr bwMode="auto">
          <a:xfrm rot="0">
            <a:off x="4131945" y="3201035"/>
            <a:ext cx="1788795" cy="457200"/>
            <a:chOff x="1571" y="2784"/>
            <a:chExt cx="853" cy="384"/>
          </a:xfrm>
        </p:grpSpPr>
        <p:sp>
          <p:nvSpPr>
            <p:cNvPr id="100" name="Rectangle 39"/>
            <p:cNvSpPr>
              <a:spLocks noChangeArrowheads="1"/>
            </p:cNvSpPr>
            <p:nvPr/>
          </p:nvSpPr>
          <p:spPr bwMode="auto">
            <a:xfrm>
              <a:off x="1614" y="2784"/>
              <a:ext cx="767"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nchor="ctr"/>
            <a:p>
              <a:pPr algn="just" eaLnBrk="0" hangingPunct="0"/>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    O(</a:t>
              </a:r>
              <a:r>
                <a:rPr kumimoji="1" lang="en-US" altLang="zh-CN" sz="1500" b="1" i="1">
                  <a:latin typeface="Times New Roman" panose="02020603050405020304" pitchFamily="18" charset="0"/>
                  <a:ea typeface="幼圆" panose="02010509060101010101" pitchFamily="49" charset="-122"/>
                  <a:cs typeface="Times New Roman" panose="02020603050405020304" pitchFamily="18" charset="0"/>
                </a:rPr>
                <a:t>n</a:t>
              </a:r>
              <a:r>
                <a:rPr kumimoji="1" lang="en-US" altLang="zh-CN" sz="1500" b="1" baseline="30000">
                  <a:latin typeface="Times New Roman" panose="02020603050405020304" pitchFamily="18" charset="0"/>
                  <a:ea typeface="幼圆" panose="02010509060101010101" pitchFamily="49" charset="-122"/>
                  <a:cs typeface="Times New Roman" panose="02020603050405020304" pitchFamily="18" charset="0"/>
                </a:rPr>
                <a:t>2</a:t>
              </a:r>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a:t>
              </a:r>
              <a:endParaRPr kumimoji="1" lang="en-US" altLang="zh-CN" sz="1500" b="1">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01" name="Rectangle 131"/>
            <p:cNvSpPr>
              <a:spLocks noChangeArrowheads="1"/>
            </p:cNvSpPr>
            <p:nvPr/>
          </p:nvSpPr>
          <p:spPr bwMode="auto">
            <a:xfrm>
              <a:off x="1571" y="2859"/>
              <a:ext cx="853" cy="233"/>
            </a:xfrm>
            <a:prstGeom prst="rect">
              <a:avLst/>
            </a:prstGeom>
            <a:noFill/>
            <a:ln w="7">
              <a:solidFill>
                <a:srgbClr val="A0A0A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chor="ctr">
              <a:spAutoFit/>
            </a:bodyPr>
            <a:p>
              <a:endParaRPr lang="zh-CN" altLang="en-US" sz="1350" b="1">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102" name="Group 134"/>
          <p:cNvGrpSpPr/>
          <p:nvPr/>
        </p:nvGrpSpPr>
        <p:grpSpPr bwMode="auto">
          <a:xfrm rot="0">
            <a:off x="5920740" y="3201035"/>
            <a:ext cx="1412875" cy="457200"/>
            <a:chOff x="2424" y="2784"/>
            <a:chExt cx="674" cy="384"/>
          </a:xfrm>
        </p:grpSpPr>
        <p:sp>
          <p:nvSpPr>
            <p:cNvPr id="103" name="Rectangle 40"/>
            <p:cNvSpPr>
              <a:spLocks noChangeArrowheads="1"/>
            </p:cNvSpPr>
            <p:nvPr/>
          </p:nvSpPr>
          <p:spPr bwMode="auto">
            <a:xfrm>
              <a:off x="2467" y="2784"/>
              <a:ext cx="588"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nchor="ctr"/>
            <a:p>
              <a:pPr algn="just" eaLnBrk="0" hangingPunct="0"/>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    O(1)</a:t>
              </a:r>
              <a:endParaRPr kumimoji="1" lang="en-US" altLang="zh-CN" sz="1500" b="1">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04" name="Rectangle 133"/>
            <p:cNvSpPr>
              <a:spLocks noChangeArrowheads="1"/>
            </p:cNvSpPr>
            <p:nvPr/>
          </p:nvSpPr>
          <p:spPr bwMode="auto">
            <a:xfrm>
              <a:off x="2424" y="2859"/>
              <a:ext cx="674" cy="233"/>
            </a:xfrm>
            <a:prstGeom prst="rect">
              <a:avLst/>
            </a:prstGeom>
            <a:noFill/>
            <a:ln w="7">
              <a:solidFill>
                <a:srgbClr val="A0A0A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chor="ctr">
              <a:spAutoFit/>
            </a:bodyPr>
            <a:p>
              <a:endParaRPr lang="zh-CN" altLang="en-US" sz="1350" b="1">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105" name="Group 136"/>
          <p:cNvGrpSpPr/>
          <p:nvPr/>
        </p:nvGrpSpPr>
        <p:grpSpPr bwMode="auto">
          <a:xfrm rot="0">
            <a:off x="7333615" y="3201035"/>
            <a:ext cx="1310005" cy="457200"/>
            <a:chOff x="3098" y="2784"/>
            <a:chExt cx="625" cy="384"/>
          </a:xfrm>
        </p:grpSpPr>
        <p:sp>
          <p:nvSpPr>
            <p:cNvPr id="106" name="Rectangle 41"/>
            <p:cNvSpPr>
              <a:spLocks noChangeArrowheads="1"/>
            </p:cNvSpPr>
            <p:nvPr/>
          </p:nvSpPr>
          <p:spPr bwMode="auto">
            <a:xfrm>
              <a:off x="3141" y="2784"/>
              <a:ext cx="539"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nchor="ctr"/>
            <a:p>
              <a:pPr algn="ctr" eaLnBrk="0" hangingPunct="0"/>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  </a:t>
              </a:r>
              <a:r>
                <a:rPr kumimoji="1" lang="zh-CN" altLang="en-US" sz="1500" b="1">
                  <a:latin typeface="Times New Roman" panose="02020603050405020304" pitchFamily="18" charset="0"/>
                  <a:ea typeface="幼圆" panose="02010509060101010101" pitchFamily="49" charset="-122"/>
                  <a:cs typeface="Times New Roman" panose="02020603050405020304" pitchFamily="18" charset="0"/>
                </a:rPr>
                <a:t>稳定</a:t>
              </a:r>
              <a:endParaRPr kumimoji="1" lang="zh-CN" altLang="en-US" sz="1500" b="1">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07" name="Rectangle 135"/>
            <p:cNvSpPr>
              <a:spLocks noChangeArrowheads="1"/>
            </p:cNvSpPr>
            <p:nvPr/>
          </p:nvSpPr>
          <p:spPr bwMode="auto">
            <a:xfrm>
              <a:off x="3098" y="2859"/>
              <a:ext cx="625" cy="233"/>
            </a:xfrm>
            <a:prstGeom prst="rect">
              <a:avLst/>
            </a:prstGeom>
            <a:noFill/>
            <a:ln w="7">
              <a:solidFill>
                <a:srgbClr val="A0A0A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chor="ctr">
              <a:spAutoFit/>
            </a:bodyPr>
            <a:p>
              <a:endParaRPr lang="zh-CN" altLang="en-US" sz="1350" b="1">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108" name="Group 138"/>
          <p:cNvGrpSpPr/>
          <p:nvPr/>
        </p:nvGrpSpPr>
        <p:grpSpPr bwMode="auto">
          <a:xfrm rot="0">
            <a:off x="839470" y="3658235"/>
            <a:ext cx="1504950" cy="456565"/>
            <a:chOff x="0" y="3168"/>
            <a:chExt cx="718" cy="384"/>
          </a:xfrm>
        </p:grpSpPr>
        <p:sp>
          <p:nvSpPr>
            <p:cNvPr id="109" name="Rectangle 42"/>
            <p:cNvSpPr>
              <a:spLocks noChangeArrowheads="1"/>
            </p:cNvSpPr>
            <p:nvPr/>
          </p:nvSpPr>
          <p:spPr bwMode="auto">
            <a:xfrm>
              <a:off x="43" y="3168"/>
              <a:ext cx="632"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nchor="ctr"/>
            <a:p>
              <a:pPr algn="ctr" eaLnBrk="0" hangingPunct="0"/>
              <a:r>
                <a:rPr kumimoji="1" lang="zh-CN" altLang="en-US" sz="1500" b="1">
                  <a:latin typeface="Times New Roman" panose="02020603050405020304" pitchFamily="18" charset="0"/>
                  <a:ea typeface="幼圆" panose="02010509060101010101" pitchFamily="49" charset="-122"/>
                  <a:cs typeface="Times New Roman" panose="02020603050405020304" pitchFamily="18" charset="0"/>
                </a:rPr>
                <a:t>快速排序</a:t>
              </a:r>
              <a:endParaRPr kumimoji="1" lang="zh-CN" altLang="en-US" sz="1500" b="1">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10" name="Rectangle 137"/>
            <p:cNvSpPr>
              <a:spLocks noChangeArrowheads="1"/>
            </p:cNvSpPr>
            <p:nvPr/>
          </p:nvSpPr>
          <p:spPr bwMode="auto">
            <a:xfrm>
              <a:off x="0" y="3243"/>
              <a:ext cx="718" cy="234"/>
            </a:xfrm>
            <a:prstGeom prst="rect">
              <a:avLst/>
            </a:prstGeom>
            <a:noFill/>
            <a:ln w="7">
              <a:solidFill>
                <a:srgbClr val="A0A0A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chor="ctr">
              <a:spAutoFit/>
            </a:bodyPr>
            <a:p>
              <a:endParaRPr lang="zh-CN" altLang="en-US" sz="1350" b="1">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111" name="Group 140"/>
          <p:cNvGrpSpPr/>
          <p:nvPr/>
        </p:nvGrpSpPr>
        <p:grpSpPr bwMode="auto">
          <a:xfrm rot="0">
            <a:off x="2344420" y="3658235"/>
            <a:ext cx="1787525" cy="456565"/>
            <a:chOff x="718" y="3168"/>
            <a:chExt cx="853" cy="384"/>
          </a:xfrm>
        </p:grpSpPr>
        <p:sp>
          <p:nvSpPr>
            <p:cNvPr id="112" name="Rectangle 43"/>
            <p:cNvSpPr>
              <a:spLocks noChangeArrowheads="1"/>
            </p:cNvSpPr>
            <p:nvPr/>
          </p:nvSpPr>
          <p:spPr bwMode="auto">
            <a:xfrm>
              <a:off x="761" y="3168"/>
              <a:ext cx="767"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nchor="ctr"/>
            <a:p>
              <a:pPr algn="just" eaLnBrk="0" hangingPunct="0"/>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    O(</a:t>
              </a:r>
              <a:r>
                <a:rPr kumimoji="1" lang="en-US" altLang="zh-CN" sz="1500" b="1" i="1">
                  <a:latin typeface="Times New Roman" panose="02020603050405020304" pitchFamily="18" charset="0"/>
                  <a:ea typeface="幼圆" panose="02010509060101010101" pitchFamily="49" charset="-122"/>
                  <a:cs typeface="Times New Roman" panose="02020603050405020304" pitchFamily="18" charset="0"/>
                </a:rPr>
                <a:t>n</a:t>
              </a:r>
              <a:r>
                <a:rPr kumimoji="1" lang="en-US" altLang="zh-CN" sz="1500" b="1" baseline="30000">
                  <a:latin typeface="Times New Roman" panose="02020603050405020304" pitchFamily="18" charset="0"/>
                  <a:ea typeface="幼圆" panose="02010509060101010101" pitchFamily="49" charset="-122"/>
                  <a:cs typeface="Times New Roman" panose="02020603050405020304" pitchFamily="18" charset="0"/>
                </a:rPr>
                <a:t>2</a:t>
              </a:r>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a:t>
              </a:r>
              <a:endParaRPr kumimoji="1" lang="en-US" altLang="zh-CN" sz="1500" b="1">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13" name="Rectangle 139"/>
            <p:cNvSpPr>
              <a:spLocks noChangeArrowheads="1"/>
            </p:cNvSpPr>
            <p:nvPr/>
          </p:nvSpPr>
          <p:spPr bwMode="auto">
            <a:xfrm>
              <a:off x="718" y="3243"/>
              <a:ext cx="853" cy="234"/>
            </a:xfrm>
            <a:prstGeom prst="rect">
              <a:avLst/>
            </a:prstGeom>
            <a:noFill/>
            <a:ln w="7">
              <a:solidFill>
                <a:srgbClr val="A0A0A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chor="ctr">
              <a:spAutoFit/>
            </a:bodyPr>
            <a:p>
              <a:endParaRPr lang="zh-CN" altLang="en-US" sz="1350" b="1">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114" name="Group 142"/>
          <p:cNvGrpSpPr/>
          <p:nvPr/>
        </p:nvGrpSpPr>
        <p:grpSpPr bwMode="auto">
          <a:xfrm rot="0">
            <a:off x="4131945" y="3658235"/>
            <a:ext cx="1788795" cy="456565"/>
            <a:chOff x="1571" y="3168"/>
            <a:chExt cx="853" cy="384"/>
          </a:xfrm>
        </p:grpSpPr>
        <p:sp>
          <p:nvSpPr>
            <p:cNvPr id="115" name="Rectangle 44"/>
            <p:cNvSpPr>
              <a:spLocks noChangeArrowheads="1"/>
            </p:cNvSpPr>
            <p:nvPr/>
          </p:nvSpPr>
          <p:spPr bwMode="auto">
            <a:xfrm>
              <a:off x="1614" y="3168"/>
              <a:ext cx="767"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nchor="ctr"/>
            <a:p>
              <a:pPr algn="just" eaLnBrk="0" hangingPunct="0"/>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    O(</a:t>
              </a:r>
              <a:r>
                <a:rPr kumimoji="1" lang="en-US" altLang="zh-CN" sz="1500" b="1" i="1">
                  <a:latin typeface="Times New Roman" panose="02020603050405020304" pitchFamily="18" charset="0"/>
                  <a:ea typeface="幼圆" panose="02010509060101010101" pitchFamily="49" charset="-122"/>
                  <a:cs typeface="Times New Roman" panose="02020603050405020304" pitchFamily="18" charset="0"/>
                </a:rPr>
                <a:t>n</a:t>
              </a:r>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log</a:t>
              </a:r>
              <a:r>
                <a:rPr kumimoji="1" lang="en-US" altLang="zh-CN" sz="1500" b="1" baseline="-30000">
                  <a:latin typeface="Times New Roman" panose="02020603050405020304" pitchFamily="18" charset="0"/>
                  <a:ea typeface="幼圆" panose="02010509060101010101" pitchFamily="49" charset="-122"/>
                  <a:cs typeface="Times New Roman" panose="02020603050405020304" pitchFamily="18" charset="0"/>
                </a:rPr>
                <a:t>2</a:t>
              </a:r>
              <a:r>
                <a:rPr kumimoji="1" lang="en-US" altLang="zh-CN" sz="1500" b="1" i="1">
                  <a:latin typeface="Times New Roman" panose="02020603050405020304" pitchFamily="18" charset="0"/>
                  <a:ea typeface="幼圆" panose="02010509060101010101" pitchFamily="49" charset="-122"/>
                  <a:cs typeface="Times New Roman" panose="02020603050405020304" pitchFamily="18" charset="0"/>
                </a:rPr>
                <a:t>n</a:t>
              </a:r>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a:t>
              </a:r>
              <a:endParaRPr kumimoji="1" lang="en-US" altLang="zh-CN" sz="1500" b="1">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16" name="Rectangle 141"/>
            <p:cNvSpPr>
              <a:spLocks noChangeArrowheads="1"/>
            </p:cNvSpPr>
            <p:nvPr/>
          </p:nvSpPr>
          <p:spPr bwMode="auto">
            <a:xfrm>
              <a:off x="1571" y="3243"/>
              <a:ext cx="853" cy="234"/>
            </a:xfrm>
            <a:prstGeom prst="rect">
              <a:avLst/>
            </a:prstGeom>
            <a:noFill/>
            <a:ln w="7">
              <a:solidFill>
                <a:srgbClr val="A0A0A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chor="ctr">
              <a:spAutoFit/>
            </a:bodyPr>
            <a:p>
              <a:endParaRPr lang="zh-CN" altLang="en-US" sz="1350" b="1">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117" name="Group 144"/>
          <p:cNvGrpSpPr/>
          <p:nvPr/>
        </p:nvGrpSpPr>
        <p:grpSpPr bwMode="auto">
          <a:xfrm rot="0">
            <a:off x="5920740" y="3658235"/>
            <a:ext cx="1412875" cy="456565"/>
            <a:chOff x="2424" y="3168"/>
            <a:chExt cx="674" cy="384"/>
          </a:xfrm>
        </p:grpSpPr>
        <p:sp>
          <p:nvSpPr>
            <p:cNvPr id="118" name="Rectangle 45"/>
            <p:cNvSpPr>
              <a:spLocks noChangeArrowheads="1"/>
            </p:cNvSpPr>
            <p:nvPr/>
          </p:nvSpPr>
          <p:spPr bwMode="auto">
            <a:xfrm>
              <a:off x="2467" y="3168"/>
              <a:ext cx="588"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nchor="ctr"/>
            <a:p>
              <a:pPr algn="just" eaLnBrk="0" hangingPunct="0"/>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    O(log</a:t>
              </a:r>
              <a:r>
                <a:rPr kumimoji="1" lang="en-US" altLang="zh-CN" sz="1500" b="1" baseline="-30000">
                  <a:latin typeface="Times New Roman" panose="02020603050405020304" pitchFamily="18" charset="0"/>
                  <a:ea typeface="幼圆" panose="02010509060101010101" pitchFamily="49" charset="-122"/>
                  <a:cs typeface="Times New Roman" panose="02020603050405020304" pitchFamily="18" charset="0"/>
                </a:rPr>
                <a:t>2</a:t>
              </a:r>
              <a:r>
                <a:rPr kumimoji="1" lang="en-US" altLang="zh-CN" sz="1500" b="1" i="1">
                  <a:latin typeface="Times New Roman" panose="02020603050405020304" pitchFamily="18" charset="0"/>
                  <a:ea typeface="幼圆" panose="02010509060101010101" pitchFamily="49" charset="-122"/>
                  <a:cs typeface="Times New Roman" panose="02020603050405020304" pitchFamily="18" charset="0"/>
                </a:rPr>
                <a:t>n</a:t>
              </a:r>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a:t>
              </a:r>
              <a:endParaRPr kumimoji="1" lang="en-US" altLang="zh-CN" sz="1500" b="1">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19" name="Rectangle 143"/>
            <p:cNvSpPr>
              <a:spLocks noChangeArrowheads="1"/>
            </p:cNvSpPr>
            <p:nvPr/>
          </p:nvSpPr>
          <p:spPr bwMode="auto">
            <a:xfrm>
              <a:off x="2424" y="3243"/>
              <a:ext cx="674" cy="234"/>
            </a:xfrm>
            <a:prstGeom prst="rect">
              <a:avLst/>
            </a:prstGeom>
            <a:noFill/>
            <a:ln w="7">
              <a:solidFill>
                <a:srgbClr val="A0A0A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chor="ctr">
              <a:spAutoFit/>
            </a:bodyPr>
            <a:p>
              <a:endParaRPr lang="zh-CN" altLang="en-US" sz="1350" b="1">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120" name="Group 146"/>
          <p:cNvGrpSpPr/>
          <p:nvPr/>
        </p:nvGrpSpPr>
        <p:grpSpPr bwMode="auto">
          <a:xfrm rot="0">
            <a:off x="7333615" y="3658235"/>
            <a:ext cx="1310005" cy="456565"/>
            <a:chOff x="3098" y="3168"/>
            <a:chExt cx="625" cy="384"/>
          </a:xfrm>
        </p:grpSpPr>
        <p:sp>
          <p:nvSpPr>
            <p:cNvPr id="121" name="Rectangle 46"/>
            <p:cNvSpPr>
              <a:spLocks noChangeArrowheads="1"/>
            </p:cNvSpPr>
            <p:nvPr/>
          </p:nvSpPr>
          <p:spPr bwMode="auto">
            <a:xfrm>
              <a:off x="3141" y="3168"/>
              <a:ext cx="539"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nchor="ctr"/>
            <a:p>
              <a:pPr algn="ctr" eaLnBrk="0" hangingPunct="0"/>
              <a:r>
                <a:rPr kumimoji="1" lang="zh-CN" altLang="en-US" sz="1500" b="1">
                  <a:solidFill>
                    <a:srgbClr val="FF0000"/>
                  </a:solidFill>
                  <a:latin typeface="Times New Roman" panose="02020603050405020304" pitchFamily="18" charset="0"/>
                  <a:ea typeface="幼圆" panose="02010509060101010101" pitchFamily="49" charset="-122"/>
                  <a:cs typeface="Times New Roman" panose="02020603050405020304" pitchFamily="18" charset="0"/>
                </a:rPr>
                <a:t>不稳定</a:t>
              </a:r>
              <a:endParaRPr kumimoji="1" lang="zh-CN" altLang="en-US" sz="1500" b="1">
                <a:solidFill>
                  <a:srgbClr val="FF0000"/>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22" name="Rectangle 145"/>
            <p:cNvSpPr>
              <a:spLocks noChangeArrowheads="1"/>
            </p:cNvSpPr>
            <p:nvPr/>
          </p:nvSpPr>
          <p:spPr bwMode="auto">
            <a:xfrm>
              <a:off x="3098" y="3243"/>
              <a:ext cx="625" cy="234"/>
            </a:xfrm>
            <a:prstGeom prst="rect">
              <a:avLst/>
            </a:prstGeom>
            <a:noFill/>
            <a:ln w="7">
              <a:solidFill>
                <a:srgbClr val="A0A0A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chor="ctr">
              <a:spAutoFit/>
            </a:bodyPr>
            <a:p>
              <a:endParaRPr lang="zh-CN" altLang="en-US" sz="1350" b="1">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123" name="Group 148"/>
          <p:cNvGrpSpPr/>
          <p:nvPr/>
        </p:nvGrpSpPr>
        <p:grpSpPr bwMode="auto">
          <a:xfrm rot="0">
            <a:off x="839470" y="5608320"/>
            <a:ext cx="1504950" cy="457200"/>
            <a:chOff x="0" y="3552"/>
            <a:chExt cx="718" cy="384"/>
          </a:xfrm>
        </p:grpSpPr>
        <p:sp>
          <p:nvSpPr>
            <p:cNvPr id="124" name="Rectangle 47"/>
            <p:cNvSpPr>
              <a:spLocks noChangeArrowheads="1"/>
            </p:cNvSpPr>
            <p:nvPr/>
          </p:nvSpPr>
          <p:spPr bwMode="auto">
            <a:xfrm>
              <a:off x="43" y="3552"/>
              <a:ext cx="632"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nchor="ctr"/>
            <a:p>
              <a:pPr algn="ctr" eaLnBrk="0" hangingPunct="0"/>
              <a:r>
                <a:rPr kumimoji="1" lang="zh-CN" altLang="en-US" sz="1500" b="1">
                  <a:latin typeface="Times New Roman" panose="02020603050405020304" pitchFamily="18" charset="0"/>
                  <a:ea typeface="幼圆" panose="02010509060101010101" pitchFamily="49" charset="-122"/>
                  <a:cs typeface="Times New Roman" panose="02020603050405020304" pitchFamily="18" charset="0"/>
                </a:rPr>
                <a:t>基数排序</a:t>
              </a:r>
              <a:endParaRPr kumimoji="1" lang="zh-CN" altLang="en-US" sz="1500" b="1">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25" name="Rectangle 147"/>
            <p:cNvSpPr>
              <a:spLocks noChangeArrowheads="1"/>
            </p:cNvSpPr>
            <p:nvPr/>
          </p:nvSpPr>
          <p:spPr bwMode="auto">
            <a:xfrm>
              <a:off x="0" y="3627"/>
              <a:ext cx="718" cy="233"/>
            </a:xfrm>
            <a:prstGeom prst="rect">
              <a:avLst/>
            </a:prstGeom>
            <a:noFill/>
            <a:ln w="7">
              <a:solidFill>
                <a:srgbClr val="A0A0A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chor="ctr">
              <a:spAutoFit/>
            </a:bodyPr>
            <a:p>
              <a:endParaRPr lang="zh-CN" altLang="en-US" sz="1350" b="1">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126" name="Group 150"/>
          <p:cNvGrpSpPr/>
          <p:nvPr/>
        </p:nvGrpSpPr>
        <p:grpSpPr bwMode="auto">
          <a:xfrm rot="0">
            <a:off x="2344420" y="5608320"/>
            <a:ext cx="1787525" cy="457200"/>
            <a:chOff x="718" y="3552"/>
            <a:chExt cx="853" cy="384"/>
          </a:xfrm>
        </p:grpSpPr>
        <p:sp>
          <p:nvSpPr>
            <p:cNvPr id="127" name="Rectangle 48"/>
            <p:cNvSpPr>
              <a:spLocks noChangeArrowheads="1"/>
            </p:cNvSpPr>
            <p:nvPr/>
          </p:nvSpPr>
          <p:spPr bwMode="auto">
            <a:xfrm>
              <a:off x="761" y="3552"/>
              <a:ext cx="767"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nchor="ctr"/>
            <a:p>
              <a:pPr algn="just" eaLnBrk="0" hangingPunct="0"/>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    O(</a:t>
              </a:r>
              <a:r>
                <a:rPr kumimoji="1" lang="en-US" altLang="zh-CN" sz="1500" b="1" i="1">
                  <a:latin typeface="Times New Roman" panose="02020603050405020304" pitchFamily="18" charset="0"/>
                  <a:ea typeface="幼圆" panose="02010509060101010101" pitchFamily="49" charset="-122"/>
                  <a:cs typeface="Times New Roman" panose="02020603050405020304" pitchFamily="18" charset="0"/>
                </a:rPr>
                <a:t>d</a:t>
              </a:r>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a:t>
              </a:r>
              <a:r>
                <a:rPr kumimoji="1" lang="en-US" altLang="zh-CN" sz="1500" b="1" i="1">
                  <a:latin typeface="Times New Roman" panose="02020603050405020304" pitchFamily="18" charset="0"/>
                  <a:ea typeface="幼圆" panose="02010509060101010101" pitchFamily="49" charset="-122"/>
                  <a:cs typeface="Times New Roman" panose="02020603050405020304" pitchFamily="18" charset="0"/>
                </a:rPr>
                <a:t>n</a:t>
              </a:r>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a:t>
              </a:r>
              <a:r>
                <a:rPr kumimoji="1" lang="en-US" altLang="zh-CN" sz="1500" b="1" i="1">
                  <a:latin typeface="Times New Roman" panose="02020603050405020304" pitchFamily="18" charset="0"/>
                  <a:ea typeface="幼圆" panose="02010509060101010101" pitchFamily="49" charset="-122"/>
                  <a:cs typeface="Times New Roman" panose="02020603050405020304" pitchFamily="18" charset="0"/>
                </a:rPr>
                <a:t>rd</a:t>
              </a:r>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a:t>
              </a:r>
              <a:endParaRPr kumimoji="1" lang="en-US" altLang="zh-CN" sz="1500" b="1">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28" name="Rectangle 149"/>
            <p:cNvSpPr>
              <a:spLocks noChangeArrowheads="1"/>
            </p:cNvSpPr>
            <p:nvPr/>
          </p:nvSpPr>
          <p:spPr bwMode="auto">
            <a:xfrm>
              <a:off x="718" y="3627"/>
              <a:ext cx="853" cy="233"/>
            </a:xfrm>
            <a:prstGeom prst="rect">
              <a:avLst/>
            </a:prstGeom>
            <a:noFill/>
            <a:ln w="7">
              <a:solidFill>
                <a:srgbClr val="A0A0A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chor="ctr">
              <a:spAutoFit/>
            </a:bodyPr>
            <a:p>
              <a:endParaRPr lang="zh-CN" altLang="en-US" sz="1350" b="1">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129" name="Group 152"/>
          <p:cNvGrpSpPr/>
          <p:nvPr/>
        </p:nvGrpSpPr>
        <p:grpSpPr bwMode="auto">
          <a:xfrm rot="0">
            <a:off x="4131945" y="5608320"/>
            <a:ext cx="1788795" cy="457200"/>
            <a:chOff x="1571" y="3552"/>
            <a:chExt cx="853" cy="384"/>
          </a:xfrm>
        </p:grpSpPr>
        <p:sp>
          <p:nvSpPr>
            <p:cNvPr id="130" name="Rectangle 49"/>
            <p:cNvSpPr>
              <a:spLocks noChangeArrowheads="1"/>
            </p:cNvSpPr>
            <p:nvPr/>
          </p:nvSpPr>
          <p:spPr bwMode="auto">
            <a:xfrm>
              <a:off x="1614" y="3552"/>
              <a:ext cx="767"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nchor="ctr"/>
            <a:p>
              <a:pPr algn="just" eaLnBrk="0" hangingPunct="0"/>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    O(</a:t>
              </a:r>
              <a:r>
                <a:rPr kumimoji="1" lang="en-US" altLang="zh-CN" sz="1500" b="1" i="1">
                  <a:latin typeface="Times New Roman" panose="02020603050405020304" pitchFamily="18" charset="0"/>
                  <a:ea typeface="幼圆" panose="02010509060101010101" pitchFamily="49" charset="-122"/>
                  <a:cs typeface="Times New Roman" panose="02020603050405020304" pitchFamily="18" charset="0"/>
                </a:rPr>
                <a:t>d</a:t>
              </a:r>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a:t>
              </a:r>
              <a:r>
                <a:rPr kumimoji="1" lang="en-US" altLang="zh-CN" sz="1500" b="1" i="1">
                  <a:latin typeface="Times New Roman" panose="02020603050405020304" pitchFamily="18" charset="0"/>
                  <a:ea typeface="幼圆" panose="02010509060101010101" pitchFamily="49" charset="-122"/>
                  <a:cs typeface="Times New Roman" panose="02020603050405020304" pitchFamily="18" charset="0"/>
                </a:rPr>
                <a:t>n</a:t>
              </a:r>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a:t>
              </a:r>
              <a:r>
                <a:rPr kumimoji="1" lang="en-US" altLang="zh-CN" sz="1500" b="1" i="1">
                  <a:latin typeface="Times New Roman" panose="02020603050405020304" pitchFamily="18" charset="0"/>
                  <a:ea typeface="幼圆" panose="02010509060101010101" pitchFamily="49" charset="-122"/>
                  <a:cs typeface="Times New Roman" panose="02020603050405020304" pitchFamily="18" charset="0"/>
                </a:rPr>
                <a:t>rd</a:t>
              </a:r>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a:t>
              </a:r>
              <a:endParaRPr kumimoji="1" lang="en-US" altLang="zh-CN" sz="1500" b="1">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31" name="Rectangle 151"/>
            <p:cNvSpPr>
              <a:spLocks noChangeArrowheads="1"/>
            </p:cNvSpPr>
            <p:nvPr/>
          </p:nvSpPr>
          <p:spPr bwMode="auto">
            <a:xfrm>
              <a:off x="1571" y="3627"/>
              <a:ext cx="853" cy="233"/>
            </a:xfrm>
            <a:prstGeom prst="rect">
              <a:avLst/>
            </a:prstGeom>
            <a:noFill/>
            <a:ln w="7">
              <a:solidFill>
                <a:srgbClr val="A0A0A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chor="ctr">
              <a:spAutoFit/>
            </a:bodyPr>
            <a:p>
              <a:endParaRPr lang="zh-CN" altLang="en-US" sz="1350" b="1">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132" name="Group 154"/>
          <p:cNvGrpSpPr/>
          <p:nvPr/>
        </p:nvGrpSpPr>
        <p:grpSpPr bwMode="auto">
          <a:xfrm rot="0">
            <a:off x="5920740" y="5608320"/>
            <a:ext cx="1412875" cy="457200"/>
            <a:chOff x="2424" y="3552"/>
            <a:chExt cx="674" cy="384"/>
          </a:xfrm>
        </p:grpSpPr>
        <p:sp>
          <p:nvSpPr>
            <p:cNvPr id="133" name="Rectangle 50"/>
            <p:cNvSpPr>
              <a:spLocks noChangeArrowheads="1"/>
            </p:cNvSpPr>
            <p:nvPr/>
          </p:nvSpPr>
          <p:spPr bwMode="auto">
            <a:xfrm>
              <a:off x="2467" y="3552"/>
              <a:ext cx="588"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nchor="ctr"/>
            <a:p>
              <a:pPr algn="just" eaLnBrk="0" hangingPunct="0"/>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    O(</a:t>
              </a:r>
              <a:r>
                <a:rPr kumimoji="1" lang="en-US" altLang="zh-CN" sz="1500" b="1" i="1">
                  <a:latin typeface="Times New Roman" panose="02020603050405020304" pitchFamily="18" charset="0"/>
                  <a:ea typeface="幼圆" panose="02010509060101010101" pitchFamily="49" charset="-122"/>
                  <a:cs typeface="Times New Roman" panose="02020603050405020304" pitchFamily="18" charset="0"/>
                </a:rPr>
                <a:t>rd</a:t>
              </a:r>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a:t>
              </a:r>
              <a:endParaRPr kumimoji="1" lang="en-US" altLang="zh-CN" sz="1500" b="1">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34" name="Rectangle 153"/>
            <p:cNvSpPr>
              <a:spLocks noChangeArrowheads="1"/>
            </p:cNvSpPr>
            <p:nvPr/>
          </p:nvSpPr>
          <p:spPr bwMode="auto">
            <a:xfrm>
              <a:off x="2424" y="3627"/>
              <a:ext cx="674" cy="233"/>
            </a:xfrm>
            <a:prstGeom prst="rect">
              <a:avLst/>
            </a:prstGeom>
            <a:noFill/>
            <a:ln w="7">
              <a:solidFill>
                <a:srgbClr val="A0A0A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chor="ctr">
              <a:spAutoFit/>
            </a:bodyPr>
            <a:p>
              <a:endParaRPr lang="zh-CN" altLang="en-US" sz="1350" b="1">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135" name="Group 156"/>
          <p:cNvGrpSpPr/>
          <p:nvPr/>
        </p:nvGrpSpPr>
        <p:grpSpPr bwMode="auto">
          <a:xfrm rot="0">
            <a:off x="7333615" y="5608320"/>
            <a:ext cx="1310005" cy="457200"/>
            <a:chOff x="3098" y="3552"/>
            <a:chExt cx="625" cy="384"/>
          </a:xfrm>
        </p:grpSpPr>
        <p:sp>
          <p:nvSpPr>
            <p:cNvPr id="136" name="Rectangle 51"/>
            <p:cNvSpPr>
              <a:spLocks noChangeArrowheads="1"/>
            </p:cNvSpPr>
            <p:nvPr/>
          </p:nvSpPr>
          <p:spPr bwMode="auto">
            <a:xfrm>
              <a:off x="3141" y="3552"/>
              <a:ext cx="539"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nchor="ctr"/>
            <a:p>
              <a:pPr algn="ctr" eaLnBrk="0" hangingPunct="0"/>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  </a:t>
              </a:r>
              <a:r>
                <a:rPr kumimoji="1" lang="zh-CN" altLang="en-US" sz="1500" b="1">
                  <a:latin typeface="Times New Roman" panose="02020603050405020304" pitchFamily="18" charset="0"/>
                  <a:ea typeface="幼圆" panose="02010509060101010101" pitchFamily="49" charset="-122"/>
                  <a:cs typeface="Times New Roman" panose="02020603050405020304" pitchFamily="18" charset="0"/>
                </a:rPr>
                <a:t>稳定</a:t>
              </a:r>
              <a:endParaRPr kumimoji="1" lang="zh-CN" altLang="en-US" sz="1500" b="1">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37" name="Rectangle 155"/>
            <p:cNvSpPr>
              <a:spLocks noChangeArrowheads="1"/>
            </p:cNvSpPr>
            <p:nvPr/>
          </p:nvSpPr>
          <p:spPr bwMode="auto">
            <a:xfrm>
              <a:off x="3098" y="3627"/>
              <a:ext cx="625" cy="233"/>
            </a:xfrm>
            <a:prstGeom prst="rect">
              <a:avLst/>
            </a:prstGeom>
            <a:noFill/>
            <a:ln w="7">
              <a:solidFill>
                <a:srgbClr val="A0A0A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chor="ctr">
              <a:spAutoFit/>
            </a:bodyPr>
            <a:p>
              <a:endParaRPr lang="zh-CN" altLang="en-US" sz="1350" b="1">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138" name="Group 158"/>
          <p:cNvGrpSpPr/>
          <p:nvPr/>
        </p:nvGrpSpPr>
        <p:grpSpPr bwMode="auto">
          <a:xfrm rot="0">
            <a:off x="839470" y="5149850"/>
            <a:ext cx="1504950" cy="456565"/>
            <a:chOff x="0" y="3936"/>
            <a:chExt cx="718" cy="384"/>
          </a:xfrm>
        </p:grpSpPr>
        <p:sp>
          <p:nvSpPr>
            <p:cNvPr id="139" name="Rectangle 52"/>
            <p:cNvSpPr>
              <a:spLocks noChangeArrowheads="1"/>
            </p:cNvSpPr>
            <p:nvPr/>
          </p:nvSpPr>
          <p:spPr bwMode="auto">
            <a:xfrm>
              <a:off x="43" y="3936"/>
              <a:ext cx="632"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nchor="ctr"/>
            <a:p>
              <a:pPr algn="ctr" eaLnBrk="0" hangingPunct="0"/>
              <a:r>
                <a:rPr kumimoji="1" lang="zh-CN" altLang="en-US" sz="1500" b="1">
                  <a:latin typeface="Times New Roman" panose="02020603050405020304" pitchFamily="18" charset="0"/>
                  <a:ea typeface="幼圆" panose="02010509060101010101" pitchFamily="49" charset="-122"/>
                  <a:cs typeface="Times New Roman" panose="02020603050405020304" pitchFamily="18" charset="0"/>
                </a:rPr>
                <a:t>归并排序</a:t>
              </a:r>
              <a:endParaRPr kumimoji="1" lang="zh-CN" altLang="en-US" sz="1500" b="1">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40" name="Rectangle 157"/>
            <p:cNvSpPr>
              <a:spLocks noChangeArrowheads="1"/>
            </p:cNvSpPr>
            <p:nvPr/>
          </p:nvSpPr>
          <p:spPr bwMode="auto">
            <a:xfrm>
              <a:off x="0" y="4011"/>
              <a:ext cx="718" cy="234"/>
            </a:xfrm>
            <a:prstGeom prst="rect">
              <a:avLst/>
            </a:prstGeom>
            <a:noFill/>
            <a:ln w="7">
              <a:solidFill>
                <a:srgbClr val="A0A0A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chor="ctr">
              <a:spAutoFit/>
            </a:bodyPr>
            <a:p>
              <a:endParaRPr lang="zh-CN" altLang="en-US" sz="1350" b="1">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141" name="Group 160"/>
          <p:cNvGrpSpPr/>
          <p:nvPr/>
        </p:nvGrpSpPr>
        <p:grpSpPr bwMode="auto">
          <a:xfrm rot="0">
            <a:off x="2344420" y="5149850"/>
            <a:ext cx="1787525" cy="456565"/>
            <a:chOff x="718" y="3936"/>
            <a:chExt cx="853" cy="384"/>
          </a:xfrm>
        </p:grpSpPr>
        <p:sp>
          <p:nvSpPr>
            <p:cNvPr id="142" name="Rectangle 53"/>
            <p:cNvSpPr>
              <a:spLocks noChangeArrowheads="1"/>
            </p:cNvSpPr>
            <p:nvPr/>
          </p:nvSpPr>
          <p:spPr bwMode="auto">
            <a:xfrm>
              <a:off x="761" y="3936"/>
              <a:ext cx="767"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nchor="ctr"/>
            <a:p>
              <a:pPr algn="just" eaLnBrk="0" hangingPunct="0"/>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    O(</a:t>
              </a:r>
              <a:r>
                <a:rPr kumimoji="1" lang="en-US" altLang="zh-CN" sz="1500" b="1" i="1">
                  <a:latin typeface="Times New Roman" panose="02020603050405020304" pitchFamily="18" charset="0"/>
                  <a:ea typeface="幼圆" panose="02010509060101010101" pitchFamily="49" charset="-122"/>
                  <a:cs typeface="Times New Roman" panose="02020603050405020304" pitchFamily="18" charset="0"/>
                </a:rPr>
                <a:t>n</a:t>
              </a:r>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log</a:t>
              </a:r>
              <a:r>
                <a:rPr kumimoji="1" lang="en-US" altLang="zh-CN" sz="1500" b="1" baseline="-30000">
                  <a:latin typeface="Times New Roman" panose="02020603050405020304" pitchFamily="18" charset="0"/>
                  <a:ea typeface="幼圆" panose="02010509060101010101" pitchFamily="49" charset="-122"/>
                  <a:cs typeface="Times New Roman" panose="02020603050405020304" pitchFamily="18" charset="0"/>
                </a:rPr>
                <a:t>2</a:t>
              </a:r>
              <a:r>
                <a:rPr kumimoji="1" lang="en-US" altLang="zh-CN" sz="1500" b="1" i="1">
                  <a:latin typeface="Times New Roman" panose="02020603050405020304" pitchFamily="18" charset="0"/>
                  <a:ea typeface="幼圆" panose="02010509060101010101" pitchFamily="49" charset="-122"/>
                  <a:cs typeface="Times New Roman" panose="02020603050405020304" pitchFamily="18" charset="0"/>
                </a:rPr>
                <a:t>n</a:t>
              </a:r>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a:t>
              </a:r>
              <a:endParaRPr kumimoji="1" lang="en-US" altLang="zh-CN" sz="1500" b="1">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43" name="Rectangle 159"/>
            <p:cNvSpPr>
              <a:spLocks noChangeArrowheads="1"/>
            </p:cNvSpPr>
            <p:nvPr/>
          </p:nvSpPr>
          <p:spPr bwMode="auto">
            <a:xfrm>
              <a:off x="718" y="4011"/>
              <a:ext cx="853" cy="234"/>
            </a:xfrm>
            <a:prstGeom prst="rect">
              <a:avLst/>
            </a:prstGeom>
            <a:noFill/>
            <a:ln w="7">
              <a:solidFill>
                <a:srgbClr val="A0A0A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chor="ctr">
              <a:spAutoFit/>
            </a:bodyPr>
            <a:p>
              <a:endParaRPr lang="zh-CN" altLang="en-US" sz="1350" b="1">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144" name="Group 162"/>
          <p:cNvGrpSpPr/>
          <p:nvPr/>
        </p:nvGrpSpPr>
        <p:grpSpPr bwMode="auto">
          <a:xfrm rot="0">
            <a:off x="4131945" y="5149850"/>
            <a:ext cx="1788795" cy="456565"/>
            <a:chOff x="1571" y="3936"/>
            <a:chExt cx="853" cy="384"/>
          </a:xfrm>
        </p:grpSpPr>
        <p:sp>
          <p:nvSpPr>
            <p:cNvPr id="145" name="Rectangle 54"/>
            <p:cNvSpPr>
              <a:spLocks noChangeArrowheads="1"/>
            </p:cNvSpPr>
            <p:nvPr/>
          </p:nvSpPr>
          <p:spPr bwMode="auto">
            <a:xfrm>
              <a:off x="1614" y="3936"/>
              <a:ext cx="767"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nchor="ctr"/>
            <a:p>
              <a:pPr algn="just" eaLnBrk="0" hangingPunct="0"/>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    O(</a:t>
              </a:r>
              <a:r>
                <a:rPr kumimoji="1" lang="en-US" altLang="zh-CN" sz="1500" b="1" i="1">
                  <a:latin typeface="Times New Roman" panose="02020603050405020304" pitchFamily="18" charset="0"/>
                  <a:ea typeface="幼圆" panose="02010509060101010101" pitchFamily="49" charset="-122"/>
                  <a:cs typeface="Times New Roman" panose="02020603050405020304" pitchFamily="18" charset="0"/>
                </a:rPr>
                <a:t>n</a:t>
              </a:r>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log</a:t>
              </a:r>
              <a:r>
                <a:rPr kumimoji="1" lang="en-US" altLang="zh-CN" sz="1500" b="1" baseline="-30000">
                  <a:latin typeface="Times New Roman" panose="02020603050405020304" pitchFamily="18" charset="0"/>
                  <a:ea typeface="幼圆" panose="02010509060101010101" pitchFamily="49" charset="-122"/>
                  <a:cs typeface="Times New Roman" panose="02020603050405020304" pitchFamily="18" charset="0"/>
                </a:rPr>
                <a:t>2</a:t>
              </a:r>
              <a:r>
                <a:rPr kumimoji="1" lang="en-US" altLang="zh-CN" sz="1500" b="1" i="1">
                  <a:latin typeface="Times New Roman" panose="02020603050405020304" pitchFamily="18" charset="0"/>
                  <a:ea typeface="幼圆" panose="02010509060101010101" pitchFamily="49" charset="-122"/>
                  <a:cs typeface="Times New Roman" panose="02020603050405020304" pitchFamily="18" charset="0"/>
                </a:rPr>
                <a:t>n</a:t>
              </a:r>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a:t>
              </a:r>
              <a:endParaRPr kumimoji="1" lang="en-US" altLang="zh-CN" sz="1500" b="1">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46" name="Rectangle 161"/>
            <p:cNvSpPr>
              <a:spLocks noChangeArrowheads="1"/>
            </p:cNvSpPr>
            <p:nvPr/>
          </p:nvSpPr>
          <p:spPr bwMode="auto">
            <a:xfrm>
              <a:off x="1571" y="4011"/>
              <a:ext cx="853" cy="234"/>
            </a:xfrm>
            <a:prstGeom prst="rect">
              <a:avLst/>
            </a:prstGeom>
            <a:noFill/>
            <a:ln w="7">
              <a:solidFill>
                <a:srgbClr val="A0A0A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chor="ctr">
              <a:spAutoFit/>
            </a:bodyPr>
            <a:p>
              <a:endParaRPr lang="zh-CN" altLang="en-US" sz="1350" b="1">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147" name="Group 164"/>
          <p:cNvGrpSpPr/>
          <p:nvPr/>
        </p:nvGrpSpPr>
        <p:grpSpPr bwMode="auto">
          <a:xfrm rot="0">
            <a:off x="5920740" y="5149850"/>
            <a:ext cx="1412875" cy="456565"/>
            <a:chOff x="2424" y="3936"/>
            <a:chExt cx="674" cy="384"/>
          </a:xfrm>
        </p:grpSpPr>
        <p:sp>
          <p:nvSpPr>
            <p:cNvPr id="148" name="Rectangle 55"/>
            <p:cNvSpPr>
              <a:spLocks noChangeArrowheads="1"/>
            </p:cNvSpPr>
            <p:nvPr/>
          </p:nvSpPr>
          <p:spPr bwMode="auto">
            <a:xfrm>
              <a:off x="2467" y="3936"/>
              <a:ext cx="588"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nchor="ctr"/>
            <a:p>
              <a:pPr algn="just" eaLnBrk="0" hangingPunct="0"/>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    O(</a:t>
              </a:r>
              <a:r>
                <a:rPr kumimoji="1" lang="en-US" altLang="zh-CN" sz="1500" b="1" i="1">
                  <a:latin typeface="Times New Roman" panose="02020603050405020304" pitchFamily="18" charset="0"/>
                  <a:ea typeface="幼圆" panose="02010509060101010101" pitchFamily="49" charset="-122"/>
                  <a:cs typeface="Times New Roman" panose="02020603050405020304" pitchFamily="18" charset="0"/>
                </a:rPr>
                <a:t>n</a:t>
              </a:r>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a:t>
              </a:r>
              <a:endParaRPr kumimoji="1" lang="en-US" altLang="zh-CN" sz="1500" b="1">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49" name="Rectangle 163"/>
            <p:cNvSpPr>
              <a:spLocks noChangeArrowheads="1"/>
            </p:cNvSpPr>
            <p:nvPr/>
          </p:nvSpPr>
          <p:spPr bwMode="auto">
            <a:xfrm>
              <a:off x="2424" y="4011"/>
              <a:ext cx="674" cy="234"/>
            </a:xfrm>
            <a:prstGeom prst="rect">
              <a:avLst/>
            </a:prstGeom>
            <a:noFill/>
            <a:ln w="7">
              <a:solidFill>
                <a:srgbClr val="A0A0A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chor="ctr">
              <a:spAutoFit/>
            </a:bodyPr>
            <a:p>
              <a:endParaRPr lang="zh-CN" altLang="en-US" sz="1350" b="1">
                <a:latin typeface="Times New Roman" panose="02020603050405020304" pitchFamily="18" charset="0"/>
                <a:ea typeface="幼圆" panose="02010509060101010101" pitchFamily="49" charset="-122"/>
                <a:cs typeface="Times New Roman" panose="02020603050405020304" pitchFamily="18" charset="0"/>
              </a:endParaRPr>
            </a:p>
          </p:txBody>
        </p:sp>
      </p:grpSp>
      <p:grpSp>
        <p:nvGrpSpPr>
          <p:cNvPr id="150" name="Group 166"/>
          <p:cNvGrpSpPr/>
          <p:nvPr/>
        </p:nvGrpSpPr>
        <p:grpSpPr bwMode="auto">
          <a:xfrm rot="0">
            <a:off x="7333615" y="5149850"/>
            <a:ext cx="1310005" cy="456565"/>
            <a:chOff x="3098" y="3936"/>
            <a:chExt cx="625" cy="384"/>
          </a:xfrm>
        </p:grpSpPr>
        <p:sp>
          <p:nvSpPr>
            <p:cNvPr id="151" name="Rectangle 56"/>
            <p:cNvSpPr>
              <a:spLocks noChangeArrowheads="1"/>
            </p:cNvSpPr>
            <p:nvPr/>
          </p:nvSpPr>
          <p:spPr bwMode="auto">
            <a:xfrm>
              <a:off x="3141" y="3936"/>
              <a:ext cx="539"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nchor="ctr"/>
            <a:p>
              <a:pPr algn="ctr" eaLnBrk="0" hangingPunct="0"/>
              <a:r>
                <a:rPr kumimoji="1" lang="en-US" altLang="zh-CN" sz="1500" b="1">
                  <a:latin typeface="Times New Roman" panose="02020603050405020304" pitchFamily="18" charset="0"/>
                  <a:ea typeface="幼圆" panose="02010509060101010101" pitchFamily="49" charset="-122"/>
                  <a:cs typeface="Times New Roman" panose="02020603050405020304" pitchFamily="18" charset="0"/>
                </a:rPr>
                <a:t>  </a:t>
              </a:r>
              <a:r>
                <a:rPr kumimoji="1" lang="zh-CN" altLang="en-US" sz="1500" b="1">
                  <a:latin typeface="Times New Roman" panose="02020603050405020304" pitchFamily="18" charset="0"/>
                  <a:ea typeface="幼圆" panose="02010509060101010101" pitchFamily="49" charset="-122"/>
                  <a:cs typeface="Times New Roman" panose="02020603050405020304" pitchFamily="18" charset="0"/>
                </a:rPr>
                <a:t>稳定</a:t>
              </a:r>
              <a:endParaRPr kumimoji="1" lang="zh-CN" altLang="en-US" sz="1500" b="1">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52" name="Rectangle 165"/>
            <p:cNvSpPr>
              <a:spLocks noChangeArrowheads="1"/>
            </p:cNvSpPr>
            <p:nvPr/>
          </p:nvSpPr>
          <p:spPr bwMode="auto">
            <a:xfrm>
              <a:off x="3098" y="4011"/>
              <a:ext cx="625" cy="234"/>
            </a:xfrm>
            <a:prstGeom prst="rect">
              <a:avLst/>
            </a:prstGeom>
            <a:noFill/>
            <a:ln w="7">
              <a:solidFill>
                <a:srgbClr val="A0A0A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chor="ctr">
              <a:spAutoFit/>
            </a:bodyPr>
            <a:p>
              <a:endParaRPr lang="zh-CN" altLang="en-US" sz="1350" b="1">
                <a:latin typeface="Times New Roman" panose="02020603050405020304" pitchFamily="18" charset="0"/>
                <a:ea typeface="幼圆" panose="02010509060101010101" pitchFamily="49" charset="-122"/>
                <a:cs typeface="Times New Roman" panose="02020603050405020304" pitchFamily="18" charset="0"/>
              </a:endParaRPr>
            </a:p>
          </p:txBody>
        </p:sp>
      </p:grpSp>
      <p:sp>
        <p:nvSpPr>
          <p:cNvPr id="154" name="Rectangle 170"/>
          <p:cNvSpPr>
            <a:spLocks noChangeArrowheads="1"/>
          </p:cNvSpPr>
          <p:nvPr/>
        </p:nvSpPr>
        <p:spPr bwMode="auto">
          <a:xfrm>
            <a:off x="2400935" y="1249680"/>
            <a:ext cx="1609725" cy="456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nchor="ctr"/>
          <a:p>
            <a:pPr algn="just" eaLnBrk="0" hangingPunct="0"/>
            <a:r>
              <a:rPr kumimoji="1" lang="zh-CN" altLang="en-US" sz="1600" b="1" dirty="0">
                <a:solidFill>
                  <a:srgbClr val="FF0000"/>
                </a:solidFill>
                <a:latin typeface="Times New Roman" panose="02020603050405020304" pitchFamily="18" charset="0"/>
                <a:ea typeface="幼圆" panose="02010509060101010101" pitchFamily="49" charset="-122"/>
              </a:rPr>
              <a:t>最坏时间复杂度</a:t>
            </a:r>
            <a:endParaRPr kumimoji="1" lang="zh-CN" altLang="en-US" sz="1600" b="1" dirty="0">
              <a:solidFill>
                <a:srgbClr val="FF0000"/>
              </a:solidFill>
              <a:latin typeface="Times New Roman" panose="02020603050405020304" pitchFamily="18" charset="0"/>
              <a:ea typeface="幼圆" panose="02010509060101010101" pitchFamily="49" charset="-122"/>
            </a:endParaRPr>
          </a:p>
        </p:txBody>
      </p:sp>
      <p:sp>
        <p:nvSpPr>
          <p:cNvPr id="3" name="左大括号 2"/>
          <p:cNvSpPr/>
          <p:nvPr/>
        </p:nvSpPr>
        <p:spPr>
          <a:xfrm>
            <a:off x="621665" y="1821180"/>
            <a:ext cx="170180" cy="1258570"/>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53" name="左大括号 152"/>
          <p:cNvSpPr/>
          <p:nvPr/>
        </p:nvSpPr>
        <p:spPr>
          <a:xfrm>
            <a:off x="621665" y="3192145"/>
            <a:ext cx="170180" cy="776605"/>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55" name="左大括号 154"/>
          <p:cNvSpPr/>
          <p:nvPr/>
        </p:nvSpPr>
        <p:spPr>
          <a:xfrm>
            <a:off x="621665" y="4150360"/>
            <a:ext cx="170180" cy="776605"/>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57" name="文本框 156"/>
          <p:cNvSpPr txBox="1"/>
          <p:nvPr/>
        </p:nvSpPr>
        <p:spPr>
          <a:xfrm>
            <a:off x="61595" y="2076450"/>
            <a:ext cx="730250" cy="1216660"/>
          </a:xfrm>
          <a:prstGeom prst="rect">
            <a:avLst/>
          </a:prstGeom>
          <a:noFill/>
        </p:spPr>
        <p:txBody>
          <a:bodyPr wrap="square" rtlCol="0">
            <a:noAutofit/>
          </a:bodyPr>
          <a:p>
            <a:r>
              <a:rPr lang="zh-CN" altLang="en-US" sz="1400" b="1"/>
              <a:t>插入类排序</a:t>
            </a:r>
            <a:endParaRPr lang="zh-CN" altLang="en-US" sz="1400" b="1"/>
          </a:p>
        </p:txBody>
      </p:sp>
      <p:sp>
        <p:nvSpPr>
          <p:cNvPr id="158" name="文本框 157"/>
          <p:cNvSpPr txBox="1"/>
          <p:nvPr/>
        </p:nvSpPr>
        <p:spPr>
          <a:xfrm>
            <a:off x="64770" y="3357880"/>
            <a:ext cx="774700" cy="668020"/>
          </a:xfrm>
          <a:prstGeom prst="rect">
            <a:avLst/>
          </a:prstGeom>
          <a:noFill/>
        </p:spPr>
        <p:txBody>
          <a:bodyPr wrap="square" rtlCol="0">
            <a:noAutofit/>
          </a:bodyPr>
          <a:p>
            <a:r>
              <a:rPr lang="zh-CN" altLang="en-US" sz="1400" b="1"/>
              <a:t>交换类排序</a:t>
            </a:r>
            <a:endParaRPr lang="zh-CN" altLang="en-US" sz="1400" b="1"/>
          </a:p>
        </p:txBody>
      </p:sp>
      <p:sp>
        <p:nvSpPr>
          <p:cNvPr id="159" name="文本框 158"/>
          <p:cNvSpPr txBox="1"/>
          <p:nvPr/>
        </p:nvSpPr>
        <p:spPr>
          <a:xfrm>
            <a:off x="90170" y="4300855"/>
            <a:ext cx="839470" cy="625475"/>
          </a:xfrm>
          <a:prstGeom prst="rect">
            <a:avLst/>
          </a:prstGeom>
          <a:noFill/>
        </p:spPr>
        <p:txBody>
          <a:bodyPr wrap="square" rtlCol="0">
            <a:noAutofit/>
          </a:bodyPr>
          <a:p>
            <a:r>
              <a:rPr lang="zh-CN" altLang="en-US" sz="1400" b="1"/>
              <a:t>选择类</a:t>
            </a:r>
            <a:endParaRPr lang="zh-CN" altLang="en-US" sz="1400" b="1"/>
          </a:p>
          <a:p>
            <a:r>
              <a:rPr lang="zh-CN" altLang="en-US" sz="1400" b="1"/>
              <a:t>排序</a:t>
            </a:r>
            <a:endParaRPr lang="zh-CN" altLang="en-US" sz="1400" b="1"/>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dirty="0">
                <a:solidFill>
                  <a:schemeClr val="bg1"/>
                </a:solidFill>
                <a:effectLst>
                  <a:outerShdw blurRad="38100" dist="25400" dir="5400000" algn="ctr" rotWithShape="0">
                    <a:srgbClr val="6E747A">
                      <a:alpha val="43000"/>
                    </a:srgbClr>
                  </a:outerShdw>
                </a:effectLst>
                <a:sym typeface="+mn-ea"/>
              </a:rPr>
              <a:t>9.7 </a:t>
            </a:r>
            <a:r>
              <a:rPr lang="zh-CN" altLang="en-US" dirty="0">
                <a:solidFill>
                  <a:schemeClr val="bg1"/>
                </a:solidFill>
                <a:effectLst>
                  <a:outerShdw blurRad="38100" dist="25400" dir="5400000" algn="ctr" rotWithShape="0">
                    <a:srgbClr val="6E747A">
                      <a:alpha val="43000"/>
                    </a:srgbClr>
                  </a:outerShdw>
                </a:effectLst>
                <a:sym typeface="+mn-ea"/>
              </a:rPr>
              <a:t>总结：各种排序法的比较</a:t>
            </a:r>
            <a:endParaRPr lang="zh-CN" altLang="en-US" dirty="0">
              <a:solidFill>
                <a:schemeClr val="bg1"/>
              </a:solidFill>
              <a:effectLst>
                <a:outerShdw blurRad="38100" dist="25400" dir="5400000" algn="ctr" rotWithShape="0">
                  <a:srgbClr val="6E747A">
                    <a:alpha val="43000"/>
                  </a:srgbClr>
                </a:outerShdw>
              </a:effectLst>
              <a:sym typeface="+mn-ea"/>
            </a:endParaRPr>
          </a:p>
        </p:txBody>
      </p:sp>
      <p:sp>
        <p:nvSpPr>
          <p:cNvPr id="91141" name="Rectangle 5"/>
          <p:cNvSpPr>
            <a:spLocks noChangeArrowheads="1"/>
          </p:cNvSpPr>
          <p:nvPr/>
        </p:nvSpPr>
        <p:spPr bwMode="auto">
          <a:xfrm>
            <a:off x="518795" y="1075690"/>
            <a:ext cx="8188325" cy="53663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67500" tIns="35100" rIns="67500" bIns="35100">
            <a:noAutofit/>
          </a:bodyPr>
          <a:lstStyle/>
          <a:p>
            <a:pPr marL="514350" indent="-514350">
              <a:lnSpc>
                <a:spcPct val="140000"/>
              </a:lnSpc>
              <a:buClr>
                <a:srgbClr val="00B0F0"/>
              </a:buClr>
              <a:buFont typeface="+mj-lt"/>
              <a:buAutoNum type="arabicPeriod" startAt="3"/>
            </a:pPr>
            <a:r>
              <a:rPr kumimoji="1" lang="zh-CN" altLang="en-US" sz="2100" dirty="0">
                <a:latin typeface="Times New Roman" panose="02020603050405020304" pitchFamily="18" charset="0"/>
                <a:cs typeface="Times New Roman" panose="02020603050405020304" pitchFamily="18" charset="0"/>
              </a:rPr>
              <a:t>基数排序最适用于</a:t>
            </a:r>
            <a:r>
              <a:rPr kumimoji="1" lang="en-US" altLang="zh-CN" sz="2100" dirty="0">
                <a:latin typeface="Times New Roman" panose="02020603050405020304" pitchFamily="18" charset="0"/>
                <a:cs typeface="Times New Roman" panose="02020603050405020304" pitchFamily="18" charset="0"/>
              </a:rPr>
              <a:t>n</a:t>
            </a:r>
            <a:r>
              <a:rPr kumimoji="1" lang="zh-CN" altLang="en-US" sz="2100" dirty="0">
                <a:latin typeface="Times New Roman" panose="02020603050405020304" pitchFamily="18" charset="0"/>
                <a:cs typeface="Times New Roman" panose="02020603050405020304" pitchFamily="18" charset="0"/>
              </a:rPr>
              <a:t>值很大而关键字较小的序列。若关键字也很大，而序列中大多数记录的”最高位关键字”均不同，则也可以先按“最高位关键字”不同将序列分成若干个子序列，而后用直接插入排序。</a:t>
            </a:r>
            <a:endParaRPr kumimoji="1" lang="zh-CN" altLang="en-US" sz="2100" dirty="0">
              <a:latin typeface="Times New Roman" panose="02020603050405020304" pitchFamily="18" charset="0"/>
              <a:cs typeface="Times New Roman" panose="02020603050405020304" pitchFamily="18" charset="0"/>
            </a:endParaRPr>
          </a:p>
          <a:p>
            <a:pPr marL="514350" indent="-514350">
              <a:lnSpc>
                <a:spcPct val="140000"/>
              </a:lnSpc>
              <a:buClr>
                <a:srgbClr val="00B0F0"/>
              </a:buClr>
              <a:buFont typeface="+mj-lt"/>
              <a:buAutoNum type="arabicPeriod" startAt="3"/>
            </a:pPr>
            <a:r>
              <a:rPr kumimoji="1" lang="zh-CN" altLang="en-US" sz="2100" dirty="0">
                <a:latin typeface="Times New Roman" panose="02020603050405020304" pitchFamily="18" charset="0"/>
                <a:cs typeface="Times New Roman" panose="02020603050405020304" pitchFamily="18" charset="0"/>
              </a:rPr>
              <a:t>从稳定性来看，基数排序是稳定的排序方法，大部分时间复杂度为</a:t>
            </a:r>
            <a:r>
              <a:rPr kumimoji="1" lang="en-US" altLang="zh-CN" sz="2100" dirty="0">
                <a:latin typeface="Times New Roman" panose="02020603050405020304" pitchFamily="18" charset="0"/>
                <a:cs typeface="Times New Roman" panose="02020603050405020304" pitchFamily="18" charset="0"/>
              </a:rPr>
              <a:t>O(</a:t>
            </a:r>
            <a:r>
              <a:rPr kumimoji="1" lang="en-US" altLang="zh-CN" sz="2100" i="1" dirty="0" err="1">
                <a:latin typeface="Times New Roman" panose="02020603050405020304" pitchFamily="18" charset="0"/>
                <a:cs typeface="Times New Roman" panose="02020603050405020304" pitchFamily="18" charset="0"/>
              </a:rPr>
              <a:t>n</a:t>
            </a:r>
            <a:r>
              <a:rPr kumimoji="1" lang="en-US" altLang="zh-CN" sz="2100" baseline="30000" dirty="0" err="1">
                <a:latin typeface="Times New Roman" panose="02020603050405020304" pitchFamily="18" charset="0"/>
                <a:cs typeface="Times New Roman" panose="02020603050405020304" pitchFamily="18" charset="0"/>
              </a:rPr>
              <a:t>2</a:t>
            </a:r>
            <a:r>
              <a:rPr kumimoji="1" lang="en-US" altLang="zh-CN" sz="2100" dirty="0">
                <a:latin typeface="Times New Roman" panose="02020603050405020304" pitchFamily="18" charset="0"/>
                <a:cs typeface="Times New Roman" panose="02020603050405020304" pitchFamily="18" charset="0"/>
              </a:rPr>
              <a:t>)</a:t>
            </a:r>
            <a:r>
              <a:rPr kumimoji="1" lang="zh-CN" altLang="en-US" sz="2100" dirty="0">
                <a:latin typeface="Times New Roman" panose="02020603050405020304" pitchFamily="18" charset="0"/>
                <a:cs typeface="Times New Roman" panose="02020603050405020304" pitchFamily="18" charset="0"/>
              </a:rPr>
              <a:t>的简单排序法都是稳定的。然而，快速排序、堆排序和希尔排序等时间性能较好的排序都是不稳定的。一般来说，</a:t>
            </a:r>
            <a:r>
              <a:rPr kumimoji="1" lang="zh-CN" altLang="en-US" sz="2100" dirty="0">
                <a:solidFill>
                  <a:srgbClr val="FF0000"/>
                </a:solidFill>
                <a:latin typeface="Times New Roman" panose="02020603050405020304" pitchFamily="18" charset="0"/>
                <a:cs typeface="Times New Roman" panose="02020603050405020304" pitchFamily="18" charset="0"/>
              </a:rPr>
              <a:t>排序过程中的比较是在相邻的两个记录关键字之间进行的排序方法是稳定的</a:t>
            </a:r>
            <a:r>
              <a:rPr kumimoji="1" lang="zh-CN" altLang="en-US" sz="2100" dirty="0">
                <a:latin typeface="Times New Roman" panose="02020603050405020304" pitchFamily="18" charset="0"/>
                <a:cs typeface="Times New Roman" panose="02020603050405020304" pitchFamily="18" charset="0"/>
              </a:rPr>
              <a:t>。大多数情况下排序是按记录的主关键字进行的，则所有的排序方法是否稳定无关紧要。当排序是按记录的次关键字进行时，则应根据问题所需慎重选择。        </a:t>
            </a:r>
            <a:endParaRPr kumimoji="1" lang="zh-CN" altLang="en-US" sz="21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1141">
                                            <p:txEl>
                                              <p:pRg st="0" end="0"/>
                                            </p:txEl>
                                          </p:spTgt>
                                        </p:tgtEl>
                                        <p:attrNameLst>
                                          <p:attrName>style.visibility</p:attrName>
                                        </p:attrNameLst>
                                      </p:cBhvr>
                                      <p:to>
                                        <p:strVal val="visible"/>
                                      </p:to>
                                    </p:set>
                                    <p:animEffect transition="in" filter="fade">
                                      <p:cBhvr>
                                        <p:cTn id="7" dur="1000"/>
                                        <p:tgtEl>
                                          <p:spTgt spid="91141">
                                            <p:txEl>
                                              <p:pRg st="0" end="0"/>
                                            </p:txEl>
                                          </p:spTgt>
                                        </p:tgtEl>
                                      </p:cBhvr>
                                    </p:animEffect>
                                    <p:anim calcmode="lin" valueType="num">
                                      <p:cBhvr>
                                        <p:cTn id="8" dur="1000" fill="hold"/>
                                        <p:tgtEl>
                                          <p:spTgt spid="9114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9114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1141">
                                            <p:txEl>
                                              <p:pRg st="1" end="1"/>
                                            </p:txEl>
                                          </p:spTgt>
                                        </p:tgtEl>
                                        <p:attrNameLst>
                                          <p:attrName>style.visibility</p:attrName>
                                        </p:attrNameLst>
                                      </p:cBhvr>
                                      <p:to>
                                        <p:strVal val="visible"/>
                                      </p:to>
                                    </p:set>
                                    <p:animEffect transition="in" filter="fade">
                                      <p:cBhvr>
                                        <p:cTn id="14" dur="1000"/>
                                        <p:tgtEl>
                                          <p:spTgt spid="91141">
                                            <p:txEl>
                                              <p:pRg st="1" end="1"/>
                                            </p:txEl>
                                          </p:spTgt>
                                        </p:tgtEl>
                                      </p:cBhvr>
                                    </p:animEffect>
                                    <p:anim calcmode="lin" valueType="num">
                                      <p:cBhvr>
                                        <p:cTn id="15" dur="1000" fill="hold"/>
                                        <p:tgtEl>
                                          <p:spTgt spid="91141">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91141">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dirty="0">
                <a:solidFill>
                  <a:schemeClr val="bg1"/>
                </a:solidFill>
                <a:effectLst>
                  <a:outerShdw blurRad="38100" dist="25400" dir="5400000" algn="ctr" rotWithShape="0">
                    <a:srgbClr val="6E747A">
                      <a:alpha val="43000"/>
                    </a:srgbClr>
                  </a:outerShdw>
                </a:effectLst>
                <a:sym typeface="+mn-ea"/>
              </a:rPr>
              <a:t>9.7 </a:t>
            </a:r>
            <a:r>
              <a:rPr lang="zh-CN" altLang="en-US" dirty="0">
                <a:effectLst>
                  <a:outerShdw blurRad="38100" dist="25400" dir="5400000" algn="ctr" rotWithShape="0">
                    <a:srgbClr val="6E747A">
                      <a:alpha val="43000"/>
                    </a:srgbClr>
                  </a:outerShdw>
                </a:effectLst>
                <a:sym typeface="+mn-ea"/>
              </a:rPr>
              <a:t>总结：</a:t>
            </a:r>
            <a:r>
              <a:rPr lang="zh-CN" altLang="en-US" dirty="0">
                <a:solidFill>
                  <a:schemeClr val="bg1"/>
                </a:solidFill>
                <a:effectLst>
                  <a:outerShdw blurRad="38100" dist="25400" dir="5400000" algn="ctr" rotWithShape="0">
                    <a:srgbClr val="6E747A">
                      <a:alpha val="43000"/>
                    </a:srgbClr>
                  </a:outerShdw>
                </a:effectLst>
                <a:sym typeface="+mn-ea"/>
              </a:rPr>
              <a:t>各种排序法的比较</a:t>
            </a:r>
            <a:endParaRPr lang="zh-CN" altLang="en-US" dirty="0">
              <a:solidFill>
                <a:schemeClr val="bg1"/>
              </a:solidFill>
              <a:effectLst>
                <a:outerShdw blurRad="38100" dist="25400" dir="5400000" algn="ctr" rotWithShape="0">
                  <a:srgbClr val="6E747A">
                    <a:alpha val="43000"/>
                  </a:srgbClr>
                </a:outerShdw>
              </a:effectLst>
              <a:sym typeface="+mn-ea"/>
            </a:endParaRPr>
          </a:p>
        </p:txBody>
      </p:sp>
      <p:sp>
        <p:nvSpPr>
          <p:cNvPr id="92165" name="Text Box 5"/>
          <p:cNvSpPr txBox="1">
            <a:spLocks noChangeArrowheads="1"/>
          </p:cNvSpPr>
          <p:nvPr/>
        </p:nvSpPr>
        <p:spPr bwMode="auto">
          <a:xfrm>
            <a:off x="422910" y="997585"/>
            <a:ext cx="8263890" cy="53295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7500" tIns="35100" rIns="67500" bIns="35100">
            <a:noAutofit/>
          </a:bodyPr>
          <a:lstStyle/>
          <a:p>
            <a:pPr marL="342900" indent="-342900">
              <a:lnSpc>
                <a:spcPct val="150000"/>
              </a:lnSpc>
              <a:buClr>
                <a:srgbClr val="00B0F0"/>
              </a:buClr>
              <a:buFont typeface="Wingdings" panose="05000000000000000000" charset="0"/>
              <a:buChar char="l"/>
            </a:pPr>
            <a:r>
              <a:rPr kumimoji="1" lang="zh-CN" altLang="en-US" sz="2100" dirty="0"/>
              <a:t>本章讨论的大多数算法是在顺序存储结构上进行的，因此在排序过程中要进行大量的记录的移动。</a:t>
            </a:r>
            <a:endParaRPr kumimoji="1" lang="zh-CN" altLang="en-US" sz="2100" dirty="0"/>
          </a:p>
          <a:p>
            <a:pPr marL="342900" indent="-342900">
              <a:lnSpc>
                <a:spcPct val="150000"/>
              </a:lnSpc>
              <a:buClr>
                <a:srgbClr val="00B0F0"/>
              </a:buClr>
              <a:buFont typeface="Wingdings" panose="05000000000000000000" charset="0"/>
              <a:buChar char="l"/>
            </a:pPr>
            <a:r>
              <a:rPr kumimoji="1" lang="zh-CN" altLang="en-US" sz="2100" dirty="0"/>
              <a:t>当记录很大（即每个记录所占的空间很大）时，记录移动所耗费的时间也很多，此时可采用</a:t>
            </a:r>
            <a:r>
              <a:rPr kumimoji="1" lang="zh-CN" altLang="en-US" sz="2100" dirty="0">
                <a:solidFill>
                  <a:srgbClr val="FF0000"/>
                </a:solidFill>
              </a:rPr>
              <a:t>静态链表</a:t>
            </a:r>
            <a:r>
              <a:rPr kumimoji="1" lang="zh-CN" altLang="en-US" sz="2100" dirty="0"/>
              <a:t>作存储结构，如</a:t>
            </a:r>
            <a:r>
              <a:rPr kumimoji="1" lang="zh-CN" altLang="en-US" sz="2100" dirty="0">
                <a:solidFill>
                  <a:srgbClr val="FF0000"/>
                </a:solidFill>
              </a:rPr>
              <a:t>表插入排序，链式基数排序</a:t>
            </a:r>
            <a:r>
              <a:rPr kumimoji="1" lang="zh-CN" altLang="en-US" sz="2100" dirty="0"/>
              <a:t>，以修改指针代替移动记录。</a:t>
            </a:r>
            <a:endParaRPr kumimoji="1" lang="zh-CN" altLang="en-US" sz="2100" dirty="0"/>
          </a:p>
          <a:p>
            <a:pPr marL="342900" indent="-342900">
              <a:lnSpc>
                <a:spcPct val="150000"/>
              </a:lnSpc>
              <a:buClr>
                <a:srgbClr val="00B0F0"/>
              </a:buClr>
              <a:buFont typeface="Wingdings" panose="05000000000000000000" charset="0"/>
              <a:buChar char="l"/>
            </a:pPr>
            <a:r>
              <a:rPr kumimoji="1" lang="zh-CN" altLang="en-US" sz="2100" dirty="0"/>
              <a:t>但有些方法如快速排序法是无法实现表排序的，在这种情况下，可以进行“</a:t>
            </a:r>
            <a:r>
              <a:rPr kumimoji="1" lang="zh-CN" altLang="en-US" sz="2100" dirty="0">
                <a:solidFill>
                  <a:srgbClr val="FF0000"/>
                </a:solidFill>
              </a:rPr>
              <a:t>地址排序</a:t>
            </a:r>
            <a:r>
              <a:rPr kumimoji="1" lang="zh-CN" altLang="en-US" sz="2100" dirty="0"/>
              <a:t>”，即另设一个向量指示需要记录，同时在排序过程中不移动记录而移动地址向量中相应分量的内容。</a:t>
            </a:r>
            <a:endParaRPr kumimoji="1" lang="zh-CN" altLang="en-US" sz="2100" dirty="0"/>
          </a:p>
          <a:p>
            <a:endParaRPr kumimoji="1" lang="en-US" altLang="zh-CN" sz="2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6DC87717-A16C-46C8-8501-38B3BAF8FB93}" type="slidenum">
              <a:rPr lang="zh-CN" altLang="en-US" sz="750" smtClean="0"/>
            </a:fld>
            <a:endParaRPr lang="zh-CN" altLang="en-US" sz="750"/>
          </a:p>
        </p:txBody>
      </p:sp>
      <p:sp>
        <p:nvSpPr>
          <p:cNvPr id="7" name="文本框 6"/>
          <p:cNvSpPr txBox="1"/>
          <p:nvPr/>
        </p:nvSpPr>
        <p:spPr>
          <a:xfrm>
            <a:off x="4772025" y="1346835"/>
            <a:ext cx="4294823" cy="4765675"/>
          </a:xfrm>
          <a:prstGeom prst="rect">
            <a:avLst/>
          </a:prstGeom>
          <a:noFill/>
        </p:spPr>
        <p:txBody>
          <a:bodyPr wrap="square" rtlCol="0">
            <a:spAutoFit/>
          </a:bodyPr>
          <a:lstStyle/>
          <a:p>
            <a:pPr>
              <a:lnSpc>
                <a:spcPct val="150000"/>
              </a:lnSpc>
            </a:pPr>
            <a:r>
              <a:rPr lang="zh-CN" sz="2250" dirty="0">
                <a:latin typeface="微软雅黑" panose="020B0503020204020204" charset="-122"/>
                <a:ea typeface="微软雅黑" panose="020B0503020204020204" charset="-122"/>
                <a:sym typeface="Wingdings 2" panose="05020102010507070707" pitchFamily="18" charset="2"/>
              </a:rPr>
              <a:t>后续重点关注</a:t>
            </a:r>
            <a:endParaRPr lang="zh-CN" sz="2250"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zh-CN" b="1" u="sng" dirty="0">
                <a:latin typeface="微软雅黑" panose="020B0503020204020204" charset="-122"/>
                <a:ea typeface="微软雅黑" panose="020B0503020204020204" charset="-122"/>
                <a:sym typeface="Wingdings 2" panose="05020102010507070707" pitchFamily="18" charset="2"/>
              </a:rPr>
              <a:t>图的邻接矩阵、邻接表</a:t>
            </a:r>
            <a:endParaRPr lang="zh-CN" b="1" u="sng"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en-US" altLang="zh-CN" b="1" u="sng" dirty="0">
                <a:latin typeface="微软雅黑" panose="020B0503020204020204" charset="-122"/>
                <a:ea typeface="微软雅黑" panose="020B0503020204020204" charset="-122"/>
                <a:sym typeface="Wingdings 2" panose="05020102010507070707" pitchFamily="18" charset="2"/>
              </a:rPr>
              <a:t>Prim</a:t>
            </a:r>
            <a:r>
              <a:rPr lang="zh-CN" altLang="en-US" b="1" u="sng" dirty="0">
                <a:latin typeface="微软雅黑" panose="020B0503020204020204" charset="-122"/>
                <a:ea typeface="微软雅黑" panose="020B0503020204020204" charset="-122"/>
                <a:sym typeface="Wingdings 2" panose="05020102010507070707" pitchFamily="18" charset="2"/>
              </a:rPr>
              <a:t>算法</a:t>
            </a:r>
            <a:endParaRPr lang="zh-CN" b="1" u="sng"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zh-CN" b="1" u="sng" dirty="0">
                <a:latin typeface="微软雅黑" panose="020B0503020204020204" charset="-122"/>
                <a:ea typeface="微软雅黑" panose="020B0503020204020204" charset="-122"/>
                <a:sym typeface="Wingdings 2" panose="05020102010507070707" pitchFamily="18" charset="2"/>
              </a:rPr>
              <a:t>Dijkstra算法</a:t>
            </a:r>
            <a:endParaRPr lang="zh-CN" b="1" u="sng"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zh-CN" b="1" u="sng" dirty="0">
                <a:latin typeface="微软雅黑" panose="020B0503020204020204" charset="-122"/>
                <a:ea typeface="微软雅黑" panose="020B0503020204020204" charset="-122"/>
                <a:sym typeface="Wingdings 2" panose="05020102010507070707" pitchFamily="18" charset="2"/>
              </a:rPr>
              <a:t>冒泡排序、快速排序</a:t>
            </a:r>
            <a:r>
              <a:rPr lang="zh-CN" dirty="0">
                <a:latin typeface="微软雅黑" panose="020B0503020204020204" charset="-122"/>
                <a:ea typeface="微软雅黑" panose="020B0503020204020204" charset="-122"/>
                <a:sym typeface="Wingdings 2" panose="05020102010507070707" pitchFamily="18" charset="2"/>
              </a:rPr>
              <a:t>、归并排序、希尔排序等</a:t>
            </a:r>
            <a:endParaRPr lang="zh-CN"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zh-CN" b="1" u="sng" dirty="0">
                <a:latin typeface="微软雅黑" panose="020B0503020204020204" charset="-122"/>
                <a:ea typeface="微软雅黑" panose="020B0503020204020204" charset="-122"/>
                <a:sym typeface="Wingdings 2" panose="05020102010507070707" pitchFamily="18" charset="2"/>
              </a:rPr>
              <a:t>二叉排序树、平衡二叉搜索树（AVL树）（查找成功的平均查找长度）</a:t>
            </a:r>
            <a:endParaRPr lang="zh-CN" b="1"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zh-CN" dirty="0">
                <a:latin typeface="微软雅黑" panose="020B0503020204020204" charset="-122"/>
                <a:ea typeface="微软雅黑" panose="020B0503020204020204" charset="-122"/>
                <a:sym typeface="Wingdings 2" panose="05020102010507070707" pitchFamily="18" charset="2"/>
              </a:rPr>
              <a:t>哈希表（构成要素、优缺点）</a:t>
            </a:r>
            <a:endParaRPr lang="zh-CN"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zh-CN" b="1" u="sng" dirty="0">
                <a:latin typeface="微软雅黑" panose="020B0503020204020204" charset="-122"/>
                <a:ea typeface="微软雅黑" panose="020B0503020204020204" charset="-122"/>
                <a:sym typeface="Wingdings 2" panose="05020102010507070707" pitchFamily="18" charset="2"/>
              </a:rPr>
              <a:t>堆</a:t>
            </a:r>
            <a:r>
              <a:rPr lang="zh-CN" u="sng" dirty="0">
                <a:latin typeface="微软雅黑" panose="020B0503020204020204" charset="-122"/>
                <a:ea typeface="微软雅黑" panose="020B0503020204020204" charset="-122"/>
                <a:sym typeface="Wingdings 2" panose="05020102010507070707" pitchFamily="18" charset="2"/>
              </a:rPr>
              <a:t>（存储表示、构建堆的过程）</a:t>
            </a:r>
            <a:endParaRPr lang="zh-CN"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zh-CN" dirty="0">
                <a:latin typeface="微软雅黑" panose="020B0503020204020204" charset="-122"/>
                <a:ea typeface="微软雅黑" panose="020B0503020204020204" charset="-122"/>
                <a:sym typeface="Wingdings 2" panose="05020102010507070707" pitchFamily="18" charset="2"/>
              </a:rPr>
              <a:t>等</a:t>
            </a:r>
            <a:r>
              <a:rPr lang="en-US" altLang="zh-CN" dirty="0">
                <a:latin typeface="微软雅黑" panose="020B0503020204020204" charset="-122"/>
                <a:ea typeface="微软雅黑" panose="020B0503020204020204" charset="-122"/>
                <a:sym typeface="Wingdings 2" panose="05020102010507070707" pitchFamily="18" charset="2"/>
              </a:rPr>
              <a:t>....</a:t>
            </a:r>
            <a:endParaRPr lang="en-US" altLang="zh-CN" dirty="0">
              <a:latin typeface="微软雅黑" panose="020B0503020204020204" charset="-122"/>
              <a:ea typeface="微软雅黑" panose="020B0503020204020204" charset="-122"/>
              <a:sym typeface="Wingdings 2" panose="05020102010507070707" pitchFamily="18" charset="2"/>
            </a:endParaRPr>
          </a:p>
        </p:txBody>
      </p:sp>
      <p:sp>
        <p:nvSpPr>
          <p:cNvPr id="2" name="文本框 1"/>
          <p:cNvSpPr txBox="1"/>
          <p:nvPr>
            <p:custDataLst>
              <p:tags r:id="rId1"/>
            </p:custDataLst>
          </p:nvPr>
        </p:nvSpPr>
        <p:spPr>
          <a:xfrm>
            <a:off x="325755" y="1293971"/>
            <a:ext cx="4324826" cy="4765675"/>
          </a:xfrm>
          <a:prstGeom prst="rect">
            <a:avLst/>
          </a:prstGeom>
          <a:noFill/>
        </p:spPr>
        <p:txBody>
          <a:bodyPr wrap="square" rtlCol="0">
            <a:spAutoFit/>
          </a:bodyPr>
          <a:p>
            <a:pPr>
              <a:lnSpc>
                <a:spcPct val="150000"/>
              </a:lnSpc>
            </a:pPr>
            <a:r>
              <a:rPr lang="zh-CN" sz="2250" dirty="0">
                <a:latin typeface="微软雅黑" panose="020B0503020204020204" charset="-122"/>
                <a:ea typeface="微软雅黑" panose="020B0503020204020204" charset="-122"/>
                <a:sym typeface="Wingdings 2" panose="05020102010507070707" pitchFamily="18" charset="2"/>
              </a:rPr>
              <a:t>重点关注</a:t>
            </a:r>
            <a:endParaRPr lang="zh-CN" sz="2250"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zh-CN" altLang="en-US" b="1" u="sng" dirty="0">
                <a:latin typeface="微软雅黑" panose="020B0503020204020204" charset="-122"/>
                <a:ea typeface="微软雅黑" panose="020B0503020204020204" charset="-122"/>
                <a:sym typeface="Wingdings 2" panose="05020102010507070707" pitchFamily="18" charset="2"/>
              </a:rPr>
              <a:t>单链表（循环单链表，增删查改函数，</a:t>
            </a:r>
            <a:endParaRPr lang="zh-CN" altLang="en-US" b="1" u="sng"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zh-CN" altLang="en-US" b="1" u="sng" dirty="0">
                <a:latin typeface="微软雅黑" panose="020B0503020204020204" charset="-122"/>
                <a:ea typeface="微软雅黑" panose="020B0503020204020204" charset="-122"/>
                <a:sym typeface="Wingdings 2" panose="05020102010507070707" pitchFamily="18" charset="2"/>
              </a:rPr>
              <a:t>链表进行集合运算）</a:t>
            </a:r>
            <a:endParaRPr lang="zh-CN" altLang="en-US" b="1" u="sng"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zh-CN" u="sng" dirty="0">
                <a:latin typeface="微软雅黑" panose="020B0503020204020204" charset="-122"/>
                <a:ea typeface="微软雅黑" panose="020B0503020204020204" charset="-122"/>
                <a:sym typeface="Wingdings 2" panose="05020102010507070707" pitchFamily="18" charset="2"/>
              </a:rPr>
              <a:t>广义表的多种表达方式</a:t>
            </a:r>
            <a:endParaRPr lang="zh-CN" u="sng"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zh-CN" u="sng" dirty="0">
                <a:latin typeface="微软雅黑" panose="020B0503020204020204" charset="-122"/>
                <a:ea typeface="微软雅黑" panose="020B0503020204020204" charset="-122"/>
                <a:sym typeface="Wingdings 2" panose="05020102010507070707" pitchFamily="18" charset="2"/>
              </a:rPr>
              <a:t>（概念、计算广义表的表头</a:t>
            </a:r>
            <a:r>
              <a:rPr lang="en-US" altLang="zh-CN" u="sng" dirty="0">
                <a:latin typeface="微软雅黑" panose="020B0503020204020204" charset="-122"/>
                <a:ea typeface="微软雅黑" panose="020B0503020204020204" charset="-122"/>
                <a:sym typeface="Wingdings 2" panose="05020102010507070707" pitchFamily="18" charset="2"/>
              </a:rPr>
              <a:t> </a:t>
            </a:r>
            <a:r>
              <a:rPr lang="zh-CN" u="sng" dirty="0">
                <a:latin typeface="微软雅黑" panose="020B0503020204020204" charset="-122"/>
                <a:ea typeface="微软雅黑" panose="020B0503020204020204" charset="-122"/>
                <a:sym typeface="Wingdings 2" panose="05020102010507070707" pitchFamily="18" charset="2"/>
              </a:rPr>
              <a:t>表尾）</a:t>
            </a:r>
            <a:endParaRPr lang="zh-CN" u="sng"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zh-CN" dirty="0">
                <a:latin typeface="微软雅黑" panose="020B0503020204020204" charset="-122"/>
                <a:ea typeface="微软雅黑" panose="020B0503020204020204" charset="-122"/>
                <a:sym typeface="Wingdings 2" panose="05020102010507070707" pitchFamily="18" charset="2"/>
              </a:rPr>
              <a:t>栈和队列的进栈入栈操作（函数）</a:t>
            </a:r>
            <a:endParaRPr lang="zh-CN"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zh-CN" b="1" u="sng" dirty="0">
                <a:latin typeface="微软雅黑" panose="020B0503020204020204" charset="-122"/>
                <a:ea typeface="微软雅黑" panose="020B0503020204020204" charset="-122"/>
                <a:sym typeface="Wingdings 2" panose="05020102010507070707" pitchFamily="18" charset="2"/>
              </a:rPr>
              <a:t>二叉树三种遍历方式</a:t>
            </a:r>
            <a:endParaRPr lang="zh-CN" b="1" u="sng"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zh-CN" dirty="0">
                <a:latin typeface="微软雅黑" panose="020B0503020204020204" charset="-122"/>
                <a:ea typeface="微软雅黑" panose="020B0503020204020204" charset="-122"/>
                <a:sym typeface="Wingdings 2" panose="05020102010507070707" pitchFamily="18" charset="2"/>
              </a:rPr>
              <a:t>（两种遍历确定一棵二叉树）</a:t>
            </a:r>
            <a:endParaRPr lang="zh-CN"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zh-CN" dirty="0">
                <a:latin typeface="微软雅黑" panose="020B0503020204020204" charset="-122"/>
                <a:ea typeface="微软雅黑" panose="020B0503020204020204" charset="-122"/>
                <a:sym typeface="Wingdings 2" panose="05020102010507070707" pitchFamily="18" charset="2"/>
              </a:rPr>
              <a:t>二叉树（高度计算、线索化）</a:t>
            </a:r>
            <a:endParaRPr lang="zh-CN"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zh-CN" b="1" u="sng" dirty="0">
                <a:latin typeface="微软雅黑" panose="020B0503020204020204" charset="-122"/>
                <a:ea typeface="微软雅黑" panose="020B0503020204020204" charset="-122"/>
                <a:sym typeface="Wingdings 2" panose="05020102010507070707" pitchFamily="18" charset="2"/>
              </a:rPr>
              <a:t>哈夫曼树、哈夫曼编码</a:t>
            </a:r>
            <a:endParaRPr lang="zh-CN" b="1" u="sng" dirty="0">
              <a:latin typeface="微软雅黑" panose="020B0503020204020204" charset="-122"/>
              <a:ea typeface="微软雅黑" panose="020B0503020204020204" charset="-122"/>
              <a:sym typeface="Wingdings 2" panose="05020102010507070707" pitchFamily="18" charset="2"/>
            </a:endParaRPr>
          </a:p>
          <a:p>
            <a:pPr>
              <a:lnSpc>
                <a:spcPct val="150000"/>
              </a:lnSpc>
            </a:pPr>
            <a:r>
              <a:rPr lang="zh-CN" b="1" u="sng" dirty="0">
                <a:latin typeface="微软雅黑" panose="020B0503020204020204" charset="-122"/>
                <a:ea typeface="微软雅黑" panose="020B0503020204020204" charset="-122"/>
                <a:sym typeface="Wingdings 2" panose="05020102010507070707" pitchFamily="18" charset="2"/>
              </a:rPr>
              <a:t>时间复杂度、空间复杂度（给定算法计算）</a:t>
            </a:r>
            <a:endParaRPr lang="en-US" altLang="zh-CN" dirty="0">
              <a:latin typeface="微软雅黑" panose="020B0503020204020204" charset="-122"/>
              <a:ea typeface="微软雅黑" panose="020B0503020204020204" charset="-122"/>
              <a:sym typeface="Wingdings 2" panose="05020102010507070707" pitchFamily="18" charset="2"/>
            </a:endParaRPr>
          </a:p>
        </p:txBody>
      </p:sp>
      <p:sp>
        <p:nvSpPr>
          <p:cNvPr id="4" name="文本框 3"/>
          <p:cNvSpPr txBox="1"/>
          <p:nvPr/>
        </p:nvSpPr>
        <p:spPr>
          <a:xfrm>
            <a:off x="3244215" y="909161"/>
            <a:ext cx="3367088" cy="460375"/>
          </a:xfrm>
          <a:prstGeom prst="rect">
            <a:avLst/>
          </a:prstGeom>
          <a:noFill/>
        </p:spPr>
        <p:txBody>
          <a:bodyPr wrap="square" rtlCol="0">
            <a:spAutoFit/>
          </a:bodyPr>
          <a:p>
            <a:r>
              <a:rPr lang="zh-CN" altLang="en-US" sz="2400"/>
              <a:t>供参考：包括但不限于</a:t>
            </a:r>
            <a:endParaRPr lang="zh-CN" altLang="en-US" sz="240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p:nvPr/>
        </p:nvSpPr>
        <p:spPr>
          <a:xfrm>
            <a:off x="690880" y="4689475"/>
            <a:ext cx="8178800" cy="1722120"/>
          </a:xfrm>
          <a:prstGeom prst="rect">
            <a:avLst/>
          </a:prstGeom>
        </p:spPr>
        <p:txBody>
          <a:bodyPr lIns="68580" tIns="34290" rIns="68580" bIns="34290" anchor="b">
            <a:normAutofit/>
          </a:bodyPr>
          <a:lstStyle/>
          <a:p>
            <a:pPr algn="ctr" fontAlgn="auto">
              <a:lnSpc>
                <a:spcPct val="90000"/>
              </a:lnSpc>
              <a:spcAft>
                <a:spcPts val="450"/>
              </a:spcAft>
            </a:pPr>
            <a:r>
              <a:rPr lang="zh-CN" altLang="en-US" sz="3600" b="1" noProof="1">
                <a:effectLst>
                  <a:outerShdw blurRad="38100" dist="19050" dir="2700000" algn="tl" rotWithShape="0">
                    <a:schemeClr val="dk1">
                      <a:alpha val="40000"/>
                    </a:schemeClr>
                  </a:outerShdw>
                </a:effectLst>
                <a:latin typeface="+mj-lt"/>
                <a:ea typeface="+mj-ea"/>
                <a:cs typeface="+mj-cs"/>
              </a:rPr>
              <a:t>谢谢大家！</a:t>
            </a:r>
            <a:endParaRPr lang="zh-CN" altLang="en-US" sz="3600" b="1" noProof="1">
              <a:effectLst>
                <a:outerShdw blurRad="38100" dist="19050" dir="2700000" algn="tl" rotWithShape="0">
                  <a:schemeClr val="dk1">
                    <a:alpha val="40000"/>
                  </a:schemeClr>
                </a:outerShdw>
              </a:effectLst>
              <a:latin typeface="+mj-lt"/>
              <a:ea typeface="+mj-ea"/>
              <a:cs typeface="+mj-cs"/>
            </a:endParaRPr>
          </a:p>
          <a:p>
            <a:pPr algn="ctr" fontAlgn="auto">
              <a:lnSpc>
                <a:spcPct val="90000"/>
              </a:lnSpc>
              <a:spcAft>
                <a:spcPts val="450"/>
              </a:spcAft>
            </a:pPr>
            <a:r>
              <a:rPr lang="zh-CN" altLang="en-US" sz="3600" b="1" noProof="1">
                <a:effectLst>
                  <a:outerShdw blurRad="38100" dist="19050" dir="2700000" algn="tl" rotWithShape="0">
                    <a:schemeClr val="dk1">
                      <a:alpha val="40000"/>
                    </a:schemeClr>
                  </a:outerShdw>
                </a:effectLst>
                <a:latin typeface="+mj-lt"/>
                <a:ea typeface="+mj-ea"/>
                <a:cs typeface="+mj-cs"/>
              </a:rPr>
              <a:t>祝同学们逢考必过，逢考必优！</a:t>
            </a:r>
            <a:endParaRPr lang="zh-CN" altLang="en-US" sz="3600" b="1" noProof="1">
              <a:effectLst>
                <a:outerShdw blurRad="38100" dist="19050" dir="2700000" algn="tl" rotWithShape="0">
                  <a:schemeClr val="dk1">
                    <a:alpha val="40000"/>
                  </a:schemeClr>
                </a:outerShdw>
              </a:effectLst>
              <a:latin typeface="+mj-lt"/>
              <a:ea typeface="+mj-ea"/>
              <a:cs typeface="+mj-cs"/>
            </a:endParaRPr>
          </a:p>
          <a:p>
            <a:pPr algn="ctr" fontAlgn="auto">
              <a:lnSpc>
                <a:spcPct val="90000"/>
              </a:lnSpc>
              <a:spcAft>
                <a:spcPts val="450"/>
              </a:spcAft>
            </a:pPr>
            <a:r>
              <a:rPr lang="zh-CN" altLang="en-US" sz="3600" b="1" noProof="1">
                <a:effectLst>
                  <a:outerShdw blurRad="38100" dist="19050" dir="2700000" algn="tl" rotWithShape="0">
                    <a:schemeClr val="dk1">
                      <a:alpha val="40000"/>
                    </a:schemeClr>
                  </a:outerShdw>
                </a:effectLst>
                <a:latin typeface="+mj-lt"/>
                <a:ea typeface="+mj-ea"/>
                <a:cs typeface="+mj-cs"/>
              </a:rPr>
              <a:t>拥有一个精彩、充实的大学生活！</a:t>
            </a:r>
            <a:endParaRPr lang="zh-CN" altLang="en-US" sz="3600" b="1" noProof="1">
              <a:effectLst>
                <a:outerShdw blurRad="38100" dist="19050" dir="2700000" algn="tl" rotWithShape="0">
                  <a:schemeClr val="dk1">
                    <a:alpha val="40000"/>
                  </a:schemeClr>
                </a:outerShdw>
              </a:effectLst>
              <a:latin typeface="+mj-lt"/>
              <a:ea typeface="+mj-ea"/>
              <a:cs typeface="+mj-cs"/>
            </a:endParaRPr>
          </a:p>
        </p:txBody>
      </p:sp>
      <p:sp>
        <p:nvSpPr>
          <p:cNvPr id="10" name="矩形: 圆角 9"/>
          <p:cNvSpPr/>
          <p:nvPr/>
        </p:nvSpPr>
        <p:spPr>
          <a:xfrm>
            <a:off x="0" y="2424113"/>
            <a:ext cx="9144000" cy="69850"/>
          </a:xfrm>
          <a:prstGeom prst="roundRect">
            <a:avLst/>
          </a:prstGeom>
          <a:solidFill>
            <a:srgbClr val="4F54B9"/>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11" name="减号 10"/>
          <p:cNvSpPr/>
          <p:nvPr/>
        </p:nvSpPr>
        <p:spPr>
          <a:xfrm rot="5400000">
            <a:off x="1849438" y="2405063"/>
            <a:ext cx="341312" cy="449262"/>
          </a:xfrm>
          <a:prstGeom prst="mathMinus">
            <a:avLst/>
          </a:prstGeom>
          <a:solidFill>
            <a:srgbClr val="4F54B9"/>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12" name="减号 11"/>
          <p:cNvSpPr/>
          <p:nvPr/>
        </p:nvSpPr>
        <p:spPr>
          <a:xfrm rot="5400000">
            <a:off x="6855301" y="2399507"/>
            <a:ext cx="352425" cy="449262"/>
          </a:xfrm>
          <a:prstGeom prst="mathMinus">
            <a:avLst/>
          </a:prstGeom>
          <a:solidFill>
            <a:srgbClr val="4F54B9"/>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pic>
        <p:nvPicPr>
          <p:cNvPr id="208903" name="图片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44725" y="1122363"/>
            <a:ext cx="4741863" cy="1223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8904" name="灯片编号占位符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08FE6614-9872-477D-A0CD-06DEF0F9A1D6}" type="slidenum">
              <a:rPr lang="zh-CN" altLang="en-US"/>
            </a:fld>
            <a:endParaRPr lang="zh-CN" altLang="en-US"/>
          </a:p>
        </p:txBody>
      </p:sp>
      <p:pic>
        <p:nvPicPr>
          <p:cNvPr id="3" name="图片 2"/>
          <p:cNvPicPr>
            <a:picLocks noChangeAspect="1"/>
          </p:cNvPicPr>
          <p:nvPr/>
        </p:nvPicPr>
        <p:blipFill>
          <a:blip r:embed="rId2"/>
          <a:stretch>
            <a:fillRect/>
          </a:stretch>
        </p:blipFill>
        <p:spPr>
          <a:xfrm>
            <a:off x="489585" y="2767330"/>
            <a:ext cx="3705225" cy="1993265"/>
          </a:xfrm>
          <a:prstGeom prst="rect">
            <a:avLst/>
          </a:prstGeom>
        </p:spPr>
      </p:pic>
      <p:pic>
        <p:nvPicPr>
          <p:cNvPr id="4" name="图片 3"/>
          <p:cNvPicPr>
            <a:picLocks noChangeAspect="1"/>
          </p:cNvPicPr>
          <p:nvPr/>
        </p:nvPicPr>
        <p:blipFill>
          <a:blip r:embed="rId3"/>
          <a:stretch>
            <a:fillRect/>
          </a:stretch>
        </p:blipFill>
        <p:spPr>
          <a:xfrm>
            <a:off x="5111115" y="2767330"/>
            <a:ext cx="3575685" cy="2002155"/>
          </a:xfrm>
          <a:prstGeom prst="rect">
            <a:avLst/>
          </a:prstGeom>
        </p:spPr>
      </p:pic>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COMMONDATA" val="eyJoZGlkIjoiZjVhM2RlMmM2M2YzNzUyZGQzMTAwZTU3MGUyMjdjYTQifQ=="/>
</p:tagLst>
</file>

<file path=ppt/theme/theme1.xml><?xml version="1.0" encoding="utf-8"?>
<a:theme xmlns:a="http://schemas.openxmlformats.org/drawingml/2006/main" name="2_Orbit">
  <a:themeElements>
    <a:clrScheme name="">
      <a:dk1>
        <a:srgbClr val="000000"/>
      </a:dk1>
      <a:lt1>
        <a:srgbClr val="FFFFFF"/>
      </a:lt1>
      <a:dk2>
        <a:srgbClr val="E8EEF2"/>
      </a:dk2>
      <a:lt2>
        <a:srgbClr val="F9FAFB"/>
      </a:lt2>
      <a:accent1>
        <a:srgbClr val="2B4663"/>
      </a:accent1>
      <a:accent2>
        <a:srgbClr val="5C7885"/>
      </a:accent2>
      <a:accent3>
        <a:srgbClr val="94ACBC"/>
      </a:accent3>
      <a:accent4>
        <a:srgbClr val="B9CAE1"/>
      </a:accent4>
      <a:accent5>
        <a:srgbClr val="97ABBD"/>
      </a:accent5>
      <a:accent6>
        <a:srgbClr val="3B606F"/>
      </a:accent6>
      <a:hlink>
        <a:srgbClr val="5FCBFB"/>
      </a:hlink>
      <a:folHlink>
        <a:srgbClr val="B759BC"/>
      </a:folHlink>
    </a:clrScheme>
    <a:fontScheme name="Orbit">
      <a:majorFont>
        <a:latin typeface="Arial"/>
        <a:ea typeface="幼圆"/>
        <a:cs typeface="Arial"/>
      </a:majorFont>
      <a:minorFont>
        <a:latin typeface="Arial"/>
        <a:ea typeface="幼圆"/>
        <a:cs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Orbit 1">
        <a:dk1>
          <a:srgbClr val="010199"/>
        </a:dk1>
        <a:lt1>
          <a:srgbClr val="FFFFFF"/>
        </a:lt1>
        <a:dk2>
          <a:srgbClr val="000000"/>
        </a:dk2>
        <a:lt2>
          <a:srgbClr val="B2B2B2"/>
        </a:lt2>
        <a:accent1>
          <a:srgbClr val="3399FF"/>
        </a:accent1>
        <a:accent2>
          <a:srgbClr val="666699"/>
        </a:accent2>
        <a:accent3>
          <a:srgbClr val="AAAAAA"/>
        </a:accent3>
        <a:accent4>
          <a:srgbClr val="DADADA"/>
        </a:accent4>
        <a:accent5>
          <a:srgbClr val="ADCAFF"/>
        </a:accent5>
        <a:accent6>
          <a:srgbClr val="5C5C8A"/>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Orbit 2">
        <a:dk1>
          <a:srgbClr val="008000"/>
        </a:dk1>
        <a:lt1>
          <a:srgbClr val="FFFFFF"/>
        </a:lt1>
        <a:dk2>
          <a:srgbClr val="003300"/>
        </a:dk2>
        <a:lt2>
          <a:srgbClr val="C0C0C0"/>
        </a:lt2>
        <a:accent1>
          <a:srgbClr val="99CC00"/>
        </a:accent1>
        <a:accent2>
          <a:srgbClr val="527C3A"/>
        </a:accent2>
        <a:accent3>
          <a:srgbClr val="AAADAA"/>
        </a:accent3>
        <a:accent4>
          <a:srgbClr val="DADADA"/>
        </a:accent4>
        <a:accent5>
          <a:srgbClr val="CAE2AA"/>
        </a:accent5>
        <a:accent6>
          <a:srgbClr val="497034"/>
        </a:accent6>
        <a:hlink>
          <a:srgbClr val="33CC33"/>
        </a:hlink>
        <a:folHlink>
          <a:srgbClr val="C1FF83"/>
        </a:folHlink>
      </a:clrScheme>
      <a:clrMap bg1="dk2" tx1="lt1" bg2="dk1" tx2="lt2" accent1="accent1" accent2="accent2" accent3="accent3" accent4="accent4" accent5="accent5" accent6="accent6" hlink="hlink" folHlink="folHlink"/>
    </a:extraClrScheme>
    <a:extraClrScheme>
      <a:clrScheme name="Orbit 3">
        <a:dk1>
          <a:srgbClr val="000066"/>
        </a:dk1>
        <a:lt1>
          <a:srgbClr val="FFFFFF"/>
        </a:lt1>
        <a:dk2>
          <a:srgbClr val="000099"/>
        </a:dk2>
        <a:lt2>
          <a:srgbClr val="9FBFFF"/>
        </a:lt2>
        <a:accent1>
          <a:srgbClr val="0099CC"/>
        </a:accent1>
        <a:accent2>
          <a:srgbClr val="00CC66"/>
        </a:accent2>
        <a:accent3>
          <a:srgbClr val="AAAACA"/>
        </a:accent3>
        <a:accent4>
          <a:srgbClr val="DADADA"/>
        </a:accent4>
        <a:accent5>
          <a:srgbClr val="AACAE2"/>
        </a:accent5>
        <a:accent6>
          <a:srgbClr val="00B95C"/>
        </a:accent6>
        <a:hlink>
          <a:srgbClr val="00FFFF"/>
        </a:hlink>
        <a:folHlink>
          <a:srgbClr val="CDE6FF"/>
        </a:folHlink>
      </a:clrScheme>
      <a:clrMap bg1="dk2" tx1="lt1" bg2="dk1" tx2="lt2" accent1="accent1" accent2="accent2" accent3="accent3" accent4="accent4" accent5="accent5" accent6="accent6" hlink="hlink" folHlink="folHlink"/>
    </a:extraClrScheme>
    <a:extraClrScheme>
      <a:clrScheme name="Orbit 4">
        <a:dk1>
          <a:srgbClr val="00ACA8"/>
        </a:dk1>
        <a:lt1>
          <a:srgbClr val="FFFFFF"/>
        </a:lt1>
        <a:dk2>
          <a:srgbClr val="006666"/>
        </a:dk2>
        <a:lt2>
          <a:srgbClr val="FFFF99"/>
        </a:lt2>
        <a:accent1>
          <a:srgbClr val="0099CC"/>
        </a:accent1>
        <a:accent2>
          <a:srgbClr val="6D6FC7"/>
        </a:accent2>
        <a:accent3>
          <a:srgbClr val="AAB8B8"/>
        </a:accent3>
        <a:accent4>
          <a:srgbClr val="DADADA"/>
        </a:accent4>
        <a:accent5>
          <a:srgbClr val="AACAE2"/>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rbit 5">
        <a:dk1>
          <a:srgbClr val="BA0023"/>
        </a:dk1>
        <a:lt1>
          <a:srgbClr val="FFFFFF"/>
        </a:lt1>
        <a:dk2>
          <a:srgbClr val="800000"/>
        </a:dk2>
        <a:lt2>
          <a:srgbClr val="FFFF99"/>
        </a:lt2>
        <a:accent1>
          <a:srgbClr val="FF6600"/>
        </a:accent1>
        <a:accent2>
          <a:srgbClr val="C5543D"/>
        </a:accent2>
        <a:accent3>
          <a:srgbClr val="C0AAAA"/>
        </a:accent3>
        <a:accent4>
          <a:srgbClr val="DADADA"/>
        </a:accent4>
        <a:accent5>
          <a:srgbClr val="FFB8AA"/>
        </a:accent5>
        <a:accent6>
          <a:srgbClr val="B24B36"/>
        </a:accent6>
        <a:hlink>
          <a:srgbClr val="FFFF00"/>
        </a:hlink>
        <a:folHlink>
          <a:srgbClr val="FF9900"/>
        </a:folHlink>
      </a:clrScheme>
      <a:clrMap bg1="dk2" tx1="lt1" bg2="dk1" tx2="lt2" accent1="accent1" accent2="accent2" accent3="accent3" accent4="accent4" accent5="accent5" accent6="accent6" hlink="hlink" folHlink="folHlink"/>
    </a:extraClrScheme>
    <a:extraClrScheme>
      <a:clrScheme name="Orbit 6">
        <a:dk1>
          <a:srgbClr val="6D776E"/>
        </a:dk1>
        <a:lt1>
          <a:srgbClr val="FFFFFF"/>
        </a:lt1>
        <a:dk2>
          <a:srgbClr val="575863"/>
        </a:dk2>
        <a:lt2>
          <a:srgbClr val="DDDDDD"/>
        </a:lt2>
        <a:accent1>
          <a:srgbClr val="0099CC"/>
        </a:accent1>
        <a:accent2>
          <a:srgbClr val="939EA9"/>
        </a:accent2>
        <a:accent3>
          <a:srgbClr val="B4B4B7"/>
        </a:accent3>
        <a:accent4>
          <a:srgbClr val="DADADA"/>
        </a:accent4>
        <a:accent5>
          <a:srgbClr val="AACAE2"/>
        </a:accent5>
        <a:accent6>
          <a:srgbClr val="858F99"/>
        </a:accent6>
        <a:hlink>
          <a:srgbClr val="FFCC00"/>
        </a:hlink>
        <a:folHlink>
          <a:srgbClr val="BD8949"/>
        </a:folHlink>
      </a:clrScheme>
      <a:clrMap bg1="dk2" tx1="lt1" bg2="dk1" tx2="lt2" accent1="accent1" accent2="accent2" accent3="accent3" accent4="accent4" accent5="accent5" accent6="accent6" hlink="hlink" folHlink="folHlink"/>
    </a:extraClrScheme>
    <a:extraClrScheme>
      <a:clrScheme name="Orbit 7">
        <a:dk1>
          <a:srgbClr val="A28A84"/>
        </a:dk1>
        <a:lt1>
          <a:srgbClr val="FFFFFF"/>
        </a:lt1>
        <a:dk2>
          <a:srgbClr val="765E58"/>
        </a:dk2>
        <a:lt2>
          <a:srgbClr val="DDDDDD"/>
        </a:lt2>
        <a:accent1>
          <a:srgbClr val="CC6600"/>
        </a:accent1>
        <a:accent2>
          <a:srgbClr val="CC9900"/>
        </a:accent2>
        <a:accent3>
          <a:srgbClr val="BDB6B4"/>
        </a:accent3>
        <a:accent4>
          <a:srgbClr val="DADADA"/>
        </a:accent4>
        <a:accent5>
          <a:srgbClr val="E2B8AA"/>
        </a:accent5>
        <a:accent6>
          <a:srgbClr val="B98A00"/>
        </a:accent6>
        <a:hlink>
          <a:srgbClr val="FFCC00"/>
        </a:hlink>
        <a:folHlink>
          <a:srgbClr val="FFFFBD"/>
        </a:folHlink>
      </a:clrScheme>
      <a:clrMap bg1="dk2" tx1="lt1" bg2="dk1" tx2="lt2" accent1="accent1" accent2="accent2" accent3="accent3" accent4="accent4" accent5="accent5" accent6="accent6" hlink="hlink" folHlink="folHlink"/>
    </a:extraClrScheme>
    <a:extraClrScheme>
      <a:clrScheme name="Orbit 8">
        <a:dk1>
          <a:srgbClr val="000000"/>
        </a:dk1>
        <a:lt1>
          <a:srgbClr val="C5D9ED"/>
        </a:lt1>
        <a:dk2>
          <a:srgbClr val="000000"/>
        </a:dk2>
        <a:lt2>
          <a:srgbClr val="FFFFFF"/>
        </a:lt2>
        <a:accent1>
          <a:srgbClr val="F3F6FF"/>
        </a:accent1>
        <a:accent2>
          <a:srgbClr val="33CCCC"/>
        </a:accent2>
        <a:accent3>
          <a:srgbClr val="DFE9F4"/>
        </a:accent3>
        <a:accent4>
          <a:srgbClr val="000000"/>
        </a:accent4>
        <a:accent5>
          <a:srgbClr val="F8FAFF"/>
        </a:accent5>
        <a:accent6>
          <a:srgbClr val="2DB9B9"/>
        </a:accent6>
        <a:hlink>
          <a:srgbClr val="0000FF"/>
        </a:hlink>
        <a:folHlink>
          <a:srgbClr val="006699"/>
        </a:folHlink>
      </a:clrScheme>
      <a:clrMap bg1="lt1" tx1="dk1" bg2="lt2" tx2="dk2" accent1="accent1" accent2="accent2" accent3="accent3" accent4="accent4" accent5="accent5" accent6="accent6" hlink="hlink" folHlink="folHlink"/>
    </a:extraClrScheme>
    <a:extraClrScheme>
      <a:clrScheme name="Orbit 9">
        <a:dk1>
          <a:srgbClr val="FFFFFF"/>
        </a:dk1>
        <a:lt1>
          <a:srgbClr val="FFFFFF"/>
        </a:lt1>
        <a:dk2>
          <a:srgbClr val="AAAAC6"/>
        </a:dk2>
        <a:lt2>
          <a:srgbClr val="FFFFCC"/>
        </a:lt2>
        <a:accent1>
          <a:srgbClr val="66667E"/>
        </a:accent1>
        <a:accent2>
          <a:srgbClr val="629157"/>
        </a:accent2>
        <a:accent3>
          <a:srgbClr val="D2D2DF"/>
        </a:accent3>
        <a:accent4>
          <a:srgbClr val="DADADA"/>
        </a:accent4>
        <a:accent5>
          <a:srgbClr val="B8B8C0"/>
        </a:accent5>
        <a:accent6>
          <a:srgbClr val="58834E"/>
        </a:accent6>
        <a:hlink>
          <a:srgbClr val="6600CC"/>
        </a:hlink>
        <a:folHlink>
          <a:srgbClr val="3399FF"/>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7384</Words>
  <Application>WPS 演示</Application>
  <PresentationFormat>宽屏</PresentationFormat>
  <Paragraphs>668</Paragraphs>
  <Slides>32</Slides>
  <Notes>4</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32</vt:i4>
      </vt:variant>
    </vt:vector>
  </HeadingPairs>
  <TitlesOfParts>
    <vt:vector size="51" baseType="lpstr">
      <vt:lpstr>Arial</vt:lpstr>
      <vt:lpstr>宋体</vt:lpstr>
      <vt:lpstr>Wingdings</vt:lpstr>
      <vt:lpstr>幼圆</vt:lpstr>
      <vt:lpstr>Times New Roman</vt:lpstr>
      <vt:lpstr>黑体</vt:lpstr>
      <vt:lpstr>微软雅黑</vt:lpstr>
      <vt:lpstr>楷体</vt:lpstr>
      <vt:lpstr>Wingdings</vt:lpstr>
      <vt:lpstr>Arial Unicode MS</vt:lpstr>
      <vt:lpstr>Calibri</vt:lpstr>
      <vt:lpstr>Symbol</vt:lpstr>
      <vt:lpstr>Cambria Math</vt:lpstr>
      <vt:lpstr>仿宋_GB2312</vt:lpstr>
      <vt:lpstr>仿宋</vt:lpstr>
      <vt:lpstr>Consolas</vt:lpstr>
      <vt:lpstr>Wingdings 2</vt:lpstr>
      <vt:lpstr>MS PGothic</vt:lpstr>
      <vt:lpstr>2_Orbit</vt:lpstr>
      <vt:lpstr>第九章 内部排序</vt:lpstr>
      <vt:lpstr>主要内容</vt:lpstr>
      <vt:lpstr>9.5 归并排序</vt:lpstr>
      <vt:lpstr>9.5 归并排序</vt:lpstr>
      <vt:lpstr>9.5 归并排序</vt:lpstr>
      <vt:lpstr>9.5 归并排序</vt:lpstr>
      <vt:lpstr>9.5 归并排序</vt:lpstr>
      <vt:lpstr>9.5 归并排序</vt:lpstr>
      <vt:lpstr>主要内容</vt:lpstr>
      <vt:lpstr>9.6 基数排序</vt:lpstr>
      <vt:lpstr>9.6.1 多关键字排序</vt:lpstr>
      <vt:lpstr>问题：将扑克牌按照从小到大排序</vt:lpstr>
      <vt:lpstr>高位优先排序法</vt:lpstr>
      <vt:lpstr>低位优先排序法</vt:lpstr>
      <vt:lpstr>9.6.1 多关键字排序</vt:lpstr>
      <vt:lpstr>9.6.1 多关键字排序</vt:lpstr>
      <vt:lpstr>9.6.2 链式基数排序</vt:lpstr>
      <vt:lpstr>链式基数排序</vt:lpstr>
      <vt:lpstr>链式基数排序</vt:lpstr>
      <vt:lpstr>链式基数排序</vt:lpstr>
      <vt:lpstr>链式基数排序</vt:lpstr>
      <vt:lpstr>链式基数排序</vt:lpstr>
      <vt:lpstr>链式基数排序</vt:lpstr>
      <vt:lpstr>算法分析</vt:lpstr>
      <vt:lpstr>算法分析</vt:lpstr>
      <vt:lpstr>主要内容</vt:lpstr>
      <vt:lpstr>9.7 总结：各种排序法的比较</vt:lpstr>
      <vt:lpstr>9.7 总结：各种排序法的比较</vt:lpstr>
      <vt:lpstr>9.7 总结：各种排序法的比较</vt:lpstr>
      <vt:lpstr>9.7 总结：各种排序法的比较</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admin</dc:creator>
  <cp:lastModifiedBy>BookPlus</cp:lastModifiedBy>
  <cp:revision>595</cp:revision>
  <dcterms:created xsi:type="dcterms:W3CDTF">2019-06-19T02:08:00Z</dcterms:created>
  <dcterms:modified xsi:type="dcterms:W3CDTF">2026-06-05T07:43:42Z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ECD2649BF67C4413A73376E89FA200B9_11</vt:lpwstr>
  </property>
</Properties>
</file>